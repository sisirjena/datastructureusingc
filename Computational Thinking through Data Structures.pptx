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1"/>
  </p:notesMasterIdLst>
  <p:sldIdLst>
    <p:sldId id="256" r:id="rId2"/>
    <p:sldId id="316" r:id="rId3"/>
    <p:sldId id="317" r:id="rId4"/>
    <p:sldId id="318" r:id="rId5"/>
    <p:sldId id="257" r:id="rId6"/>
    <p:sldId id="259" r:id="rId7"/>
    <p:sldId id="258" r:id="rId8"/>
    <p:sldId id="264" r:id="rId9"/>
    <p:sldId id="265" r:id="rId10"/>
    <p:sldId id="268" r:id="rId11"/>
    <p:sldId id="269" r:id="rId12"/>
    <p:sldId id="270" r:id="rId13"/>
    <p:sldId id="271" r:id="rId14"/>
    <p:sldId id="272" r:id="rId15"/>
    <p:sldId id="320" r:id="rId16"/>
    <p:sldId id="274" r:id="rId17"/>
    <p:sldId id="277" r:id="rId18"/>
    <p:sldId id="278" r:id="rId19"/>
    <p:sldId id="283" r:id="rId20"/>
    <p:sldId id="284" r:id="rId21"/>
    <p:sldId id="285" r:id="rId22"/>
    <p:sldId id="286" r:id="rId23"/>
    <p:sldId id="287" r:id="rId24"/>
    <p:sldId id="280" r:id="rId25"/>
    <p:sldId id="289" r:id="rId26"/>
    <p:sldId id="290" r:id="rId27"/>
    <p:sldId id="293" r:id="rId28"/>
    <p:sldId id="294" r:id="rId29"/>
    <p:sldId id="295" r:id="rId30"/>
    <p:sldId id="296" r:id="rId31"/>
    <p:sldId id="298" r:id="rId32"/>
    <p:sldId id="299" r:id="rId33"/>
    <p:sldId id="300" r:id="rId34"/>
    <p:sldId id="297" r:id="rId35"/>
    <p:sldId id="301" r:id="rId36"/>
    <p:sldId id="302" r:id="rId37"/>
    <p:sldId id="304" r:id="rId38"/>
    <p:sldId id="307" r:id="rId39"/>
    <p:sldId id="306" r:id="rId40"/>
    <p:sldId id="311" r:id="rId41"/>
    <p:sldId id="313" r:id="rId42"/>
    <p:sldId id="315" r:id="rId43"/>
    <p:sldId id="321" r:id="rId44"/>
    <p:sldId id="322" r:id="rId45"/>
    <p:sldId id="340" r:id="rId46"/>
    <p:sldId id="341" r:id="rId47"/>
    <p:sldId id="342" r:id="rId48"/>
    <p:sldId id="343" r:id="rId49"/>
    <p:sldId id="344" r:id="rId50"/>
    <p:sldId id="312" r:id="rId51"/>
    <p:sldId id="323" r:id="rId52"/>
    <p:sldId id="324" r:id="rId53"/>
    <p:sldId id="325" r:id="rId54"/>
    <p:sldId id="346" r:id="rId55"/>
    <p:sldId id="338" r:id="rId56"/>
    <p:sldId id="339" r:id="rId57"/>
    <p:sldId id="345" r:id="rId58"/>
    <p:sldId id="314" r:id="rId59"/>
    <p:sldId id="347" r:id="rId6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EBE7A5-7F35-430D-B3CD-34C23F642D47}" v="42" dt="2026-06-06T05:49:59.851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sir Jena" userId="6e25e162-07b2-4582-bbb6-9c0d4868ccb7" providerId="ADAL" clId="{7CFD6855-C54E-4CD4-9B5D-36748A326AEA}"/>
    <pc:docChg chg="undo custSel addSld delSld modSld">
      <pc:chgData name="Sisir Jena" userId="6e25e162-07b2-4582-bbb6-9c0d4868ccb7" providerId="ADAL" clId="{7CFD6855-C54E-4CD4-9B5D-36748A326AEA}" dt="2026-06-06T05:49:59.861" v="485" actId="27636"/>
      <pc:docMkLst>
        <pc:docMk/>
      </pc:docMkLst>
      <pc:sldChg chg="del">
        <pc:chgData name="Sisir Jena" userId="6e25e162-07b2-4582-bbb6-9c0d4868ccb7" providerId="ADAL" clId="{7CFD6855-C54E-4CD4-9B5D-36748A326AEA}" dt="2026-06-06T05:33:06.665" v="0" actId="47"/>
        <pc:sldMkLst>
          <pc:docMk/>
          <pc:sldMk cId="3093538743" sldId="261"/>
        </pc:sldMkLst>
      </pc:sldChg>
      <pc:sldChg chg="del">
        <pc:chgData name="Sisir Jena" userId="6e25e162-07b2-4582-bbb6-9c0d4868ccb7" providerId="ADAL" clId="{7CFD6855-C54E-4CD4-9B5D-36748A326AEA}" dt="2026-06-06T05:33:09.324" v="3" actId="47"/>
        <pc:sldMkLst>
          <pc:docMk/>
          <pc:sldMk cId="2326716702" sldId="262"/>
        </pc:sldMkLst>
      </pc:sldChg>
      <pc:sldChg chg="del">
        <pc:chgData name="Sisir Jena" userId="6e25e162-07b2-4582-bbb6-9c0d4868ccb7" providerId="ADAL" clId="{7CFD6855-C54E-4CD4-9B5D-36748A326AEA}" dt="2026-06-06T05:33:07.702" v="1" actId="47"/>
        <pc:sldMkLst>
          <pc:docMk/>
          <pc:sldMk cId="3658096532" sldId="263"/>
        </pc:sldMkLst>
      </pc:sldChg>
      <pc:sldChg chg="del">
        <pc:chgData name="Sisir Jena" userId="6e25e162-07b2-4582-bbb6-9c0d4868ccb7" providerId="ADAL" clId="{7CFD6855-C54E-4CD4-9B5D-36748A326AEA}" dt="2026-06-06T05:33:08.283" v="2" actId="47"/>
        <pc:sldMkLst>
          <pc:docMk/>
          <pc:sldMk cId="877375211" sldId="266"/>
        </pc:sldMkLst>
      </pc:sldChg>
      <pc:sldChg chg="del">
        <pc:chgData name="Sisir Jena" userId="6e25e162-07b2-4582-bbb6-9c0d4868ccb7" providerId="ADAL" clId="{7CFD6855-C54E-4CD4-9B5D-36748A326AEA}" dt="2026-06-06T05:47:34.548" v="461" actId="47"/>
        <pc:sldMkLst>
          <pc:docMk/>
          <pc:sldMk cId="4147538344" sldId="267"/>
        </pc:sldMkLst>
      </pc:sldChg>
      <pc:sldChg chg="del">
        <pc:chgData name="Sisir Jena" userId="6e25e162-07b2-4582-bbb6-9c0d4868ccb7" providerId="ADAL" clId="{7CFD6855-C54E-4CD4-9B5D-36748A326AEA}" dt="2026-06-06T05:33:10.419" v="4" actId="47"/>
        <pc:sldMkLst>
          <pc:docMk/>
          <pc:sldMk cId="3529071932" sldId="275"/>
        </pc:sldMkLst>
      </pc:sldChg>
      <pc:sldChg chg="del">
        <pc:chgData name="Sisir Jena" userId="6e25e162-07b2-4582-bbb6-9c0d4868ccb7" providerId="ADAL" clId="{7CFD6855-C54E-4CD4-9B5D-36748A326AEA}" dt="2026-06-06T05:33:11.499" v="5" actId="47"/>
        <pc:sldMkLst>
          <pc:docMk/>
          <pc:sldMk cId="4108275226" sldId="276"/>
        </pc:sldMkLst>
      </pc:sldChg>
      <pc:sldChg chg="del">
        <pc:chgData name="Sisir Jena" userId="6e25e162-07b2-4582-bbb6-9c0d4868ccb7" providerId="ADAL" clId="{7CFD6855-C54E-4CD4-9B5D-36748A326AEA}" dt="2026-06-06T05:33:19.813" v="6" actId="47"/>
        <pc:sldMkLst>
          <pc:docMk/>
          <pc:sldMk cId="695937653" sldId="279"/>
        </pc:sldMkLst>
      </pc:sldChg>
      <pc:sldChg chg="del">
        <pc:chgData name="Sisir Jena" userId="6e25e162-07b2-4582-bbb6-9c0d4868ccb7" providerId="ADAL" clId="{7CFD6855-C54E-4CD4-9B5D-36748A326AEA}" dt="2026-06-06T05:33:20.408" v="7" actId="47"/>
        <pc:sldMkLst>
          <pc:docMk/>
          <pc:sldMk cId="1136757469" sldId="281"/>
        </pc:sldMkLst>
      </pc:sldChg>
      <pc:sldChg chg="del">
        <pc:chgData name="Sisir Jena" userId="6e25e162-07b2-4582-bbb6-9c0d4868ccb7" providerId="ADAL" clId="{7CFD6855-C54E-4CD4-9B5D-36748A326AEA}" dt="2026-06-06T05:33:21.053" v="8" actId="47"/>
        <pc:sldMkLst>
          <pc:docMk/>
          <pc:sldMk cId="3110068306" sldId="282"/>
        </pc:sldMkLst>
      </pc:sldChg>
      <pc:sldChg chg="modSp mod">
        <pc:chgData name="Sisir Jena" userId="6e25e162-07b2-4582-bbb6-9c0d4868ccb7" providerId="ADAL" clId="{7CFD6855-C54E-4CD4-9B5D-36748A326AEA}" dt="2026-06-06T05:49:59.861" v="485" actId="27636"/>
        <pc:sldMkLst>
          <pc:docMk/>
          <pc:sldMk cId="2667604120" sldId="283"/>
        </pc:sldMkLst>
        <pc:spChg chg="mod">
          <ac:chgData name="Sisir Jena" userId="6e25e162-07b2-4582-bbb6-9c0d4868ccb7" providerId="ADAL" clId="{7CFD6855-C54E-4CD4-9B5D-36748A326AEA}" dt="2026-06-06T05:49:59.861" v="485" actId="27636"/>
          <ac:spMkLst>
            <pc:docMk/>
            <pc:sldMk cId="2667604120" sldId="283"/>
            <ac:spMk id="26" creationId="{99B05B27-843D-E42C-2C36-4CAFF5658A3C}"/>
          </ac:spMkLst>
        </pc:spChg>
      </pc:sldChg>
      <pc:sldChg chg="add del">
        <pc:chgData name="Sisir Jena" userId="6e25e162-07b2-4582-bbb6-9c0d4868ccb7" providerId="ADAL" clId="{7CFD6855-C54E-4CD4-9B5D-36748A326AEA}" dt="2026-06-06T05:33:27.219" v="11" actId="47"/>
        <pc:sldMkLst>
          <pc:docMk/>
          <pc:sldMk cId="1179954109" sldId="288"/>
        </pc:sldMkLst>
      </pc:sldChg>
      <pc:sldChg chg="modSp modAnim">
        <pc:chgData name="Sisir Jena" userId="6e25e162-07b2-4582-bbb6-9c0d4868ccb7" providerId="ADAL" clId="{7CFD6855-C54E-4CD4-9B5D-36748A326AEA}" dt="2026-06-06T05:33:41.899" v="20" actId="20577"/>
        <pc:sldMkLst>
          <pc:docMk/>
          <pc:sldMk cId="373226369" sldId="289"/>
        </pc:sldMkLst>
        <pc:spChg chg="mod">
          <ac:chgData name="Sisir Jena" userId="6e25e162-07b2-4582-bbb6-9c0d4868ccb7" providerId="ADAL" clId="{7CFD6855-C54E-4CD4-9B5D-36748A326AEA}" dt="2026-06-06T05:33:38.125" v="18" actId="20577"/>
          <ac:spMkLst>
            <pc:docMk/>
            <pc:sldMk cId="373226369" sldId="289"/>
            <ac:spMk id="36" creationId="{A5B94432-6ABF-7903-2B37-0825EBAD8AA0}"/>
          </ac:spMkLst>
        </pc:spChg>
      </pc:sldChg>
      <pc:sldChg chg="del">
        <pc:chgData name="Sisir Jena" userId="6e25e162-07b2-4582-bbb6-9c0d4868ccb7" providerId="ADAL" clId="{7CFD6855-C54E-4CD4-9B5D-36748A326AEA}" dt="2026-06-06T05:40:44.440" v="198" actId="47"/>
        <pc:sldMkLst>
          <pc:docMk/>
          <pc:sldMk cId="1969767027" sldId="291"/>
        </pc:sldMkLst>
      </pc:sldChg>
      <pc:sldChg chg="del">
        <pc:chgData name="Sisir Jena" userId="6e25e162-07b2-4582-bbb6-9c0d4868ccb7" providerId="ADAL" clId="{7CFD6855-C54E-4CD4-9B5D-36748A326AEA}" dt="2026-06-06T05:33:54.409" v="21" actId="47"/>
        <pc:sldMkLst>
          <pc:docMk/>
          <pc:sldMk cId="3170896443" sldId="292"/>
        </pc:sldMkLst>
      </pc:sldChg>
      <pc:sldChg chg="del">
        <pc:chgData name="Sisir Jena" userId="6e25e162-07b2-4582-bbb6-9c0d4868ccb7" providerId="ADAL" clId="{7CFD6855-C54E-4CD4-9B5D-36748A326AEA}" dt="2026-06-06T05:33:55.037" v="22" actId="47"/>
        <pc:sldMkLst>
          <pc:docMk/>
          <pc:sldMk cId="42721018" sldId="308"/>
        </pc:sldMkLst>
      </pc:sldChg>
      <pc:sldChg chg="del">
        <pc:chgData name="Sisir Jena" userId="6e25e162-07b2-4582-bbb6-9c0d4868ccb7" providerId="ADAL" clId="{7CFD6855-C54E-4CD4-9B5D-36748A326AEA}" dt="2026-06-06T05:33:55.941" v="23" actId="47"/>
        <pc:sldMkLst>
          <pc:docMk/>
          <pc:sldMk cId="2777560991" sldId="309"/>
        </pc:sldMkLst>
      </pc:sldChg>
      <pc:sldChg chg="del">
        <pc:chgData name="Sisir Jena" userId="6e25e162-07b2-4582-bbb6-9c0d4868ccb7" providerId="ADAL" clId="{7CFD6855-C54E-4CD4-9B5D-36748A326AEA}" dt="2026-06-06T05:33:57.255" v="24" actId="47"/>
        <pc:sldMkLst>
          <pc:docMk/>
          <pc:sldMk cId="2009771077" sldId="310"/>
        </pc:sldMkLst>
      </pc:sldChg>
      <pc:sldChg chg="addSp delSp modSp mod">
        <pc:chgData name="Sisir Jena" userId="6e25e162-07b2-4582-bbb6-9c0d4868ccb7" providerId="ADAL" clId="{7CFD6855-C54E-4CD4-9B5D-36748A326AEA}" dt="2026-06-06T05:44:42.423" v="335" actId="27636"/>
        <pc:sldMkLst>
          <pc:docMk/>
          <pc:sldMk cId="673027393" sldId="314"/>
        </pc:sldMkLst>
        <pc:spChg chg="mod">
          <ac:chgData name="Sisir Jena" userId="6e25e162-07b2-4582-bbb6-9c0d4868ccb7" providerId="ADAL" clId="{7CFD6855-C54E-4CD4-9B5D-36748A326AEA}" dt="2026-06-06T05:44:42.423" v="335" actId="27636"/>
          <ac:spMkLst>
            <pc:docMk/>
            <pc:sldMk cId="673027393" sldId="314"/>
            <ac:spMk id="3" creationId="{5B41C145-A283-1C78-97C3-265304480B97}"/>
          </ac:spMkLst>
        </pc:spChg>
        <pc:picChg chg="add del mod">
          <ac:chgData name="Sisir Jena" userId="6e25e162-07b2-4582-bbb6-9c0d4868ccb7" providerId="ADAL" clId="{7CFD6855-C54E-4CD4-9B5D-36748A326AEA}" dt="2026-06-06T05:44:15.756" v="328" actId="478"/>
          <ac:picMkLst>
            <pc:docMk/>
            <pc:sldMk cId="673027393" sldId="314"/>
            <ac:picMk id="4" creationId="{831CE4A2-46E5-0019-9CDA-E846C98CAEEE}"/>
          </ac:picMkLst>
        </pc:picChg>
        <pc:picChg chg="add mod">
          <ac:chgData name="Sisir Jena" userId="6e25e162-07b2-4582-bbb6-9c0d4868ccb7" providerId="ADAL" clId="{7CFD6855-C54E-4CD4-9B5D-36748A326AEA}" dt="2026-06-06T05:44:25.358" v="331" actId="1076"/>
          <ac:picMkLst>
            <pc:docMk/>
            <pc:sldMk cId="673027393" sldId="314"/>
            <ac:picMk id="5" creationId="{7C02AE8B-8115-D00E-121B-DB2323B1DF19}"/>
          </ac:picMkLst>
        </pc:picChg>
      </pc:sldChg>
      <pc:sldChg chg="del">
        <pc:chgData name="Sisir Jena" userId="6e25e162-07b2-4582-bbb6-9c0d4868ccb7" providerId="ADAL" clId="{7CFD6855-C54E-4CD4-9B5D-36748A326AEA}" dt="2026-06-06T05:34:29.614" v="25" actId="47"/>
        <pc:sldMkLst>
          <pc:docMk/>
          <pc:sldMk cId="3567651896" sldId="326"/>
        </pc:sldMkLst>
      </pc:sldChg>
      <pc:sldChg chg="del">
        <pc:chgData name="Sisir Jena" userId="6e25e162-07b2-4582-bbb6-9c0d4868ccb7" providerId="ADAL" clId="{7CFD6855-C54E-4CD4-9B5D-36748A326AEA}" dt="2026-06-06T05:34:30.286" v="26" actId="47"/>
        <pc:sldMkLst>
          <pc:docMk/>
          <pc:sldMk cId="1184022944" sldId="327"/>
        </pc:sldMkLst>
      </pc:sldChg>
      <pc:sldChg chg="del">
        <pc:chgData name="Sisir Jena" userId="6e25e162-07b2-4582-bbb6-9c0d4868ccb7" providerId="ADAL" clId="{7CFD6855-C54E-4CD4-9B5D-36748A326AEA}" dt="2026-06-06T05:34:31.573" v="27" actId="47"/>
        <pc:sldMkLst>
          <pc:docMk/>
          <pc:sldMk cId="598097004" sldId="328"/>
        </pc:sldMkLst>
      </pc:sldChg>
      <pc:sldChg chg="del">
        <pc:chgData name="Sisir Jena" userId="6e25e162-07b2-4582-bbb6-9c0d4868ccb7" providerId="ADAL" clId="{7CFD6855-C54E-4CD4-9B5D-36748A326AEA}" dt="2026-06-06T05:34:32.281" v="28" actId="47"/>
        <pc:sldMkLst>
          <pc:docMk/>
          <pc:sldMk cId="1245066677" sldId="329"/>
        </pc:sldMkLst>
      </pc:sldChg>
      <pc:sldChg chg="del">
        <pc:chgData name="Sisir Jena" userId="6e25e162-07b2-4582-bbb6-9c0d4868ccb7" providerId="ADAL" clId="{7CFD6855-C54E-4CD4-9B5D-36748A326AEA}" dt="2026-06-06T05:34:33.013" v="29" actId="47"/>
        <pc:sldMkLst>
          <pc:docMk/>
          <pc:sldMk cId="2448576705" sldId="330"/>
        </pc:sldMkLst>
      </pc:sldChg>
      <pc:sldChg chg="del">
        <pc:chgData name="Sisir Jena" userId="6e25e162-07b2-4582-bbb6-9c0d4868ccb7" providerId="ADAL" clId="{7CFD6855-C54E-4CD4-9B5D-36748A326AEA}" dt="2026-06-06T05:34:33.777" v="30" actId="47"/>
        <pc:sldMkLst>
          <pc:docMk/>
          <pc:sldMk cId="2058108297" sldId="331"/>
        </pc:sldMkLst>
      </pc:sldChg>
      <pc:sldChg chg="del">
        <pc:chgData name="Sisir Jena" userId="6e25e162-07b2-4582-bbb6-9c0d4868ccb7" providerId="ADAL" clId="{7CFD6855-C54E-4CD4-9B5D-36748A326AEA}" dt="2026-06-06T05:34:34.484" v="31" actId="47"/>
        <pc:sldMkLst>
          <pc:docMk/>
          <pc:sldMk cId="1561300641" sldId="332"/>
        </pc:sldMkLst>
      </pc:sldChg>
      <pc:sldChg chg="del">
        <pc:chgData name="Sisir Jena" userId="6e25e162-07b2-4582-bbb6-9c0d4868ccb7" providerId="ADAL" clId="{7CFD6855-C54E-4CD4-9B5D-36748A326AEA}" dt="2026-06-06T05:34:38.044" v="32" actId="47"/>
        <pc:sldMkLst>
          <pc:docMk/>
          <pc:sldMk cId="529045240" sldId="333"/>
        </pc:sldMkLst>
      </pc:sldChg>
      <pc:sldChg chg="del">
        <pc:chgData name="Sisir Jena" userId="6e25e162-07b2-4582-bbb6-9c0d4868ccb7" providerId="ADAL" clId="{7CFD6855-C54E-4CD4-9B5D-36748A326AEA}" dt="2026-06-06T05:34:38.813" v="33" actId="47"/>
        <pc:sldMkLst>
          <pc:docMk/>
          <pc:sldMk cId="3253344695" sldId="334"/>
        </pc:sldMkLst>
      </pc:sldChg>
      <pc:sldChg chg="del">
        <pc:chgData name="Sisir Jena" userId="6e25e162-07b2-4582-bbb6-9c0d4868ccb7" providerId="ADAL" clId="{7CFD6855-C54E-4CD4-9B5D-36748A326AEA}" dt="2026-06-06T05:34:39.536" v="34" actId="47"/>
        <pc:sldMkLst>
          <pc:docMk/>
          <pc:sldMk cId="3762888863" sldId="335"/>
        </pc:sldMkLst>
      </pc:sldChg>
      <pc:sldChg chg="del">
        <pc:chgData name="Sisir Jena" userId="6e25e162-07b2-4582-bbb6-9c0d4868ccb7" providerId="ADAL" clId="{7CFD6855-C54E-4CD4-9B5D-36748A326AEA}" dt="2026-06-06T05:34:40.301" v="35" actId="47"/>
        <pc:sldMkLst>
          <pc:docMk/>
          <pc:sldMk cId="1366643806" sldId="336"/>
        </pc:sldMkLst>
      </pc:sldChg>
      <pc:sldChg chg="del">
        <pc:chgData name="Sisir Jena" userId="6e25e162-07b2-4582-bbb6-9c0d4868ccb7" providerId="ADAL" clId="{7CFD6855-C54E-4CD4-9B5D-36748A326AEA}" dt="2026-06-06T05:34:41.067" v="36" actId="47"/>
        <pc:sldMkLst>
          <pc:docMk/>
          <pc:sldMk cId="916345252" sldId="337"/>
        </pc:sldMkLst>
      </pc:sldChg>
      <pc:sldChg chg="addSp delSp modSp mod">
        <pc:chgData name="Sisir Jena" userId="6e25e162-07b2-4582-bbb6-9c0d4868ccb7" providerId="ADAL" clId="{7CFD6855-C54E-4CD4-9B5D-36748A326AEA}" dt="2026-06-06T05:40:22.249" v="197" actId="1038"/>
        <pc:sldMkLst>
          <pc:docMk/>
          <pc:sldMk cId="1322916131" sldId="338"/>
        </pc:sldMkLst>
        <pc:spChg chg="add mod">
          <ac:chgData name="Sisir Jena" userId="6e25e162-07b2-4582-bbb6-9c0d4868ccb7" providerId="ADAL" clId="{7CFD6855-C54E-4CD4-9B5D-36748A326AEA}" dt="2026-06-06T05:35:13.685" v="42" actId="20577"/>
          <ac:spMkLst>
            <pc:docMk/>
            <pc:sldMk cId="1322916131" sldId="338"/>
            <ac:spMk id="4" creationId="{E51FFF28-74BB-1789-A5FC-63CCF1DD47F3}"/>
          </ac:spMkLst>
        </pc:spChg>
        <pc:spChg chg="add mod">
          <ac:chgData name="Sisir Jena" userId="6e25e162-07b2-4582-bbb6-9c0d4868ccb7" providerId="ADAL" clId="{7CFD6855-C54E-4CD4-9B5D-36748A326AEA}" dt="2026-06-06T05:35:20.747" v="45" actId="20577"/>
          <ac:spMkLst>
            <pc:docMk/>
            <pc:sldMk cId="1322916131" sldId="338"/>
            <ac:spMk id="5" creationId="{95289332-8BEB-000D-E61F-1354FCBE9623}"/>
          </ac:spMkLst>
        </pc:spChg>
        <pc:spChg chg="add mod">
          <ac:chgData name="Sisir Jena" userId="6e25e162-07b2-4582-bbb6-9c0d4868ccb7" providerId="ADAL" clId="{7CFD6855-C54E-4CD4-9B5D-36748A326AEA}" dt="2026-06-06T05:35:28.908" v="48" actId="20577"/>
          <ac:spMkLst>
            <pc:docMk/>
            <pc:sldMk cId="1322916131" sldId="338"/>
            <ac:spMk id="7" creationId="{E33E4537-19DC-868B-F4E2-5B9E98AC0F46}"/>
          </ac:spMkLst>
        </pc:spChg>
        <pc:spChg chg="add mod">
          <ac:chgData name="Sisir Jena" userId="6e25e162-07b2-4582-bbb6-9c0d4868ccb7" providerId="ADAL" clId="{7CFD6855-C54E-4CD4-9B5D-36748A326AEA}" dt="2026-06-06T05:35:35.111" v="51" actId="20577"/>
          <ac:spMkLst>
            <pc:docMk/>
            <pc:sldMk cId="1322916131" sldId="338"/>
            <ac:spMk id="8" creationId="{505A5CDF-94C8-3A42-246A-6B09F72B993D}"/>
          </ac:spMkLst>
        </pc:spChg>
        <pc:spChg chg="add mod">
          <ac:chgData name="Sisir Jena" userId="6e25e162-07b2-4582-bbb6-9c0d4868ccb7" providerId="ADAL" clId="{7CFD6855-C54E-4CD4-9B5D-36748A326AEA}" dt="2026-06-06T05:36:06.355" v="58" actId="1076"/>
          <ac:spMkLst>
            <pc:docMk/>
            <pc:sldMk cId="1322916131" sldId="338"/>
            <ac:spMk id="17" creationId="{D06907CE-3DEF-5F80-3DC2-EF853622B442}"/>
          </ac:spMkLst>
        </pc:spChg>
        <pc:spChg chg="add mod">
          <ac:chgData name="Sisir Jena" userId="6e25e162-07b2-4582-bbb6-9c0d4868ccb7" providerId="ADAL" clId="{7CFD6855-C54E-4CD4-9B5D-36748A326AEA}" dt="2026-06-06T05:36:12.478" v="61" actId="20577"/>
          <ac:spMkLst>
            <pc:docMk/>
            <pc:sldMk cId="1322916131" sldId="338"/>
            <ac:spMk id="18" creationId="{ACE8F7E0-8322-98DA-65AB-FD733E3843A4}"/>
          </ac:spMkLst>
        </pc:spChg>
        <pc:spChg chg="add mod">
          <ac:chgData name="Sisir Jena" userId="6e25e162-07b2-4582-bbb6-9c0d4868ccb7" providerId="ADAL" clId="{7CFD6855-C54E-4CD4-9B5D-36748A326AEA}" dt="2026-06-06T05:36:24.089" v="64" actId="20577"/>
          <ac:spMkLst>
            <pc:docMk/>
            <pc:sldMk cId="1322916131" sldId="338"/>
            <ac:spMk id="19" creationId="{03A0BC82-1479-90F0-D421-D2A0CF288D27}"/>
          </ac:spMkLst>
        </pc:spChg>
        <pc:spChg chg="add mod">
          <ac:chgData name="Sisir Jena" userId="6e25e162-07b2-4582-bbb6-9c0d4868ccb7" providerId="ADAL" clId="{7CFD6855-C54E-4CD4-9B5D-36748A326AEA}" dt="2026-06-06T05:36:32.708" v="67" actId="20577"/>
          <ac:spMkLst>
            <pc:docMk/>
            <pc:sldMk cId="1322916131" sldId="338"/>
            <ac:spMk id="20" creationId="{F0B6E5E6-6F1E-37FE-7B7E-64A5454A4F3A}"/>
          </ac:spMkLst>
        </pc:spChg>
        <pc:spChg chg="add mod">
          <ac:chgData name="Sisir Jena" userId="6e25e162-07b2-4582-bbb6-9c0d4868ccb7" providerId="ADAL" clId="{7CFD6855-C54E-4CD4-9B5D-36748A326AEA}" dt="2026-06-06T05:40:13.177" v="183" actId="1076"/>
          <ac:spMkLst>
            <pc:docMk/>
            <pc:sldMk cId="1322916131" sldId="338"/>
            <ac:spMk id="21" creationId="{B4505C0E-84F8-F1F9-8C88-E2DFCBB0EC32}"/>
          </ac:spMkLst>
        </pc:spChg>
        <pc:spChg chg="add mod">
          <ac:chgData name="Sisir Jena" userId="6e25e162-07b2-4582-bbb6-9c0d4868ccb7" providerId="ADAL" clId="{7CFD6855-C54E-4CD4-9B5D-36748A326AEA}" dt="2026-06-06T05:40:22.249" v="197" actId="1038"/>
          <ac:spMkLst>
            <pc:docMk/>
            <pc:sldMk cId="1322916131" sldId="338"/>
            <ac:spMk id="22" creationId="{7DC61004-FFBC-0B00-B0DD-C8C153F5ABEB}"/>
          </ac:spMkLst>
        </pc:spChg>
        <pc:spChg chg="add mod">
          <ac:chgData name="Sisir Jena" userId="6e25e162-07b2-4582-bbb6-9c0d4868ccb7" providerId="ADAL" clId="{7CFD6855-C54E-4CD4-9B5D-36748A326AEA}" dt="2026-06-06T05:40:22.249" v="197" actId="1038"/>
          <ac:spMkLst>
            <pc:docMk/>
            <pc:sldMk cId="1322916131" sldId="338"/>
            <ac:spMk id="23" creationId="{F207DCC5-EC32-A3E8-064E-9931B6CDED66}"/>
          </ac:spMkLst>
        </pc:spChg>
        <pc:spChg chg="add mod">
          <ac:chgData name="Sisir Jena" userId="6e25e162-07b2-4582-bbb6-9c0d4868ccb7" providerId="ADAL" clId="{7CFD6855-C54E-4CD4-9B5D-36748A326AEA}" dt="2026-06-06T05:40:22.249" v="197" actId="1038"/>
          <ac:spMkLst>
            <pc:docMk/>
            <pc:sldMk cId="1322916131" sldId="338"/>
            <ac:spMk id="24" creationId="{CF82446B-8550-B969-D80C-F10871DCD9A6}"/>
          </ac:spMkLst>
        </pc:spChg>
        <pc:spChg chg="add mod">
          <ac:chgData name="Sisir Jena" userId="6e25e162-07b2-4582-bbb6-9c0d4868ccb7" providerId="ADAL" clId="{7CFD6855-C54E-4CD4-9B5D-36748A326AEA}" dt="2026-06-06T05:40:22.249" v="197" actId="1038"/>
          <ac:spMkLst>
            <pc:docMk/>
            <pc:sldMk cId="1322916131" sldId="338"/>
            <ac:spMk id="25" creationId="{39095BAB-D727-540D-7C31-7F10674D5D34}"/>
          </ac:spMkLst>
        </pc:spChg>
        <pc:spChg chg="add mod">
          <ac:chgData name="Sisir Jena" userId="6e25e162-07b2-4582-bbb6-9c0d4868ccb7" providerId="ADAL" clId="{7CFD6855-C54E-4CD4-9B5D-36748A326AEA}" dt="2026-06-06T05:40:22.249" v="197" actId="1038"/>
          <ac:spMkLst>
            <pc:docMk/>
            <pc:sldMk cId="1322916131" sldId="338"/>
            <ac:spMk id="30" creationId="{A6946788-E8FE-9DC3-59F6-3BBDF1123E7F}"/>
          </ac:spMkLst>
        </pc:spChg>
        <pc:spChg chg="add del mod">
          <ac:chgData name="Sisir Jena" userId="6e25e162-07b2-4582-bbb6-9c0d4868ccb7" providerId="ADAL" clId="{7CFD6855-C54E-4CD4-9B5D-36748A326AEA}" dt="2026-06-06T05:37:13.510" v="74" actId="478"/>
          <ac:spMkLst>
            <pc:docMk/>
            <pc:sldMk cId="1322916131" sldId="338"/>
            <ac:spMk id="31" creationId="{F9412621-BDB6-278A-15C0-36E82E492EC1}"/>
          </ac:spMkLst>
        </pc:spChg>
        <pc:spChg chg="add mod">
          <ac:chgData name="Sisir Jena" userId="6e25e162-07b2-4582-bbb6-9c0d4868ccb7" providerId="ADAL" clId="{7CFD6855-C54E-4CD4-9B5D-36748A326AEA}" dt="2026-06-06T05:40:22.249" v="197" actId="1038"/>
          <ac:spMkLst>
            <pc:docMk/>
            <pc:sldMk cId="1322916131" sldId="338"/>
            <ac:spMk id="32" creationId="{D4E64E6F-09F5-C890-2F6C-C78450B5480E}"/>
          </ac:spMkLst>
        </pc:spChg>
        <pc:spChg chg="add mod">
          <ac:chgData name="Sisir Jena" userId="6e25e162-07b2-4582-bbb6-9c0d4868ccb7" providerId="ADAL" clId="{7CFD6855-C54E-4CD4-9B5D-36748A326AEA}" dt="2026-06-06T05:40:22.249" v="197" actId="1038"/>
          <ac:spMkLst>
            <pc:docMk/>
            <pc:sldMk cId="1322916131" sldId="338"/>
            <ac:spMk id="33" creationId="{E96E472C-8401-7937-1CE3-C387806FEBC2}"/>
          </ac:spMkLst>
        </pc:spChg>
        <pc:spChg chg="add mod">
          <ac:chgData name="Sisir Jena" userId="6e25e162-07b2-4582-bbb6-9c0d4868ccb7" providerId="ADAL" clId="{7CFD6855-C54E-4CD4-9B5D-36748A326AEA}" dt="2026-06-06T05:39:59.565" v="180" actId="1076"/>
          <ac:spMkLst>
            <pc:docMk/>
            <pc:sldMk cId="1322916131" sldId="338"/>
            <ac:spMk id="34" creationId="{457B224A-EE03-55D0-42CD-6E61E2E7B250}"/>
          </ac:spMkLst>
        </pc:spChg>
        <pc:spChg chg="add mod">
          <ac:chgData name="Sisir Jena" userId="6e25e162-07b2-4582-bbb6-9c0d4868ccb7" providerId="ADAL" clId="{7CFD6855-C54E-4CD4-9B5D-36748A326AEA}" dt="2026-06-06T05:37:01.015" v="71" actId="571"/>
          <ac:spMkLst>
            <pc:docMk/>
            <pc:sldMk cId="1322916131" sldId="338"/>
            <ac:spMk id="35" creationId="{D455EC12-45A5-4102-87BA-E404DFF155B4}"/>
          </ac:spMkLst>
        </pc:spChg>
        <pc:spChg chg="add mod">
          <ac:chgData name="Sisir Jena" userId="6e25e162-07b2-4582-bbb6-9c0d4868ccb7" providerId="ADAL" clId="{7CFD6855-C54E-4CD4-9B5D-36748A326AEA}" dt="2026-06-06T05:39:59.565" v="180" actId="1076"/>
          <ac:spMkLst>
            <pc:docMk/>
            <pc:sldMk cId="1322916131" sldId="338"/>
            <ac:spMk id="36" creationId="{19818386-BBDE-B8C4-B2A5-70124AD3366F}"/>
          </ac:spMkLst>
        </pc:spChg>
        <pc:spChg chg="add mod">
          <ac:chgData name="Sisir Jena" userId="6e25e162-07b2-4582-bbb6-9c0d4868ccb7" providerId="ADAL" clId="{7CFD6855-C54E-4CD4-9B5D-36748A326AEA}" dt="2026-06-06T05:39:59.565" v="180" actId="1076"/>
          <ac:spMkLst>
            <pc:docMk/>
            <pc:sldMk cId="1322916131" sldId="338"/>
            <ac:spMk id="37" creationId="{2DCDD645-2EC4-8AD0-B66E-1D4B3624A6D7}"/>
          </ac:spMkLst>
        </pc:spChg>
        <pc:spChg chg="add del mod">
          <ac:chgData name="Sisir Jena" userId="6e25e162-07b2-4582-bbb6-9c0d4868ccb7" providerId="ADAL" clId="{7CFD6855-C54E-4CD4-9B5D-36748A326AEA}" dt="2026-06-06T05:37:19.524" v="76" actId="478"/>
          <ac:spMkLst>
            <pc:docMk/>
            <pc:sldMk cId="1322916131" sldId="338"/>
            <ac:spMk id="42" creationId="{4B758087-B45C-EA43-F802-3976843B2710}"/>
          </ac:spMkLst>
        </pc:spChg>
        <pc:spChg chg="add mod">
          <ac:chgData name="Sisir Jena" userId="6e25e162-07b2-4582-bbb6-9c0d4868ccb7" providerId="ADAL" clId="{7CFD6855-C54E-4CD4-9B5D-36748A326AEA}" dt="2026-06-06T05:39:59.565" v="180" actId="1076"/>
          <ac:spMkLst>
            <pc:docMk/>
            <pc:sldMk cId="1322916131" sldId="338"/>
            <ac:spMk id="43" creationId="{55B455C0-DAC2-2BD2-9703-F7F56F9526C8}"/>
          </ac:spMkLst>
        </pc:spChg>
        <pc:spChg chg="add mod">
          <ac:chgData name="Sisir Jena" userId="6e25e162-07b2-4582-bbb6-9c0d4868ccb7" providerId="ADAL" clId="{7CFD6855-C54E-4CD4-9B5D-36748A326AEA}" dt="2026-06-06T05:37:01.015" v="71" actId="571"/>
          <ac:spMkLst>
            <pc:docMk/>
            <pc:sldMk cId="1322916131" sldId="338"/>
            <ac:spMk id="44" creationId="{CDB31491-DBD2-B3B0-FE58-360437C25028}"/>
          </ac:spMkLst>
        </pc:spChg>
        <pc:spChg chg="add mod">
          <ac:chgData name="Sisir Jena" userId="6e25e162-07b2-4582-bbb6-9c0d4868ccb7" providerId="ADAL" clId="{7CFD6855-C54E-4CD4-9B5D-36748A326AEA}" dt="2026-06-06T05:37:01.015" v="71" actId="571"/>
          <ac:spMkLst>
            <pc:docMk/>
            <pc:sldMk cId="1322916131" sldId="338"/>
            <ac:spMk id="45" creationId="{6F6D6FE6-4CEB-E604-90B5-D874588DC3A9}"/>
          </ac:spMkLst>
        </pc:spChg>
        <pc:spChg chg="add mod">
          <ac:chgData name="Sisir Jena" userId="6e25e162-07b2-4582-bbb6-9c0d4868ccb7" providerId="ADAL" clId="{7CFD6855-C54E-4CD4-9B5D-36748A326AEA}" dt="2026-06-06T05:39:59.565" v="180" actId="1076"/>
          <ac:spMkLst>
            <pc:docMk/>
            <pc:sldMk cId="1322916131" sldId="338"/>
            <ac:spMk id="46" creationId="{3716D801-C4BD-6193-5C84-E34DF0E47CA8}"/>
          </ac:spMkLst>
        </pc:spChg>
        <pc:spChg chg="add mod">
          <ac:chgData name="Sisir Jena" userId="6e25e162-07b2-4582-bbb6-9c0d4868ccb7" providerId="ADAL" clId="{7CFD6855-C54E-4CD4-9B5D-36748A326AEA}" dt="2026-06-06T05:37:03.664" v="72" actId="571"/>
          <ac:spMkLst>
            <pc:docMk/>
            <pc:sldMk cId="1322916131" sldId="338"/>
            <ac:spMk id="47" creationId="{07FB268E-7E38-F9EF-6546-50AE90310BA7}"/>
          </ac:spMkLst>
        </pc:spChg>
        <pc:spChg chg="add mod">
          <ac:chgData name="Sisir Jena" userId="6e25e162-07b2-4582-bbb6-9c0d4868ccb7" providerId="ADAL" clId="{7CFD6855-C54E-4CD4-9B5D-36748A326AEA}" dt="2026-06-06T05:37:03.664" v="72" actId="571"/>
          <ac:spMkLst>
            <pc:docMk/>
            <pc:sldMk cId="1322916131" sldId="338"/>
            <ac:spMk id="48" creationId="{0168E9DA-2866-27A5-9362-19110B3B0E14}"/>
          </ac:spMkLst>
        </pc:spChg>
        <pc:spChg chg="add mod">
          <ac:chgData name="Sisir Jena" userId="6e25e162-07b2-4582-bbb6-9c0d4868ccb7" providerId="ADAL" clId="{7CFD6855-C54E-4CD4-9B5D-36748A326AEA}" dt="2026-06-06T05:39:59.565" v="180" actId="1076"/>
          <ac:spMkLst>
            <pc:docMk/>
            <pc:sldMk cId="1322916131" sldId="338"/>
            <ac:spMk id="49" creationId="{2AB8227A-032C-534D-43ED-4B5FF368A114}"/>
          </ac:spMkLst>
        </pc:spChg>
        <pc:spChg chg="add mod">
          <ac:chgData name="Sisir Jena" userId="6e25e162-07b2-4582-bbb6-9c0d4868ccb7" providerId="ADAL" clId="{7CFD6855-C54E-4CD4-9B5D-36748A326AEA}" dt="2026-06-06T05:37:03.664" v="72" actId="571"/>
          <ac:spMkLst>
            <pc:docMk/>
            <pc:sldMk cId="1322916131" sldId="338"/>
            <ac:spMk id="54" creationId="{F62C7095-9729-CE42-00FA-69C7CEC69DAD}"/>
          </ac:spMkLst>
        </pc:spChg>
        <pc:spChg chg="add mod">
          <ac:chgData name="Sisir Jena" userId="6e25e162-07b2-4582-bbb6-9c0d4868ccb7" providerId="ADAL" clId="{7CFD6855-C54E-4CD4-9B5D-36748A326AEA}" dt="2026-06-06T05:39:59.565" v="180" actId="1076"/>
          <ac:spMkLst>
            <pc:docMk/>
            <pc:sldMk cId="1322916131" sldId="338"/>
            <ac:spMk id="55" creationId="{9416DEC4-BACC-B0CF-000E-3FE10C3139CA}"/>
          </ac:spMkLst>
        </pc:spChg>
        <pc:spChg chg="add mod">
          <ac:chgData name="Sisir Jena" userId="6e25e162-07b2-4582-bbb6-9c0d4868ccb7" providerId="ADAL" clId="{7CFD6855-C54E-4CD4-9B5D-36748A326AEA}" dt="2026-06-06T05:37:03.664" v="72" actId="571"/>
          <ac:spMkLst>
            <pc:docMk/>
            <pc:sldMk cId="1322916131" sldId="338"/>
            <ac:spMk id="56" creationId="{28DF1BA5-109E-10CD-6E7B-8E2DDE1F5587}"/>
          </ac:spMkLst>
        </pc:spChg>
        <pc:spChg chg="add del mod">
          <ac:chgData name="Sisir Jena" userId="6e25e162-07b2-4582-bbb6-9c0d4868ccb7" providerId="ADAL" clId="{7CFD6855-C54E-4CD4-9B5D-36748A326AEA}" dt="2026-06-06T05:37:23.150" v="78" actId="478"/>
          <ac:spMkLst>
            <pc:docMk/>
            <pc:sldMk cId="1322916131" sldId="338"/>
            <ac:spMk id="57" creationId="{75B0AFB8-D588-F85D-B2E4-E7888BAF9413}"/>
          </ac:spMkLst>
        </pc:spChg>
        <pc:spChg chg="add mod">
          <ac:chgData name="Sisir Jena" userId="6e25e162-07b2-4582-bbb6-9c0d4868ccb7" providerId="ADAL" clId="{7CFD6855-C54E-4CD4-9B5D-36748A326AEA}" dt="2026-06-06T05:37:07.914" v="73" actId="571"/>
          <ac:spMkLst>
            <pc:docMk/>
            <pc:sldMk cId="1322916131" sldId="338"/>
            <ac:spMk id="58" creationId="{3DF32E5D-2E66-8EA4-E1E4-8B764EF8BF16}"/>
          </ac:spMkLst>
        </pc:spChg>
        <pc:spChg chg="add mod">
          <ac:chgData name="Sisir Jena" userId="6e25e162-07b2-4582-bbb6-9c0d4868ccb7" providerId="ADAL" clId="{7CFD6855-C54E-4CD4-9B5D-36748A326AEA}" dt="2026-06-06T05:37:07.914" v="73" actId="571"/>
          <ac:spMkLst>
            <pc:docMk/>
            <pc:sldMk cId="1322916131" sldId="338"/>
            <ac:spMk id="59" creationId="{64B49F12-18BE-BA62-CCA2-899642B26E65}"/>
          </ac:spMkLst>
        </pc:spChg>
        <pc:spChg chg="add mod">
          <ac:chgData name="Sisir Jena" userId="6e25e162-07b2-4582-bbb6-9c0d4868ccb7" providerId="ADAL" clId="{7CFD6855-C54E-4CD4-9B5D-36748A326AEA}" dt="2026-06-06T05:37:07.914" v="73" actId="571"/>
          <ac:spMkLst>
            <pc:docMk/>
            <pc:sldMk cId="1322916131" sldId="338"/>
            <ac:spMk id="60" creationId="{3837C7E9-DE1C-2122-4CE4-0C7336F162F4}"/>
          </ac:spMkLst>
        </pc:spChg>
        <pc:spChg chg="add mod">
          <ac:chgData name="Sisir Jena" userId="6e25e162-07b2-4582-bbb6-9c0d4868ccb7" providerId="ADAL" clId="{7CFD6855-C54E-4CD4-9B5D-36748A326AEA}" dt="2026-06-06T05:37:07.914" v="73" actId="571"/>
          <ac:spMkLst>
            <pc:docMk/>
            <pc:sldMk cId="1322916131" sldId="338"/>
            <ac:spMk id="61" creationId="{80051611-CFF2-75BB-A47E-4599A1C58FFE}"/>
          </ac:spMkLst>
        </pc:spChg>
        <pc:spChg chg="add mod">
          <ac:chgData name="Sisir Jena" userId="6e25e162-07b2-4582-bbb6-9c0d4868ccb7" providerId="ADAL" clId="{7CFD6855-C54E-4CD4-9B5D-36748A326AEA}" dt="2026-06-06T05:39:59.565" v="180" actId="1076"/>
          <ac:spMkLst>
            <pc:docMk/>
            <pc:sldMk cId="1322916131" sldId="338"/>
            <ac:spMk id="66" creationId="{9B074377-9B7D-CF3C-ED06-5D66243291DD}"/>
          </ac:spMkLst>
        </pc:spChg>
        <pc:spChg chg="add mod">
          <ac:chgData name="Sisir Jena" userId="6e25e162-07b2-4582-bbb6-9c0d4868ccb7" providerId="ADAL" clId="{7CFD6855-C54E-4CD4-9B5D-36748A326AEA}" dt="2026-06-06T05:39:59.565" v="180" actId="1076"/>
          <ac:spMkLst>
            <pc:docMk/>
            <pc:sldMk cId="1322916131" sldId="338"/>
            <ac:spMk id="67" creationId="{BDB83394-1F6A-4149-9755-1D5BB0AB8101}"/>
          </ac:spMkLst>
        </pc:spChg>
        <pc:spChg chg="add del mod">
          <ac:chgData name="Sisir Jena" userId="6e25e162-07b2-4582-bbb6-9c0d4868ccb7" providerId="ADAL" clId="{7CFD6855-C54E-4CD4-9B5D-36748A326AEA}" dt="2026-06-06T05:37:26.447" v="80" actId="478"/>
          <ac:spMkLst>
            <pc:docMk/>
            <pc:sldMk cId="1322916131" sldId="338"/>
            <ac:spMk id="68" creationId="{EEACF5DC-8EA4-BC5B-58E4-39087E087AF1}"/>
          </ac:spMkLst>
        </pc:spChg>
        <pc:spChg chg="add mod">
          <ac:chgData name="Sisir Jena" userId="6e25e162-07b2-4582-bbb6-9c0d4868ccb7" providerId="ADAL" clId="{7CFD6855-C54E-4CD4-9B5D-36748A326AEA}" dt="2026-06-06T05:37:07.914" v="73" actId="571"/>
          <ac:spMkLst>
            <pc:docMk/>
            <pc:sldMk cId="1322916131" sldId="338"/>
            <ac:spMk id="69" creationId="{670BF3D7-F8C4-D144-E3DD-A54F520D37AC}"/>
          </ac:spMkLst>
        </pc:spChg>
        <pc:spChg chg="add mod">
          <ac:chgData name="Sisir Jena" userId="6e25e162-07b2-4582-bbb6-9c0d4868ccb7" providerId="ADAL" clId="{7CFD6855-C54E-4CD4-9B5D-36748A326AEA}" dt="2026-06-06T05:38:04.482" v="99" actId="1038"/>
          <ac:spMkLst>
            <pc:docMk/>
            <pc:sldMk cId="1322916131" sldId="338"/>
            <ac:spMk id="70" creationId="{6CA6E51A-9FCE-9B90-42B4-46813EB9E45D}"/>
          </ac:spMkLst>
        </pc:spChg>
        <pc:spChg chg="add mod">
          <ac:chgData name="Sisir Jena" userId="6e25e162-07b2-4582-bbb6-9c0d4868ccb7" providerId="ADAL" clId="{7CFD6855-C54E-4CD4-9B5D-36748A326AEA}" dt="2026-06-06T05:40:22.249" v="197" actId="1038"/>
          <ac:spMkLst>
            <pc:docMk/>
            <pc:sldMk cId="1322916131" sldId="338"/>
            <ac:spMk id="71" creationId="{2B7FD0CB-E1B2-41A0-63C3-BBBB2AC56288}"/>
          </ac:spMkLst>
        </pc:spChg>
        <pc:spChg chg="add mod">
          <ac:chgData name="Sisir Jena" userId="6e25e162-07b2-4582-bbb6-9c0d4868ccb7" providerId="ADAL" clId="{7CFD6855-C54E-4CD4-9B5D-36748A326AEA}" dt="2026-06-06T05:38:30.354" v="121" actId="20577"/>
          <ac:spMkLst>
            <pc:docMk/>
            <pc:sldMk cId="1322916131" sldId="338"/>
            <ac:spMk id="72" creationId="{2DF9E4CE-6833-4D49-96DF-17E4853C9053}"/>
          </ac:spMkLst>
        </pc:spChg>
        <pc:spChg chg="add mod">
          <ac:chgData name="Sisir Jena" userId="6e25e162-07b2-4582-bbb6-9c0d4868ccb7" providerId="ADAL" clId="{7CFD6855-C54E-4CD4-9B5D-36748A326AEA}" dt="2026-06-06T05:38:38.910" v="124" actId="20577"/>
          <ac:spMkLst>
            <pc:docMk/>
            <pc:sldMk cId="1322916131" sldId="338"/>
            <ac:spMk id="73" creationId="{BC5A4BAD-3AA3-2C12-FBF1-46FF9566A0C7}"/>
          </ac:spMkLst>
        </pc:spChg>
        <pc:spChg chg="add mod">
          <ac:chgData name="Sisir Jena" userId="6e25e162-07b2-4582-bbb6-9c0d4868ccb7" providerId="ADAL" clId="{7CFD6855-C54E-4CD4-9B5D-36748A326AEA}" dt="2026-06-06T05:38:49.344" v="128" actId="20577"/>
          <ac:spMkLst>
            <pc:docMk/>
            <pc:sldMk cId="1322916131" sldId="338"/>
            <ac:spMk id="74" creationId="{B1D0FE13-9B56-C38F-C13D-7AB8D4AAA370}"/>
          </ac:spMkLst>
        </pc:spChg>
        <pc:spChg chg="add del mod">
          <ac:chgData name="Sisir Jena" userId="6e25e162-07b2-4582-bbb6-9c0d4868ccb7" providerId="ADAL" clId="{7CFD6855-C54E-4CD4-9B5D-36748A326AEA}" dt="2026-06-06T05:39:46.048" v="178" actId="478"/>
          <ac:spMkLst>
            <pc:docMk/>
            <pc:sldMk cId="1322916131" sldId="338"/>
            <ac:spMk id="75" creationId="{AEF93B3B-BDB8-89AD-638C-F81335A20F1F}"/>
          </ac:spMkLst>
        </pc:spChg>
        <pc:picChg chg="del mod">
          <ac:chgData name="Sisir Jena" userId="6e25e162-07b2-4582-bbb6-9c0d4868ccb7" providerId="ADAL" clId="{7CFD6855-C54E-4CD4-9B5D-36748A326AEA}" dt="2026-06-06T05:39:49.586" v="179" actId="478"/>
          <ac:picMkLst>
            <pc:docMk/>
            <pc:sldMk cId="1322916131" sldId="338"/>
            <ac:picMk id="6" creationId="{9F022EA0-5C74-123E-CD52-56742DBE8B49}"/>
          </ac:picMkLst>
        </pc:picChg>
        <pc:cxnChg chg="add">
          <ac:chgData name="Sisir Jena" userId="6e25e162-07b2-4582-bbb6-9c0d4868ccb7" providerId="ADAL" clId="{7CFD6855-C54E-4CD4-9B5D-36748A326AEA}" dt="2026-06-06T05:35:42.529" v="52" actId="11529"/>
          <ac:cxnSpMkLst>
            <pc:docMk/>
            <pc:sldMk cId="1322916131" sldId="338"/>
            <ac:cxnSpMk id="10" creationId="{A7A716C1-5C62-1940-897B-1B0AACC3CB84}"/>
          </ac:cxnSpMkLst>
        </pc:cxnChg>
        <pc:cxnChg chg="add">
          <ac:chgData name="Sisir Jena" userId="6e25e162-07b2-4582-bbb6-9c0d4868ccb7" providerId="ADAL" clId="{7CFD6855-C54E-4CD4-9B5D-36748A326AEA}" dt="2026-06-06T05:35:46.531" v="53" actId="11529"/>
          <ac:cxnSpMkLst>
            <pc:docMk/>
            <pc:sldMk cId="1322916131" sldId="338"/>
            <ac:cxnSpMk id="12" creationId="{F8DE280D-147A-F9E6-B956-3A1D464D98D6}"/>
          </ac:cxnSpMkLst>
        </pc:cxnChg>
        <pc:cxnChg chg="add">
          <ac:chgData name="Sisir Jena" userId="6e25e162-07b2-4582-bbb6-9c0d4868ccb7" providerId="ADAL" clId="{7CFD6855-C54E-4CD4-9B5D-36748A326AEA}" dt="2026-06-06T05:35:50.125" v="54" actId="11529"/>
          <ac:cxnSpMkLst>
            <pc:docMk/>
            <pc:sldMk cId="1322916131" sldId="338"/>
            <ac:cxnSpMk id="14" creationId="{46581CB5-3FCD-2D58-5071-4804AFB28A2A}"/>
          </ac:cxnSpMkLst>
        </pc:cxnChg>
        <pc:cxnChg chg="add">
          <ac:chgData name="Sisir Jena" userId="6e25e162-07b2-4582-bbb6-9c0d4868ccb7" providerId="ADAL" clId="{7CFD6855-C54E-4CD4-9B5D-36748A326AEA}" dt="2026-06-06T05:35:53.900" v="55" actId="11529"/>
          <ac:cxnSpMkLst>
            <pc:docMk/>
            <pc:sldMk cId="1322916131" sldId="338"/>
            <ac:cxnSpMk id="16" creationId="{7EE9379C-75C1-9BF3-05D3-2522F377431D}"/>
          </ac:cxnSpMkLst>
        </pc:cxnChg>
        <pc:cxnChg chg="add mod">
          <ac:chgData name="Sisir Jena" userId="6e25e162-07b2-4582-bbb6-9c0d4868ccb7" providerId="ADAL" clId="{7CFD6855-C54E-4CD4-9B5D-36748A326AEA}" dt="2026-06-06T05:40:22.249" v="197" actId="1038"/>
          <ac:cxnSpMkLst>
            <pc:docMk/>
            <pc:sldMk cId="1322916131" sldId="338"/>
            <ac:cxnSpMk id="26" creationId="{D32939B0-BCB4-6645-A3DD-79B310ADD715}"/>
          </ac:cxnSpMkLst>
        </pc:cxnChg>
        <pc:cxnChg chg="add mod">
          <ac:chgData name="Sisir Jena" userId="6e25e162-07b2-4582-bbb6-9c0d4868ccb7" providerId="ADAL" clId="{7CFD6855-C54E-4CD4-9B5D-36748A326AEA}" dt="2026-06-06T05:40:22.249" v="197" actId="1038"/>
          <ac:cxnSpMkLst>
            <pc:docMk/>
            <pc:sldMk cId="1322916131" sldId="338"/>
            <ac:cxnSpMk id="27" creationId="{C8B94082-69AD-C8CD-8A9C-424EFB0B1B8F}"/>
          </ac:cxnSpMkLst>
        </pc:cxnChg>
        <pc:cxnChg chg="del mod">
          <ac:chgData name="Sisir Jena" userId="6e25e162-07b2-4582-bbb6-9c0d4868ccb7" providerId="ADAL" clId="{7CFD6855-C54E-4CD4-9B5D-36748A326AEA}" dt="2026-06-06T05:37:15.066" v="75" actId="478"/>
          <ac:cxnSpMkLst>
            <pc:docMk/>
            <pc:sldMk cId="1322916131" sldId="338"/>
            <ac:cxnSpMk id="28" creationId="{52EE82FF-79B2-F0B0-366D-B05FFFA88975}"/>
          </ac:cxnSpMkLst>
        </pc:cxnChg>
        <pc:cxnChg chg="add del mod">
          <ac:chgData name="Sisir Jena" userId="6e25e162-07b2-4582-bbb6-9c0d4868ccb7" providerId="ADAL" clId="{7CFD6855-C54E-4CD4-9B5D-36748A326AEA}" dt="2026-06-06T05:37:20.745" v="77" actId="478"/>
          <ac:cxnSpMkLst>
            <pc:docMk/>
            <pc:sldMk cId="1322916131" sldId="338"/>
            <ac:cxnSpMk id="38" creationId="{F9231E78-16E6-2D35-DC15-6DBC89013B7E}"/>
          </ac:cxnSpMkLst>
        </pc:cxnChg>
        <pc:cxnChg chg="add mod">
          <ac:chgData name="Sisir Jena" userId="6e25e162-07b2-4582-bbb6-9c0d4868ccb7" providerId="ADAL" clId="{7CFD6855-C54E-4CD4-9B5D-36748A326AEA}" dt="2026-06-06T05:37:01.015" v="71" actId="571"/>
          <ac:cxnSpMkLst>
            <pc:docMk/>
            <pc:sldMk cId="1322916131" sldId="338"/>
            <ac:cxnSpMk id="40" creationId="{0E408BF3-4F71-CF7D-90F5-0034430BB5C1}"/>
          </ac:cxnSpMkLst>
        </pc:cxnChg>
        <pc:cxnChg chg="add del mod">
          <ac:chgData name="Sisir Jena" userId="6e25e162-07b2-4582-bbb6-9c0d4868ccb7" providerId="ADAL" clId="{7CFD6855-C54E-4CD4-9B5D-36748A326AEA}" dt="2026-06-06T05:37:24.245" v="79" actId="478"/>
          <ac:cxnSpMkLst>
            <pc:docMk/>
            <pc:sldMk cId="1322916131" sldId="338"/>
            <ac:cxnSpMk id="51" creationId="{802AED7E-5B08-B847-1705-062B92BBEDE0}"/>
          </ac:cxnSpMkLst>
        </pc:cxnChg>
        <pc:cxnChg chg="add mod">
          <ac:chgData name="Sisir Jena" userId="6e25e162-07b2-4582-bbb6-9c0d4868ccb7" providerId="ADAL" clId="{7CFD6855-C54E-4CD4-9B5D-36748A326AEA}" dt="2026-06-06T05:37:03.664" v="72" actId="571"/>
          <ac:cxnSpMkLst>
            <pc:docMk/>
            <pc:sldMk cId="1322916131" sldId="338"/>
            <ac:cxnSpMk id="53" creationId="{921B16F6-784E-6D9C-42E1-9D9CFA78E1B9}"/>
          </ac:cxnSpMkLst>
        </pc:cxnChg>
        <pc:cxnChg chg="add mod">
          <ac:chgData name="Sisir Jena" userId="6e25e162-07b2-4582-bbb6-9c0d4868ccb7" providerId="ADAL" clId="{7CFD6855-C54E-4CD4-9B5D-36748A326AEA}" dt="2026-06-06T05:37:07.914" v="73" actId="571"/>
          <ac:cxnSpMkLst>
            <pc:docMk/>
            <pc:sldMk cId="1322916131" sldId="338"/>
            <ac:cxnSpMk id="62" creationId="{4B3F3BAA-1820-AEA5-ADC5-277778740316}"/>
          </ac:cxnSpMkLst>
        </pc:cxnChg>
        <pc:cxnChg chg="add mod">
          <ac:chgData name="Sisir Jena" userId="6e25e162-07b2-4582-bbb6-9c0d4868ccb7" providerId="ADAL" clId="{7CFD6855-C54E-4CD4-9B5D-36748A326AEA}" dt="2026-06-06T05:37:07.914" v="73" actId="571"/>
          <ac:cxnSpMkLst>
            <pc:docMk/>
            <pc:sldMk cId="1322916131" sldId="338"/>
            <ac:cxnSpMk id="63" creationId="{DECCA414-FE7D-4670-0D9E-8ACCBFF340AC}"/>
          </ac:cxnSpMkLst>
        </pc:cxnChg>
        <pc:cxnChg chg="del mod">
          <ac:chgData name="Sisir Jena" userId="6e25e162-07b2-4582-bbb6-9c0d4868ccb7" providerId="ADAL" clId="{7CFD6855-C54E-4CD4-9B5D-36748A326AEA}" dt="2026-06-06T05:37:27.967" v="81" actId="478"/>
          <ac:cxnSpMkLst>
            <pc:docMk/>
            <pc:sldMk cId="1322916131" sldId="338"/>
            <ac:cxnSpMk id="65" creationId="{3A1115CC-E43A-A32C-90B7-2D660D660907}"/>
          </ac:cxnSpMkLst>
        </pc:cxnChg>
      </pc:sldChg>
      <pc:sldChg chg="modSp new mod">
        <pc:chgData name="Sisir Jena" userId="6e25e162-07b2-4582-bbb6-9c0d4868ccb7" providerId="ADAL" clId="{7CFD6855-C54E-4CD4-9B5D-36748A326AEA}" dt="2026-06-06T05:48:30.164" v="475"/>
        <pc:sldMkLst>
          <pc:docMk/>
          <pc:sldMk cId="969985196" sldId="347"/>
        </pc:sldMkLst>
        <pc:spChg chg="mod">
          <ac:chgData name="Sisir Jena" userId="6e25e162-07b2-4582-bbb6-9c0d4868ccb7" providerId="ADAL" clId="{7CFD6855-C54E-4CD4-9B5D-36748A326AEA}" dt="2026-06-06T05:46:00.041" v="349" actId="20577"/>
          <ac:spMkLst>
            <pc:docMk/>
            <pc:sldMk cId="969985196" sldId="347"/>
            <ac:spMk id="2" creationId="{38F1B512-E4CB-8C1A-A5F5-77CE3E5EDAC3}"/>
          </ac:spMkLst>
        </pc:spChg>
        <pc:spChg chg="mod">
          <ac:chgData name="Sisir Jena" userId="6e25e162-07b2-4582-bbb6-9c0d4868ccb7" providerId="ADAL" clId="{7CFD6855-C54E-4CD4-9B5D-36748A326AEA}" dt="2026-06-06T05:48:30.164" v="475"/>
          <ac:spMkLst>
            <pc:docMk/>
            <pc:sldMk cId="969985196" sldId="347"/>
            <ac:spMk id="3" creationId="{C4F1C64D-4CFE-D8BF-8A50-E78ED50CFBD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B578D5-36EF-41CE-9340-16961EFB9C5D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882646-C484-452F-B945-45D2DED0FE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8533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882646-C484-452F-B945-45D2DED0FEFB}" type="slidenum">
              <a:rPr lang="en-IN" smtClean="0"/>
              <a:t>41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84048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A2878-4236-0382-DA38-1ADE1E7293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E3F383-E13C-B872-5330-4531563435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328F0F-25A7-DF66-0F71-B5E26C805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BA845-799C-4408-8BB2-01BB3D464189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1920A3-77B7-0BF5-EDDB-53B1681B9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A7B84A-6F0D-2C5E-445F-7910C1E50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A901A-C820-4251-A387-106C2E04AA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11141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ECDB2-9870-2928-59AF-2DDD7272C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423356-AF60-F609-94E5-060ADE3E1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600720-829B-7BA6-55A0-223CD3417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BA845-799C-4408-8BB2-01BB3D464189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487112-5F1C-EDFD-543F-8D1F8285A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0869C6-90ED-8285-BDD2-2A38CA8C0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A901A-C820-4251-A387-106C2E04AA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7848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B1DCC-EE14-2422-BE9F-719AC6DDF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69332E-3722-462A-1262-F41081A7E4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B9BE56-BADB-B3A8-0C85-73394E2B5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BA845-799C-4408-8BB2-01BB3D464189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6DD697-914D-8D92-D0A2-B9DD33709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A6A6F3-5B50-B0D3-6802-8B113DB2E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A901A-C820-4251-A387-106C2E04AA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0434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DAF50-68FD-E4D6-9E97-83252B69C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7DFBA7-2D25-E2DF-7055-281FE5D373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6FB528-18DB-676A-BB60-CF2C0F69AE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7F2D69-287B-706E-8468-E3FB927E5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BA845-799C-4408-8BB2-01BB3D464189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0D4F18-6E5A-F909-3991-6CA7CC8B8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B10F8D-83BC-446B-0AC5-17B071BD6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A901A-C820-4251-A387-106C2E04AA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2713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AD421-DD9E-D865-57EA-CFDD138F6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34B3DB-C1FF-35FA-C212-8550CC1B3E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164298-6826-B353-E2AE-C2F97FB423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A7C766-BD01-B869-3C4C-39DDB73A9D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F8ED73-222E-32C9-A730-5E40B2AF8F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45283B-482E-45BD-E068-FB376DD80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BA845-799C-4408-8BB2-01BB3D464189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C0740C-A19A-2B48-F6A8-203DD612C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953C0F-7B5E-9EA6-0333-C267558DB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A901A-C820-4251-A387-106C2E04AA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2169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D9F60-5F73-C4E7-A135-754C5686A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052DF1-E780-4BCA-A664-79AE1FBBD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BA845-799C-4408-8BB2-01BB3D464189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E7E61D-5221-6F96-41E5-1CD2435AA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407ABF-3D26-284D-A2BB-21D803286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A901A-C820-4251-A387-106C2E04AA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6314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E85C0E-B9AA-958F-3A6F-2610231ED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BA845-799C-4408-8BB2-01BB3D464189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CF3FAB-79DC-C647-597B-4BC7E905C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A01725-A292-F108-CC87-1A4D251CC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A901A-C820-4251-A387-106C2E04AA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1466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DB7B9-C1CB-6842-CB04-C9FEBC7B1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7C532-76E3-1D4A-5DD3-50FAFD14F9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FA124C-DD5C-2964-A071-B579722739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9D3181-9989-08DE-84B1-DE5694F1E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BA845-799C-4408-8BB2-01BB3D464189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C91FF6-F4C1-810A-460E-04E961F48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618865-3069-897A-ACA0-0665FCA22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A901A-C820-4251-A387-106C2E04AA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0226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FBB1F-5E7D-A503-011B-DA775606E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8E6FE4-36D0-D2EF-13D7-88DBB6257A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006C17-1DA5-A7CF-5C39-2FC561E058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84936D-7D20-3339-FA0A-96FF5AA74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BA845-799C-4408-8BB2-01BB3D464189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2EC19F-91A8-DC93-7125-74E36F61B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DD75E5-B150-4F02-F1A8-36548B63A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A901A-C820-4251-A387-106C2E04AA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1603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AA0BD-4998-095E-D9D3-755823C4A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15371D-703F-BE69-9CE0-3D5172BEF2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A7827F-6456-A8A7-8A27-CF2855852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BA845-799C-4408-8BB2-01BB3D464189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8B7D9C-F422-8C84-1C03-9B9B60E8D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718D3E-62C4-CDE8-BC09-E33A271EF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A901A-C820-4251-A387-106C2E04AA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939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626A26-6F6F-99FE-5D75-F20727B46A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71D3B4-25C6-2286-B073-0A3F7C6D31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89FD32-FE32-8EDE-7293-E9EE89EFC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BA845-799C-4408-8BB2-01BB3D464189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50CDE-1043-AF97-D67C-1BE36CAFF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6EA01-B37E-B9DC-09F4-0E245648B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A901A-C820-4251-A387-106C2E04AA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7985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10DD62-7F50-5F9E-2DBA-74B660977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151F6A-2B56-5AF5-8DF8-E42F358C83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E20341-5E80-B595-D28A-4B44D6E5A2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FBA845-799C-4408-8BB2-01BB3D464189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C3964-A578-CA6E-BAE3-B1C87B25B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C96C6C-FECF-D5AE-5D03-3757B7D875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6A901A-C820-4251-A387-106C2E04AA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8003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sv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isirjena/DataStructureUsingC" TargetMode="External"/><Relationship Id="rId2" Type="http://schemas.openxmlformats.org/officeDocument/2006/relationships/hyperlink" Target="https://visualgo.net/en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eg"/><Relationship Id="rId4" Type="http://schemas.openxmlformats.org/officeDocument/2006/relationships/hyperlink" Target="https://www.taylorfrancis.com/books/mono/10.1201/9781003188254/programming-sisir-kumar-jena" TargetMode="Externa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isirjena/DataStructureUsingC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0958B-336C-4C93-F7D1-72A49885F7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49418"/>
            <a:ext cx="9144000" cy="2387600"/>
          </a:xfrm>
        </p:spPr>
        <p:txBody>
          <a:bodyPr/>
          <a:lstStyle/>
          <a:p>
            <a:r>
              <a:rPr lang="en-IN" dirty="0"/>
              <a:t>Computational Thinking through </a:t>
            </a:r>
            <a:r>
              <a:rPr lang="en-IN" dirty="0">
                <a:highlight>
                  <a:srgbClr val="FFFF00"/>
                </a:highlight>
              </a:rPr>
              <a:t>Data Structures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7EFEC-E0A5-A46A-2A0F-114E18331D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41745"/>
            <a:ext cx="9144000" cy="1655762"/>
          </a:xfrm>
        </p:spPr>
        <p:txBody>
          <a:bodyPr/>
          <a:lstStyle/>
          <a:p>
            <a:r>
              <a:rPr lang="en-IN" dirty="0"/>
              <a:t>Speaker:</a:t>
            </a:r>
            <a:r>
              <a:rPr lang="en-IN" b="1" dirty="0">
                <a:ln>
                  <a:solidFill>
                    <a:schemeClr val="bg1">
                      <a:lumMod val="75000"/>
                    </a:schemeClr>
                  </a:solidFill>
                </a:ln>
              </a:rPr>
              <a:t> </a:t>
            </a:r>
            <a:r>
              <a:rPr lang="en-IN" dirty="0">
                <a:highlight>
                  <a:srgbClr val="FF0000"/>
                </a:highlight>
              </a:rPr>
              <a:t>Dr. Sisir Kumar Jena</a:t>
            </a:r>
          </a:p>
          <a:p>
            <a:r>
              <a:rPr lang="en-IN" dirty="0"/>
              <a:t>R&amp;D Staff at </a:t>
            </a:r>
          </a:p>
        </p:txBody>
      </p:sp>
      <p:pic>
        <p:nvPicPr>
          <p:cNvPr id="4" name="Picture 3" descr="Verification IP partner: Synopsys ...">
            <a:extLst>
              <a:ext uri="{FF2B5EF4-FFF2-40B4-BE49-F238E27FC236}">
                <a16:creationId xmlns:a16="http://schemas.microsoft.com/office/drawing/2014/main" id="{7EC8B0F0-D9DB-76C5-0B75-A103102EC0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1640" b="33388"/>
          <a:stretch>
            <a:fillRect/>
          </a:stretch>
        </p:blipFill>
        <p:spPr>
          <a:xfrm>
            <a:off x="4968218" y="5608582"/>
            <a:ext cx="2255564" cy="52493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C06E870-D57F-6299-0C35-B227FB5BAD38}"/>
              </a:ext>
            </a:extLst>
          </p:cNvPr>
          <p:cNvSpPr txBox="1"/>
          <p:nvPr/>
        </p:nvSpPr>
        <p:spPr>
          <a:xfrm>
            <a:off x="4094009" y="926252"/>
            <a:ext cx="40039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dirty="0"/>
              <a:t>Five days faculty development program</a:t>
            </a:r>
          </a:p>
          <a:p>
            <a:pPr algn="ctr"/>
            <a:r>
              <a:rPr lang="en-IN" dirty="0"/>
              <a:t>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6FDE9A-1635-8AC7-DE36-CBC5E425C58C}"/>
              </a:ext>
            </a:extLst>
          </p:cNvPr>
          <p:cNvSpPr txBox="1"/>
          <p:nvPr/>
        </p:nvSpPr>
        <p:spPr>
          <a:xfrm>
            <a:off x="1614611" y="3807752"/>
            <a:ext cx="89627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dirty="0"/>
              <a:t>Organized by Presidency school of </a:t>
            </a:r>
            <a:r>
              <a:rPr lang="en-IN" dirty="0">
                <a:highlight>
                  <a:srgbClr val="00FF00"/>
                </a:highlight>
              </a:rPr>
              <a:t>Computer Science &amp; Engineering</a:t>
            </a:r>
            <a:r>
              <a:rPr lang="en-IN" dirty="0"/>
              <a:t>, Presidency University </a:t>
            </a:r>
          </a:p>
        </p:txBody>
      </p:sp>
    </p:spTree>
    <p:extLst>
      <p:ext uri="{BB962C8B-B14F-4D97-AF65-F5344CB8AC3E}">
        <p14:creationId xmlns:p14="http://schemas.microsoft.com/office/powerpoint/2010/main" val="386719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8DA21-C144-94E1-5584-24C58CA9A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D57547-D235-2058-D46E-B4C4CD5468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Lets start with a simple question.</a:t>
            </a:r>
          </a:p>
          <a:p>
            <a:r>
              <a:rPr lang="en-IN" dirty="0"/>
              <a:t>“</a:t>
            </a:r>
            <a:r>
              <a:rPr lang="en-IN" dirty="0">
                <a:highlight>
                  <a:srgbClr val="00FFFF"/>
                </a:highlight>
              </a:rPr>
              <a:t>Store 1,000,000 records</a:t>
            </a:r>
            <a:r>
              <a:rPr lang="en-IN" dirty="0"/>
              <a:t>”</a:t>
            </a:r>
          </a:p>
          <a:p>
            <a:pPr fontAlgn="t"/>
            <a:r>
              <a:rPr lang="en-IN" dirty="0"/>
              <a:t>We have 1 million records, and we need efficient:</a:t>
            </a:r>
          </a:p>
          <a:p>
            <a:pPr lvl="1" fontAlgn="t"/>
            <a:r>
              <a:rPr lang="en-IN" dirty="0"/>
              <a:t>Insert</a:t>
            </a:r>
          </a:p>
          <a:p>
            <a:pPr lvl="1" fontAlgn="t"/>
            <a:r>
              <a:rPr lang="en-IN" dirty="0"/>
              <a:t>Search</a:t>
            </a:r>
          </a:p>
          <a:p>
            <a:pPr lvl="1" fontAlgn="t"/>
            <a:r>
              <a:rPr lang="en-IN" dirty="0"/>
              <a:t>Delete</a:t>
            </a:r>
          </a:p>
          <a:p>
            <a:pPr fontAlgn="t"/>
            <a:r>
              <a:rPr lang="en-IN" dirty="0">
                <a:highlight>
                  <a:srgbClr val="FFFF00"/>
                </a:highlight>
              </a:rPr>
              <a:t>What data structure </a:t>
            </a:r>
            <a:r>
              <a:rPr lang="en-IN" dirty="0"/>
              <a:t>would you pick?”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7351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CDC40-58EF-58B5-E860-BEEC4E633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E5409A-2160-52A4-E1CC-52BB0AD640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“If we use an </a:t>
            </a:r>
            <a:r>
              <a:rPr lang="en-IN" dirty="0">
                <a:highlight>
                  <a:srgbClr val="00FFFF"/>
                </a:highlight>
              </a:rPr>
              <a:t>array</a:t>
            </a:r>
            <a:r>
              <a:rPr lang="en-IN" dirty="0"/>
              <a:t>, what are the strengths?”</a:t>
            </a:r>
          </a:p>
          <a:p>
            <a:r>
              <a:rPr lang="en-IN" dirty="0"/>
              <a:t>Case 1: Unsorted Array</a:t>
            </a:r>
          </a:p>
          <a:p>
            <a:pPr lvl="1"/>
            <a:r>
              <a:rPr lang="en-IN" dirty="0"/>
              <a:t>“How do you search, insert, delete?”</a:t>
            </a:r>
          </a:p>
          <a:p>
            <a:pPr marL="457200" lvl="1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	     O(n)     O(1) -&gt; at end    O(n)</a:t>
            </a:r>
          </a:p>
          <a:p>
            <a:r>
              <a:rPr lang="en-IN" dirty="0"/>
              <a:t>Case 2: Sorted Array</a:t>
            </a:r>
          </a:p>
          <a:p>
            <a:pPr lvl="1"/>
            <a:r>
              <a:rPr lang="en-IN" dirty="0"/>
              <a:t>“Can we do better if sorted?”</a:t>
            </a:r>
          </a:p>
          <a:p>
            <a:pPr lvl="2"/>
            <a:r>
              <a:rPr lang="en-IN" dirty="0"/>
              <a:t>Binary search → O(log n)</a:t>
            </a:r>
          </a:p>
          <a:p>
            <a:pPr lvl="1"/>
            <a:r>
              <a:rPr lang="en-IN" dirty="0"/>
              <a:t>“What about insertion?”</a:t>
            </a:r>
          </a:p>
          <a:p>
            <a:pPr lvl="2"/>
            <a:r>
              <a:rPr lang="en-IN" dirty="0"/>
              <a:t>Need shifting → O(n)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83139D8-EF4B-BE58-4EEC-555E93FF9276}"/>
              </a:ext>
            </a:extLst>
          </p:cNvPr>
          <p:cNvCxnSpPr/>
          <p:nvPr/>
        </p:nvCxnSpPr>
        <p:spPr>
          <a:xfrm flipH="1">
            <a:off x="2802467" y="3166533"/>
            <a:ext cx="787400" cy="4910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03E9669-7BC8-27AF-72A0-031BA5D4B993}"/>
              </a:ext>
            </a:extLst>
          </p:cNvPr>
          <p:cNvCxnSpPr>
            <a:cxnSpLocks/>
          </p:cNvCxnSpPr>
          <p:nvPr/>
        </p:nvCxnSpPr>
        <p:spPr>
          <a:xfrm>
            <a:off x="5554134" y="3166533"/>
            <a:ext cx="838199" cy="4910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4568CFD-B548-B37E-4275-3C2C52A5B768}"/>
              </a:ext>
            </a:extLst>
          </p:cNvPr>
          <p:cNvCxnSpPr>
            <a:cxnSpLocks/>
          </p:cNvCxnSpPr>
          <p:nvPr/>
        </p:nvCxnSpPr>
        <p:spPr>
          <a:xfrm>
            <a:off x="4656667" y="3158064"/>
            <a:ext cx="0" cy="4910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7" name="Graphic 26" descr="Lightbulb outline">
            <a:extLst>
              <a:ext uri="{FF2B5EF4-FFF2-40B4-BE49-F238E27FC236}">
                <a16:creationId xmlns:a16="http://schemas.microsoft.com/office/drawing/2014/main" id="{D6CC08EE-ED1C-2F9D-1D7B-1E4DBEA744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25468" y="2345266"/>
            <a:ext cx="914400" cy="91440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64FE812D-9B36-27D1-23FF-78C4040A084F}"/>
              </a:ext>
            </a:extLst>
          </p:cNvPr>
          <p:cNvSpPr txBox="1"/>
          <p:nvPr/>
        </p:nvSpPr>
        <p:spPr>
          <a:xfrm>
            <a:off x="7450667" y="3308796"/>
            <a:ext cx="406400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highlight>
                  <a:srgbClr val="00FFFF"/>
                </a:highlight>
              </a:rPr>
              <a:t>Array forces us to choose:</a:t>
            </a:r>
          </a:p>
          <a:p>
            <a:r>
              <a:rPr lang="en-IN" sz="2800" dirty="0"/>
              <a:t>Either fast search OR fast updates — not both.</a:t>
            </a:r>
          </a:p>
        </p:txBody>
      </p:sp>
    </p:spTree>
    <p:extLst>
      <p:ext uri="{BB962C8B-B14F-4D97-AF65-F5344CB8AC3E}">
        <p14:creationId xmlns:p14="http://schemas.microsoft.com/office/powerpoint/2010/main" val="2574217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1923C-E9F7-1EB7-0068-71E5B4987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3F8B34-D099-4FF5-F1B2-A058736CEA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42985" cy="3840160"/>
          </a:xfrm>
        </p:spPr>
        <p:txBody>
          <a:bodyPr>
            <a:normAutofit/>
          </a:bodyPr>
          <a:lstStyle/>
          <a:p>
            <a:r>
              <a:rPr lang="en-IN" dirty="0"/>
              <a:t>What about </a:t>
            </a:r>
            <a:r>
              <a:rPr lang="en-IN" dirty="0">
                <a:highlight>
                  <a:srgbClr val="00FFFF"/>
                </a:highlight>
              </a:rPr>
              <a:t>linked list</a:t>
            </a:r>
            <a:r>
              <a:rPr lang="en-IN" dirty="0"/>
              <a:t>?</a:t>
            </a:r>
          </a:p>
          <a:p>
            <a:r>
              <a:rPr lang="en-IN" dirty="0"/>
              <a:t>What improves compared to array?</a:t>
            </a:r>
          </a:p>
          <a:p>
            <a:pPr lvl="1"/>
            <a:r>
              <a:rPr lang="en-IN" dirty="0"/>
              <a:t>Search</a:t>
            </a:r>
          </a:p>
          <a:p>
            <a:pPr lvl="1"/>
            <a:r>
              <a:rPr lang="en-IN" dirty="0"/>
              <a:t>Insert</a:t>
            </a:r>
          </a:p>
          <a:p>
            <a:pPr lvl="1"/>
            <a:r>
              <a:rPr lang="en-IN" dirty="0"/>
              <a:t>Delete</a:t>
            </a:r>
          </a:p>
          <a:p>
            <a:r>
              <a:rPr lang="en-IN" dirty="0"/>
              <a:t>Linked list solves flexibility, but loses fast access.</a:t>
            </a:r>
          </a:p>
          <a:p>
            <a:endParaRPr lang="en-IN" dirty="0"/>
          </a:p>
          <a:p>
            <a:pPr lvl="1"/>
            <a:endParaRPr lang="en-IN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33EB5E7-107E-056F-8FDD-1D03C1498550}"/>
              </a:ext>
            </a:extLst>
          </p:cNvPr>
          <p:cNvSpPr txBox="1">
            <a:spLocks/>
          </p:cNvSpPr>
          <p:nvPr/>
        </p:nvSpPr>
        <p:spPr>
          <a:xfrm>
            <a:off x="6110816" y="481807"/>
            <a:ext cx="5664200" cy="17523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dirty="0">
                <a:highlight>
                  <a:srgbClr val="00FFFF"/>
                </a:highlight>
              </a:rPr>
              <a:t>Trees</a:t>
            </a:r>
            <a:r>
              <a:rPr lang="en-IN" dirty="0"/>
              <a:t> emerge when we want:</a:t>
            </a:r>
          </a:p>
          <a:p>
            <a:pPr lvl="1"/>
            <a:r>
              <a:rPr lang="en-IN" dirty="0"/>
              <a:t>structure like arrays</a:t>
            </a:r>
          </a:p>
          <a:p>
            <a:pPr lvl="1"/>
            <a:r>
              <a:rPr lang="en-IN" dirty="0"/>
              <a:t>flexibility like linked lists</a:t>
            </a:r>
          </a:p>
          <a:p>
            <a:pPr lvl="1"/>
            <a:r>
              <a:rPr lang="en-IN" dirty="0"/>
              <a:t>and efficiency somewhere in between</a:t>
            </a:r>
          </a:p>
          <a:p>
            <a:endParaRPr lang="en-IN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73CEC83-3D15-8C3A-FDCA-0A4CA7A7E2F5}"/>
              </a:ext>
            </a:extLst>
          </p:cNvPr>
          <p:cNvGrpSpPr/>
          <p:nvPr/>
        </p:nvGrpSpPr>
        <p:grpSpPr>
          <a:xfrm>
            <a:off x="6020589" y="2530475"/>
            <a:ext cx="2582334" cy="3962400"/>
            <a:chOff x="6201832" y="2413793"/>
            <a:chExt cx="2582334" cy="3962400"/>
          </a:xfrm>
        </p:grpSpPr>
        <p:pic>
          <p:nvPicPr>
            <p:cNvPr id="6" name="Picture 5" descr="Black And White Tree With Roots">
              <a:extLst>
                <a:ext uri="{FF2B5EF4-FFF2-40B4-BE49-F238E27FC236}">
                  <a16:creationId xmlns:a16="http://schemas.microsoft.com/office/drawing/2014/main" id="{DBFFB474-79C7-B894-2408-0C852BC8E0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20466" t="6305" r="21197" b="4270"/>
            <a:stretch>
              <a:fillRect/>
            </a:stretch>
          </p:blipFill>
          <p:spPr>
            <a:xfrm>
              <a:off x="6201832" y="2413793"/>
              <a:ext cx="2582334" cy="3962400"/>
            </a:xfrm>
            <a:prstGeom prst="rect">
              <a:avLst/>
            </a:prstGeom>
          </p:spPr>
        </p:pic>
        <p:pic>
          <p:nvPicPr>
            <p:cNvPr id="15" name="Graphic 14" descr="Apple with solid fill">
              <a:extLst>
                <a:ext uri="{FF2B5EF4-FFF2-40B4-BE49-F238E27FC236}">
                  <a16:creationId xmlns:a16="http://schemas.microsoft.com/office/drawing/2014/main" id="{D8214CC7-409A-CB1C-E3EB-F82AB9C1F70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365609" y="3029479"/>
              <a:ext cx="389466" cy="389466"/>
            </a:xfrm>
            <a:prstGeom prst="rect">
              <a:avLst/>
            </a:prstGeom>
          </p:spPr>
        </p:pic>
        <p:pic>
          <p:nvPicPr>
            <p:cNvPr id="21" name="Graphic 20" descr="Apple with solid fill">
              <a:extLst>
                <a:ext uri="{FF2B5EF4-FFF2-40B4-BE49-F238E27FC236}">
                  <a16:creationId xmlns:a16="http://schemas.microsoft.com/office/drawing/2014/main" id="{D3E66050-9BD9-52AF-920D-9FFDDCB0186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863292" y="2489200"/>
              <a:ext cx="389466" cy="389466"/>
            </a:xfrm>
            <a:prstGeom prst="rect">
              <a:avLst/>
            </a:prstGeom>
          </p:spPr>
        </p:pic>
        <p:pic>
          <p:nvPicPr>
            <p:cNvPr id="22" name="Graphic 21" descr="Apple with solid fill">
              <a:extLst>
                <a:ext uri="{FF2B5EF4-FFF2-40B4-BE49-F238E27FC236}">
                  <a16:creationId xmlns:a16="http://schemas.microsoft.com/office/drawing/2014/main" id="{2566CE3A-29C1-8DF2-F66B-27B8E7550DB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308318" y="2640013"/>
              <a:ext cx="389466" cy="389466"/>
            </a:xfrm>
            <a:prstGeom prst="rect">
              <a:avLst/>
            </a:prstGeom>
          </p:spPr>
        </p:pic>
        <p:pic>
          <p:nvPicPr>
            <p:cNvPr id="23" name="Graphic 22" descr="Apple with solid fill">
              <a:extLst>
                <a:ext uri="{FF2B5EF4-FFF2-40B4-BE49-F238E27FC236}">
                  <a16:creationId xmlns:a16="http://schemas.microsoft.com/office/drawing/2014/main" id="{3D7A5579-0F40-4EE1-2E5B-45096279C35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260291" y="2734735"/>
              <a:ext cx="389466" cy="389466"/>
            </a:xfrm>
            <a:prstGeom prst="rect">
              <a:avLst/>
            </a:prstGeom>
          </p:spPr>
        </p:pic>
        <p:pic>
          <p:nvPicPr>
            <p:cNvPr id="24" name="Graphic 23" descr="Apple with solid fill">
              <a:extLst>
                <a:ext uri="{FF2B5EF4-FFF2-40B4-BE49-F238E27FC236}">
                  <a16:creationId xmlns:a16="http://schemas.microsoft.com/office/drawing/2014/main" id="{D921D275-1122-9649-2433-29215CE1BC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870825" y="3289434"/>
              <a:ext cx="389466" cy="389466"/>
            </a:xfrm>
            <a:prstGeom prst="rect">
              <a:avLst/>
            </a:prstGeom>
          </p:spPr>
        </p:pic>
        <p:pic>
          <p:nvPicPr>
            <p:cNvPr id="25" name="Graphic 24" descr="Apple with solid fill">
              <a:extLst>
                <a:ext uri="{FF2B5EF4-FFF2-40B4-BE49-F238E27FC236}">
                  <a16:creationId xmlns:a16="http://schemas.microsoft.com/office/drawing/2014/main" id="{599F37F7-C672-C009-3256-832757901B1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719485" y="2640013"/>
              <a:ext cx="389466" cy="389466"/>
            </a:xfrm>
            <a:prstGeom prst="rect">
              <a:avLst/>
            </a:prstGeom>
          </p:spPr>
        </p:pic>
        <p:pic>
          <p:nvPicPr>
            <p:cNvPr id="26" name="Graphic 25" descr="Apple with solid fill">
              <a:extLst>
                <a:ext uri="{FF2B5EF4-FFF2-40B4-BE49-F238E27FC236}">
                  <a16:creationId xmlns:a16="http://schemas.microsoft.com/office/drawing/2014/main" id="{411C3DEF-4994-A435-7F8B-15810BD3962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23826" y="3962399"/>
              <a:ext cx="389466" cy="389466"/>
            </a:xfrm>
            <a:prstGeom prst="rect">
              <a:avLst/>
            </a:prstGeom>
          </p:spPr>
        </p:pic>
        <p:pic>
          <p:nvPicPr>
            <p:cNvPr id="27" name="Graphic 26" descr="Apple with solid fill">
              <a:extLst>
                <a:ext uri="{FF2B5EF4-FFF2-40B4-BE49-F238E27FC236}">
                  <a16:creationId xmlns:a16="http://schemas.microsoft.com/office/drawing/2014/main" id="{56FF3838-BCD7-1006-8795-86F5A44B3B3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201832" y="3518034"/>
              <a:ext cx="389466" cy="389466"/>
            </a:xfrm>
            <a:prstGeom prst="rect">
              <a:avLst/>
            </a:prstGeom>
          </p:spPr>
        </p:pic>
        <p:pic>
          <p:nvPicPr>
            <p:cNvPr id="28" name="Graphic 27" descr="Apple with solid fill">
              <a:extLst>
                <a:ext uri="{FF2B5EF4-FFF2-40B4-BE49-F238E27FC236}">
                  <a16:creationId xmlns:a16="http://schemas.microsoft.com/office/drawing/2014/main" id="{613CD5BE-F41E-244C-9FB7-CB5A03E803B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065558" y="3905120"/>
              <a:ext cx="389466" cy="389466"/>
            </a:xfrm>
            <a:prstGeom prst="rect">
              <a:avLst/>
            </a:prstGeom>
          </p:spPr>
        </p:pic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42C0040A-DD02-BF2C-DBBC-FDA5A7EA7931}"/>
              </a:ext>
            </a:extLst>
          </p:cNvPr>
          <p:cNvGrpSpPr/>
          <p:nvPr/>
        </p:nvGrpSpPr>
        <p:grpSpPr>
          <a:xfrm rot="10800000">
            <a:off x="8961433" y="2413793"/>
            <a:ext cx="2582334" cy="3962400"/>
            <a:chOff x="6201832" y="2413793"/>
            <a:chExt cx="2582334" cy="3962400"/>
          </a:xfrm>
        </p:grpSpPr>
        <p:pic>
          <p:nvPicPr>
            <p:cNvPr id="33" name="Picture 32" descr="Black And White Tree With Roots">
              <a:extLst>
                <a:ext uri="{FF2B5EF4-FFF2-40B4-BE49-F238E27FC236}">
                  <a16:creationId xmlns:a16="http://schemas.microsoft.com/office/drawing/2014/main" id="{02F3B002-F210-2E23-C691-B2A1AB626D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20466" t="6305" r="21197" b="4270"/>
            <a:stretch>
              <a:fillRect/>
            </a:stretch>
          </p:blipFill>
          <p:spPr>
            <a:xfrm>
              <a:off x="6201832" y="2413793"/>
              <a:ext cx="2582334" cy="3962400"/>
            </a:xfrm>
            <a:prstGeom prst="rect">
              <a:avLst/>
            </a:prstGeom>
          </p:spPr>
        </p:pic>
        <p:pic>
          <p:nvPicPr>
            <p:cNvPr id="34" name="Graphic 33" descr="Apple with solid fill">
              <a:extLst>
                <a:ext uri="{FF2B5EF4-FFF2-40B4-BE49-F238E27FC236}">
                  <a16:creationId xmlns:a16="http://schemas.microsoft.com/office/drawing/2014/main" id="{03317380-8287-0BC1-8067-F6208F2FBB0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365609" y="3029479"/>
              <a:ext cx="389466" cy="389466"/>
            </a:xfrm>
            <a:prstGeom prst="rect">
              <a:avLst/>
            </a:prstGeom>
          </p:spPr>
        </p:pic>
        <p:pic>
          <p:nvPicPr>
            <p:cNvPr id="35" name="Graphic 34" descr="Apple with solid fill">
              <a:extLst>
                <a:ext uri="{FF2B5EF4-FFF2-40B4-BE49-F238E27FC236}">
                  <a16:creationId xmlns:a16="http://schemas.microsoft.com/office/drawing/2014/main" id="{3CFE6A5E-1399-4401-55A9-C8BED1C468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863292" y="2489200"/>
              <a:ext cx="389466" cy="389466"/>
            </a:xfrm>
            <a:prstGeom prst="rect">
              <a:avLst/>
            </a:prstGeom>
          </p:spPr>
        </p:pic>
        <p:pic>
          <p:nvPicPr>
            <p:cNvPr id="36" name="Graphic 35" descr="Apple with solid fill">
              <a:extLst>
                <a:ext uri="{FF2B5EF4-FFF2-40B4-BE49-F238E27FC236}">
                  <a16:creationId xmlns:a16="http://schemas.microsoft.com/office/drawing/2014/main" id="{A899B0D1-6DEE-00E6-8A28-CB1304BD628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308318" y="2640013"/>
              <a:ext cx="389466" cy="389466"/>
            </a:xfrm>
            <a:prstGeom prst="rect">
              <a:avLst/>
            </a:prstGeom>
          </p:spPr>
        </p:pic>
        <p:pic>
          <p:nvPicPr>
            <p:cNvPr id="37" name="Graphic 36" descr="Apple with solid fill">
              <a:extLst>
                <a:ext uri="{FF2B5EF4-FFF2-40B4-BE49-F238E27FC236}">
                  <a16:creationId xmlns:a16="http://schemas.microsoft.com/office/drawing/2014/main" id="{6A82A3D3-8725-681C-E442-3E8583B5DE8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260291" y="2734735"/>
              <a:ext cx="389466" cy="389466"/>
            </a:xfrm>
            <a:prstGeom prst="rect">
              <a:avLst/>
            </a:prstGeom>
          </p:spPr>
        </p:pic>
        <p:pic>
          <p:nvPicPr>
            <p:cNvPr id="38" name="Graphic 37" descr="Apple with solid fill">
              <a:extLst>
                <a:ext uri="{FF2B5EF4-FFF2-40B4-BE49-F238E27FC236}">
                  <a16:creationId xmlns:a16="http://schemas.microsoft.com/office/drawing/2014/main" id="{E6FD43CA-7379-D6BE-4804-7D6A12EA165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870825" y="3289434"/>
              <a:ext cx="389466" cy="389466"/>
            </a:xfrm>
            <a:prstGeom prst="rect">
              <a:avLst/>
            </a:prstGeom>
          </p:spPr>
        </p:pic>
        <p:pic>
          <p:nvPicPr>
            <p:cNvPr id="39" name="Graphic 38" descr="Apple with solid fill">
              <a:extLst>
                <a:ext uri="{FF2B5EF4-FFF2-40B4-BE49-F238E27FC236}">
                  <a16:creationId xmlns:a16="http://schemas.microsoft.com/office/drawing/2014/main" id="{449363F0-D3F9-A1AB-1FC1-30FFEAE4FF1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719485" y="2640013"/>
              <a:ext cx="389466" cy="389466"/>
            </a:xfrm>
            <a:prstGeom prst="rect">
              <a:avLst/>
            </a:prstGeom>
          </p:spPr>
        </p:pic>
        <p:pic>
          <p:nvPicPr>
            <p:cNvPr id="40" name="Graphic 39" descr="Apple with solid fill">
              <a:extLst>
                <a:ext uri="{FF2B5EF4-FFF2-40B4-BE49-F238E27FC236}">
                  <a16:creationId xmlns:a16="http://schemas.microsoft.com/office/drawing/2014/main" id="{89CBDCA7-75E2-AC47-74CE-C4473C77591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23826" y="3962399"/>
              <a:ext cx="389466" cy="389466"/>
            </a:xfrm>
            <a:prstGeom prst="rect">
              <a:avLst/>
            </a:prstGeom>
          </p:spPr>
        </p:pic>
        <p:pic>
          <p:nvPicPr>
            <p:cNvPr id="41" name="Graphic 40" descr="Apple with solid fill">
              <a:extLst>
                <a:ext uri="{FF2B5EF4-FFF2-40B4-BE49-F238E27FC236}">
                  <a16:creationId xmlns:a16="http://schemas.microsoft.com/office/drawing/2014/main" id="{04EC1B4D-1291-E278-0DF7-194C67D431A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201832" y="3518034"/>
              <a:ext cx="389466" cy="389466"/>
            </a:xfrm>
            <a:prstGeom prst="rect">
              <a:avLst/>
            </a:prstGeom>
          </p:spPr>
        </p:pic>
        <p:pic>
          <p:nvPicPr>
            <p:cNvPr id="42" name="Graphic 41" descr="Apple with solid fill">
              <a:extLst>
                <a:ext uri="{FF2B5EF4-FFF2-40B4-BE49-F238E27FC236}">
                  <a16:creationId xmlns:a16="http://schemas.microsoft.com/office/drawing/2014/main" id="{55C451C2-E1A5-5F10-3F25-8924755B637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065558" y="3905120"/>
              <a:ext cx="389466" cy="38946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33524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B9D56-BB2C-59FA-B9C4-47690444B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Today’s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14DCB5-534D-8C30-E7FA-3D33081092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Trees</a:t>
            </a:r>
          </a:p>
          <a:p>
            <a:pPr lvl="1"/>
            <a:r>
              <a:rPr lang="en-IN" dirty="0"/>
              <a:t>Binary Tree</a:t>
            </a:r>
          </a:p>
          <a:p>
            <a:pPr lvl="1"/>
            <a:r>
              <a:rPr lang="en-IN" dirty="0"/>
              <a:t>Binary Search Tree</a:t>
            </a:r>
          </a:p>
          <a:p>
            <a:pPr lvl="1"/>
            <a:r>
              <a:rPr lang="en-IN" dirty="0"/>
              <a:t>AVL tree</a:t>
            </a:r>
          </a:p>
        </p:txBody>
      </p:sp>
    </p:spTree>
    <p:extLst>
      <p:ext uri="{BB962C8B-B14F-4D97-AF65-F5344CB8AC3E}">
        <p14:creationId xmlns:p14="http://schemas.microsoft.com/office/powerpoint/2010/main" val="2230980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lack And White Tree With Roots">
            <a:extLst>
              <a:ext uri="{FF2B5EF4-FFF2-40B4-BE49-F238E27FC236}">
                <a16:creationId xmlns:a16="http://schemas.microsoft.com/office/drawing/2014/main" id="{8D9DCE79-27E7-48BE-CDAE-D923155ADB9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0466" t="59124" r="21197" b="4270"/>
          <a:stretch>
            <a:fillRect/>
          </a:stretch>
        </p:blipFill>
        <p:spPr>
          <a:xfrm rot="10800000">
            <a:off x="7262595" y="623043"/>
            <a:ext cx="2582334" cy="162199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D548666-A18E-24E1-7283-09DE86B1E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Tree and some terminologies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2F6487-224B-39ED-5DA9-36EFDD4D60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6464933" cy="4351338"/>
          </a:xfrm>
        </p:spPr>
        <p:txBody>
          <a:bodyPr>
            <a:normAutofit fontScale="77500" lnSpcReduction="20000"/>
          </a:bodyPr>
          <a:lstStyle/>
          <a:p>
            <a:r>
              <a:rPr lang="en-IN" dirty="0">
                <a:highlight>
                  <a:srgbClr val="FFFF00"/>
                </a:highlight>
              </a:rPr>
              <a:t>Root node</a:t>
            </a:r>
            <a:r>
              <a:rPr lang="en-IN" dirty="0"/>
              <a:t>: 20</a:t>
            </a:r>
          </a:p>
          <a:p>
            <a:r>
              <a:rPr lang="en-IN" dirty="0">
                <a:highlight>
                  <a:srgbClr val="FFFF00"/>
                </a:highlight>
              </a:rPr>
              <a:t>Parent node</a:t>
            </a:r>
            <a:r>
              <a:rPr lang="en-IN" dirty="0"/>
              <a:t>: 2 is parent node of 27, 50, and 43.</a:t>
            </a:r>
          </a:p>
          <a:p>
            <a:r>
              <a:rPr lang="en-IN" dirty="0">
                <a:highlight>
                  <a:srgbClr val="FF00FF"/>
                </a:highlight>
              </a:rPr>
              <a:t>Ancestor</a:t>
            </a:r>
            <a:r>
              <a:rPr lang="en-IN" dirty="0"/>
              <a:t>: 20 is ancestor of 28 and 21</a:t>
            </a:r>
          </a:p>
          <a:p>
            <a:r>
              <a:rPr lang="en-IN" dirty="0">
                <a:highlight>
                  <a:srgbClr val="FF00FF"/>
                </a:highlight>
              </a:rPr>
              <a:t>Descendant</a:t>
            </a:r>
            <a:r>
              <a:rPr lang="en-IN" dirty="0"/>
              <a:t>: 28 and 21 are descendants of 20.</a:t>
            </a:r>
          </a:p>
          <a:p>
            <a:r>
              <a:rPr lang="en-IN" dirty="0">
                <a:highlight>
                  <a:srgbClr val="00FFFF"/>
                </a:highlight>
              </a:rPr>
              <a:t>Siblings</a:t>
            </a:r>
            <a:r>
              <a:rPr lang="en-IN" dirty="0"/>
              <a:t>: 27, 50 and 43 are siblings of each other.</a:t>
            </a:r>
          </a:p>
          <a:p>
            <a:r>
              <a:rPr lang="en-IN" dirty="0">
                <a:highlight>
                  <a:srgbClr val="00FFFF"/>
                </a:highlight>
              </a:rPr>
              <a:t>Children</a:t>
            </a:r>
            <a:r>
              <a:rPr lang="en-IN" dirty="0"/>
              <a:t>: 28 and 21 are children of 5.</a:t>
            </a:r>
          </a:p>
          <a:p>
            <a:r>
              <a:rPr lang="en-IN" dirty="0">
                <a:highlight>
                  <a:srgbClr val="FFFF00"/>
                </a:highlight>
              </a:rPr>
              <a:t>Leaf node</a:t>
            </a:r>
            <a:r>
              <a:rPr lang="en-IN" dirty="0"/>
              <a:t>: 27, 50, 43, 28, 45 are leaf nodes.</a:t>
            </a:r>
          </a:p>
          <a:p>
            <a:r>
              <a:rPr lang="en-IN" dirty="0">
                <a:highlight>
                  <a:srgbClr val="FFFF00"/>
                </a:highlight>
              </a:rPr>
              <a:t>Internal nodes</a:t>
            </a:r>
            <a:r>
              <a:rPr lang="en-IN" dirty="0"/>
              <a:t>: 2, 20, 5, and 21 are internal nodes.</a:t>
            </a:r>
          </a:p>
          <a:p>
            <a:r>
              <a:rPr lang="en-IN" dirty="0">
                <a:highlight>
                  <a:srgbClr val="00FF00"/>
                </a:highlight>
              </a:rPr>
              <a:t>Height</a:t>
            </a:r>
            <a:r>
              <a:rPr lang="en-IN" dirty="0"/>
              <a:t>: The height of this tree is 3.</a:t>
            </a:r>
          </a:p>
          <a:p>
            <a:r>
              <a:rPr lang="en-IN" dirty="0">
                <a:highlight>
                  <a:srgbClr val="00FF00"/>
                </a:highlight>
              </a:rPr>
              <a:t>Depth</a:t>
            </a:r>
            <a:r>
              <a:rPr lang="en-IN" dirty="0"/>
              <a:t>: The depth of 28 is 2.</a:t>
            </a:r>
          </a:p>
          <a:p>
            <a:r>
              <a:rPr lang="en-IN" dirty="0">
                <a:highlight>
                  <a:srgbClr val="00FF00"/>
                </a:highlight>
              </a:rPr>
              <a:t>Degree</a:t>
            </a:r>
            <a:r>
              <a:rPr lang="en-IN" dirty="0"/>
              <a:t>: The degree of 2 is 3.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DD36C13A-C930-B877-3560-5E84F50AE303}"/>
              </a:ext>
            </a:extLst>
          </p:cNvPr>
          <p:cNvGrpSpPr/>
          <p:nvPr/>
        </p:nvGrpSpPr>
        <p:grpSpPr>
          <a:xfrm>
            <a:off x="7082994" y="2160146"/>
            <a:ext cx="4472235" cy="2537708"/>
            <a:chOff x="7040661" y="1332890"/>
            <a:chExt cx="4472235" cy="2537708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B6495DF4-F38C-72EC-381C-A1A07450EC36}"/>
                </a:ext>
              </a:extLst>
            </p:cNvPr>
            <p:cNvSpPr/>
            <p:nvPr/>
          </p:nvSpPr>
          <p:spPr>
            <a:xfrm>
              <a:off x="8271932" y="1343019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20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824FE212-80B5-4B91-AE1F-306233A18BAE}"/>
                </a:ext>
              </a:extLst>
            </p:cNvPr>
            <p:cNvSpPr/>
            <p:nvPr/>
          </p:nvSpPr>
          <p:spPr>
            <a:xfrm>
              <a:off x="7514796" y="2039092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2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85336E4-4D12-8B00-6F67-EB1432AC0422}"/>
                </a:ext>
              </a:extLst>
            </p:cNvPr>
            <p:cNvSpPr/>
            <p:nvPr/>
          </p:nvSpPr>
          <p:spPr>
            <a:xfrm>
              <a:off x="9186333" y="2039092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5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8B958A8-E6FF-9FAA-B061-37C4646DB948}"/>
                </a:ext>
              </a:extLst>
            </p:cNvPr>
            <p:cNvSpPr/>
            <p:nvPr/>
          </p:nvSpPr>
          <p:spPr>
            <a:xfrm>
              <a:off x="7040661" y="2775162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27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1D4009B-0FB9-CBF1-E7DF-B885C9DE06F4}"/>
                </a:ext>
              </a:extLst>
            </p:cNvPr>
            <p:cNvSpPr/>
            <p:nvPr/>
          </p:nvSpPr>
          <p:spPr>
            <a:xfrm>
              <a:off x="7514795" y="2775590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50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2C86C564-28AC-9069-DC09-D351D544544E}"/>
                </a:ext>
              </a:extLst>
            </p:cNvPr>
            <p:cNvSpPr/>
            <p:nvPr/>
          </p:nvSpPr>
          <p:spPr>
            <a:xfrm>
              <a:off x="9545536" y="2775162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21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C9F146F-9757-C10A-0A5E-B8E446803BD3}"/>
                </a:ext>
              </a:extLst>
            </p:cNvPr>
            <p:cNvSpPr/>
            <p:nvPr/>
          </p:nvSpPr>
          <p:spPr>
            <a:xfrm>
              <a:off x="7988929" y="2775163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43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365A7F0-0CD6-B09A-35EE-8C6F07396844}"/>
                </a:ext>
              </a:extLst>
            </p:cNvPr>
            <p:cNvSpPr/>
            <p:nvPr/>
          </p:nvSpPr>
          <p:spPr>
            <a:xfrm>
              <a:off x="8827130" y="2775162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28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073B863-17B2-923A-6FB1-56E5F9D2F6BD}"/>
                </a:ext>
              </a:extLst>
            </p:cNvPr>
            <p:cNvSpPr/>
            <p:nvPr/>
          </p:nvSpPr>
          <p:spPr>
            <a:xfrm>
              <a:off x="9545535" y="3511395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45</a:t>
              </a: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C876F3AC-C273-A34B-E4F0-1E43FF96D2B5}"/>
                </a:ext>
              </a:extLst>
            </p:cNvPr>
            <p:cNvCxnSpPr>
              <a:stCxn id="4" idx="3"/>
              <a:endCxn id="7" idx="0"/>
            </p:cNvCxnSpPr>
            <p:nvPr/>
          </p:nvCxnSpPr>
          <p:spPr>
            <a:xfrm flipH="1">
              <a:off x="7694398" y="1649618"/>
              <a:ext cx="630138" cy="38947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DC4E341-D18A-6F69-7C3C-57C8FB2B73F1}"/>
                </a:ext>
              </a:extLst>
            </p:cNvPr>
            <p:cNvCxnSpPr>
              <a:stCxn id="4" idx="5"/>
              <a:endCxn id="8" idx="0"/>
            </p:cNvCxnSpPr>
            <p:nvPr/>
          </p:nvCxnSpPr>
          <p:spPr>
            <a:xfrm>
              <a:off x="8578531" y="1649618"/>
              <a:ext cx="787404" cy="38947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647DA6C-EAB6-4F9E-C731-8816324A3430}"/>
                </a:ext>
              </a:extLst>
            </p:cNvPr>
            <p:cNvCxnSpPr>
              <a:stCxn id="7" idx="4"/>
              <a:endCxn id="10" idx="0"/>
            </p:cNvCxnSpPr>
            <p:nvPr/>
          </p:nvCxnSpPr>
          <p:spPr>
            <a:xfrm flipH="1">
              <a:off x="7694397" y="2398295"/>
              <a:ext cx="1" cy="37729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B4100BEE-A9BC-DD7C-ECBC-5EB9E319D7EB}"/>
                </a:ext>
              </a:extLst>
            </p:cNvPr>
            <p:cNvCxnSpPr>
              <a:stCxn id="7" idx="3"/>
              <a:endCxn id="9" idx="0"/>
            </p:cNvCxnSpPr>
            <p:nvPr/>
          </p:nvCxnSpPr>
          <p:spPr>
            <a:xfrm flipH="1">
              <a:off x="7220263" y="2345691"/>
              <a:ext cx="347137" cy="4294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6A193E0-1812-A748-E5CF-4819BBF57FCB}"/>
                </a:ext>
              </a:extLst>
            </p:cNvPr>
            <p:cNvCxnSpPr>
              <a:stCxn id="7" idx="5"/>
              <a:endCxn id="12" idx="0"/>
            </p:cNvCxnSpPr>
            <p:nvPr/>
          </p:nvCxnSpPr>
          <p:spPr>
            <a:xfrm>
              <a:off x="7821395" y="2345691"/>
              <a:ext cx="347136" cy="42947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A0D9767-DD15-B205-D15F-842B4A4F672D}"/>
                </a:ext>
              </a:extLst>
            </p:cNvPr>
            <p:cNvCxnSpPr>
              <a:stCxn id="8" idx="3"/>
              <a:endCxn id="13" idx="0"/>
            </p:cNvCxnSpPr>
            <p:nvPr/>
          </p:nvCxnSpPr>
          <p:spPr>
            <a:xfrm flipH="1">
              <a:off x="9006732" y="2345691"/>
              <a:ext cx="232205" cy="4294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60C4174-E9F7-E2ED-4D18-7E016A10DED0}"/>
                </a:ext>
              </a:extLst>
            </p:cNvPr>
            <p:cNvCxnSpPr>
              <a:stCxn id="8" idx="5"/>
              <a:endCxn id="11" idx="0"/>
            </p:cNvCxnSpPr>
            <p:nvPr/>
          </p:nvCxnSpPr>
          <p:spPr>
            <a:xfrm>
              <a:off x="9492932" y="2345691"/>
              <a:ext cx="232206" cy="4294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2591F67-A7D0-4490-A972-BE8027427E8A}"/>
                </a:ext>
              </a:extLst>
            </p:cNvPr>
            <p:cNvCxnSpPr>
              <a:stCxn id="11" idx="4"/>
              <a:endCxn id="15" idx="0"/>
            </p:cNvCxnSpPr>
            <p:nvPr/>
          </p:nvCxnSpPr>
          <p:spPr>
            <a:xfrm flipH="1">
              <a:off x="9725137" y="3134365"/>
              <a:ext cx="1" cy="37703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60114B6B-29AA-E1AC-856A-266B074C4754}"/>
                </a:ext>
              </a:extLst>
            </p:cNvPr>
            <p:cNvCxnSpPr>
              <a:cxnSpLocks/>
            </p:cNvCxnSpPr>
            <p:nvPr/>
          </p:nvCxnSpPr>
          <p:spPr>
            <a:xfrm>
              <a:off x="8827130" y="1522620"/>
              <a:ext cx="1671537" cy="0"/>
            </a:xfrm>
            <a:prstGeom prst="line">
              <a:avLst/>
            </a:prstGeom>
            <a:ln w="19050" cap="flat" cmpd="sng" algn="ctr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EEB9D8E7-ACC3-3793-BB21-E7D062C13EE8}"/>
                </a:ext>
              </a:extLst>
            </p:cNvPr>
            <p:cNvCxnSpPr>
              <a:cxnSpLocks/>
            </p:cNvCxnSpPr>
            <p:nvPr/>
          </p:nvCxnSpPr>
          <p:spPr>
            <a:xfrm>
              <a:off x="9609035" y="2208847"/>
              <a:ext cx="889632" cy="0"/>
            </a:xfrm>
            <a:prstGeom prst="line">
              <a:avLst/>
            </a:prstGeom>
            <a:ln w="19050" cap="flat" cmpd="sng" algn="ctr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73B2F3D1-9267-0700-C2DD-956078348BBC}"/>
                </a:ext>
              </a:extLst>
            </p:cNvPr>
            <p:cNvCxnSpPr>
              <a:cxnSpLocks/>
            </p:cNvCxnSpPr>
            <p:nvPr/>
          </p:nvCxnSpPr>
          <p:spPr>
            <a:xfrm>
              <a:off x="9990035" y="2953811"/>
              <a:ext cx="508632" cy="952"/>
            </a:xfrm>
            <a:prstGeom prst="line">
              <a:avLst/>
            </a:prstGeom>
            <a:ln w="19050" cap="flat" cmpd="sng" algn="ctr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26F80FB0-4B3F-1307-4E4D-6F2209EE060F}"/>
                </a:ext>
              </a:extLst>
            </p:cNvPr>
            <p:cNvCxnSpPr>
              <a:cxnSpLocks/>
            </p:cNvCxnSpPr>
            <p:nvPr/>
          </p:nvCxnSpPr>
          <p:spPr>
            <a:xfrm>
              <a:off x="9990035" y="3690044"/>
              <a:ext cx="508632" cy="952"/>
            </a:xfrm>
            <a:prstGeom prst="line">
              <a:avLst/>
            </a:prstGeom>
            <a:ln w="19050" cap="flat" cmpd="sng" algn="ctr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B99213F6-940B-E31D-F043-3CEE3303BBBD}"/>
                </a:ext>
              </a:extLst>
            </p:cNvPr>
            <p:cNvSpPr txBox="1"/>
            <p:nvPr/>
          </p:nvSpPr>
          <p:spPr>
            <a:xfrm>
              <a:off x="10688440" y="1332890"/>
              <a:ext cx="8244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Level 0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ADDE43E-16F6-332D-0285-97185FDC662E}"/>
                </a:ext>
              </a:extLst>
            </p:cNvPr>
            <p:cNvSpPr txBox="1"/>
            <p:nvPr/>
          </p:nvSpPr>
          <p:spPr>
            <a:xfrm>
              <a:off x="10678269" y="1952917"/>
              <a:ext cx="7731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Level 1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F88868DF-2B41-8A48-FC63-4174E5FD3F2E}"/>
                </a:ext>
              </a:extLst>
            </p:cNvPr>
            <p:cNvSpPr txBox="1"/>
            <p:nvPr/>
          </p:nvSpPr>
          <p:spPr>
            <a:xfrm>
              <a:off x="10678269" y="2765033"/>
              <a:ext cx="8036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Level 2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F156A484-0204-D059-9571-833DB7350DDD}"/>
                </a:ext>
              </a:extLst>
            </p:cNvPr>
            <p:cNvSpPr txBox="1"/>
            <p:nvPr/>
          </p:nvSpPr>
          <p:spPr>
            <a:xfrm>
              <a:off x="10663040" y="3494498"/>
              <a:ext cx="8148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Level 3</a:t>
              </a:r>
            </a:p>
          </p:txBody>
        </p:sp>
      </p:grpSp>
      <p:pic>
        <p:nvPicPr>
          <p:cNvPr id="52" name="Graphic 51" descr="Withering Tree outline">
            <a:extLst>
              <a:ext uri="{FF2B5EF4-FFF2-40B4-BE49-F238E27FC236}">
                <a16:creationId xmlns:a16="http://schemas.microsoft.com/office/drawing/2014/main" id="{DA6C066F-51F1-A623-C708-80F783427A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824" y="29575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860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25AC6-125E-6BC7-7B07-36076C1FB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Binary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EEACE8-B2AF-543D-B777-D02A83C27D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All node having </a:t>
            </a:r>
            <a:r>
              <a:rPr lang="en-IN" dirty="0">
                <a:highlight>
                  <a:srgbClr val="00FFFF"/>
                </a:highlight>
              </a:rPr>
              <a:t>at most </a:t>
            </a:r>
            <a:r>
              <a:rPr lang="en-IN" dirty="0"/>
              <a:t>two children.</a:t>
            </a:r>
          </a:p>
          <a:p>
            <a:r>
              <a:rPr lang="en-IN" dirty="0"/>
              <a:t>Terminologies</a:t>
            </a:r>
          </a:p>
          <a:p>
            <a:pPr lvl="1"/>
            <a:r>
              <a:rPr lang="en-IN" dirty="0"/>
              <a:t>Left subtree</a:t>
            </a:r>
          </a:p>
          <a:p>
            <a:pPr lvl="1"/>
            <a:r>
              <a:rPr lang="en-IN" dirty="0"/>
              <a:t>Right subtree</a:t>
            </a:r>
          </a:p>
          <a:p>
            <a:r>
              <a:rPr lang="en-IN" dirty="0"/>
              <a:t>Example</a:t>
            </a:r>
          </a:p>
          <a:p>
            <a:pPr lvl="1"/>
            <a:r>
              <a:rPr lang="en-IN" dirty="0"/>
              <a:t>Expression tree</a:t>
            </a:r>
          </a:p>
          <a:p>
            <a:pPr lvl="1"/>
            <a:r>
              <a:rPr lang="en-IN" dirty="0"/>
              <a:t>Decision Tree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33C75DB-A6AC-CCA0-AEC7-DF2CADB3B831}"/>
              </a:ext>
            </a:extLst>
          </p:cNvPr>
          <p:cNvGrpSpPr/>
          <p:nvPr/>
        </p:nvGrpSpPr>
        <p:grpSpPr>
          <a:xfrm>
            <a:off x="6642727" y="2321013"/>
            <a:ext cx="4472235" cy="2537708"/>
            <a:chOff x="7040661" y="1332890"/>
            <a:chExt cx="4472235" cy="2537708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D56E7528-BCD5-F9F2-BAB1-1AB95CC489EC}"/>
                </a:ext>
              </a:extLst>
            </p:cNvPr>
            <p:cNvSpPr/>
            <p:nvPr/>
          </p:nvSpPr>
          <p:spPr>
            <a:xfrm>
              <a:off x="8271932" y="1343019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20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DB49E3E7-E548-B653-3282-7023FC3E1BE6}"/>
                </a:ext>
              </a:extLst>
            </p:cNvPr>
            <p:cNvSpPr/>
            <p:nvPr/>
          </p:nvSpPr>
          <p:spPr>
            <a:xfrm>
              <a:off x="7514796" y="2039092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2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4752F8DC-2415-6E6A-3333-98DD45816DB2}"/>
                </a:ext>
              </a:extLst>
            </p:cNvPr>
            <p:cNvSpPr/>
            <p:nvPr/>
          </p:nvSpPr>
          <p:spPr>
            <a:xfrm>
              <a:off x="9186333" y="2039092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5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483D8E4-0F4E-A5BD-D81D-C0DC9107BB01}"/>
                </a:ext>
              </a:extLst>
            </p:cNvPr>
            <p:cNvSpPr/>
            <p:nvPr/>
          </p:nvSpPr>
          <p:spPr>
            <a:xfrm>
              <a:off x="7040661" y="2775162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27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F5F7F1B-4D62-343A-F809-363A43A92225}"/>
                </a:ext>
              </a:extLst>
            </p:cNvPr>
            <p:cNvSpPr/>
            <p:nvPr/>
          </p:nvSpPr>
          <p:spPr>
            <a:xfrm>
              <a:off x="9545536" y="2775162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21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5B1EE46-6C20-7373-AA97-9DCBC618DF17}"/>
                </a:ext>
              </a:extLst>
            </p:cNvPr>
            <p:cNvSpPr/>
            <p:nvPr/>
          </p:nvSpPr>
          <p:spPr>
            <a:xfrm>
              <a:off x="7988929" y="2775163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43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03750AD-283E-0E5C-D052-F3856DECCFE6}"/>
                </a:ext>
              </a:extLst>
            </p:cNvPr>
            <p:cNvSpPr/>
            <p:nvPr/>
          </p:nvSpPr>
          <p:spPr>
            <a:xfrm>
              <a:off x="8827130" y="2775162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28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66B1B0A7-8C67-F646-02EF-97B6D6F56501}"/>
                </a:ext>
              </a:extLst>
            </p:cNvPr>
            <p:cNvSpPr/>
            <p:nvPr/>
          </p:nvSpPr>
          <p:spPr>
            <a:xfrm>
              <a:off x="9545535" y="3511395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45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F834AE6-B71C-5D6D-0877-E502EE1D7908}"/>
                </a:ext>
              </a:extLst>
            </p:cNvPr>
            <p:cNvCxnSpPr>
              <a:stCxn id="5" idx="3"/>
              <a:endCxn id="6" idx="0"/>
            </p:cNvCxnSpPr>
            <p:nvPr/>
          </p:nvCxnSpPr>
          <p:spPr>
            <a:xfrm flipH="1">
              <a:off x="7694398" y="1649618"/>
              <a:ext cx="630138" cy="38947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0149ADB-E87D-CAB1-9838-4F5A92192663}"/>
                </a:ext>
              </a:extLst>
            </p:cNvPr>
            <p:cNvCxnSpPr>
              <a:stCxn id="5" idx="5"/>
              <a:endCxn id="7" idx="0"/>
            </p:cNvCxnSpPr>
            <p:nvPr/>
          </p:nvCxnSpPr>
          <p:spPr>
            <a:xfrm>
              <a:off x="8578531" y="1649618"/>
              <a:ext cx="787404" cy="38947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FD352D7-1903-1019-A6D6-30DE2B8C6A0A}"/>
                </a:ext>
              </a:extLst>
            </p:cNvPr>
            <p:cNvCxnSpPr>
              <a:stCxn id="6" idx="3"/>
              <a:endCxn id="8" idx="0"/>
            </p:cNvCxnSpPr>
            <p:nvPr/>
          </p:nvCxnSpPr>
          <p:spPr>
            <a:xfrm flipH="1">
              <a:off x="7220263" y="2345691"/>
              <a:ext cx="347137" cy="4294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87CE0DAE-D5EA-05F8-E4E0-010FA05D5F99}"/>
                </a:ext>
              </a:extLst>
            </p:cNvPr>
            <p:cNvCxnSpPr>
              <a:stCxn id="6" idx="5"/>
              <a:endCxn id="11" idx="0"/>
            </p:cNvCxnSpPr>
            <p:nvPr/>
          </p:nvCxnSpPr>
          <p:spPr>
            <a:xfrm>
              <a:off x="7821395" y="2345691"/>
              <a:ext cx="347136" cy="42947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F94876D-5122-E900-76A5-468EA5203973}"/>
                </a:ext>
              </a:extLst>
            </p:cNvPr>
            <p:cNvCxnSpPr>
              <a:stCxn id="7" idx="3"/>
              <a:endCxn id="12" idx="0"/>
            </p:cNvCxnSpPr>
            <p:nvPr/>
          </p:nvCxnSpPr>
          <p:spPr>
            <a:xfrm flipH="1">
              <a:off x="9006732" y="2345691"/>
              <a:ext cx="232205" cy="4294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C68E52EA-F89E-D82B-8798-A7751347FD4A}"/>
                </a:ext>
              </a:extLst>
            </p:cNvPr>
            <p:cNvCxnSpPr>
              <a:stCxn id="7" idx="5"/>
              <a:endCxn id="10" idx="0"/>
            </p:cNvCxnSpPr>
            <p:nvPr/>
          </p:nvCxnSpPr>
          <p:spPr>
            <a:xfrm>
              <a:off x="9492932" y="2345691"/>
              <a:ext cx="232206" cy="4294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8D30A6A-57E8-D523-A53D-6D6CE4AFA7FF}"/>
                </a:ext>
              </a:extLst>
            </p:cNvPr>
            <p:cNvCxnSpPr>
              <a:stCxn id="10" idx="4"/>
              <a:endCxn id="13" idx="0"/>
            </p:cNvCxnSpPr>
            <p:nvPr/>
          </p:nvCxnSpPr>
          <p:spPr>
            <a:xfrm flipH="1">
              <a:off x="9725137" y="3134365"/>
              <a:ext cx="1" cy="37703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A184900-70ED-5A86-73D8-B2FC0E9A5FAA}"/>
                </a:ext>
              </a:extLst>
            </p:cNvPr>
            <p:cNvCxnSpPr>
              <a:cxnSpLocks/>
            </p:cNvCxnSpPr>
            <p:nvPr/>
          </p:nvCxnSpPr>
          <p:spPr>
            <a:xfrm>
              <a:off x="8827130" y="1522620"/>
              <a:ext cx="1671537" cy="0"/>
            </a:xfrm>
            <a:prstGeom prst="line">
              <a:avLst/>
            </a:prstGeom>
            <a:ln w="19050" cap="flat" cmpd="sng" algn="ctr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49942F2-C73C-5562-F4C2-0D6A45FCBE22}"/>
                </a:ext>
              </a:extLst>
            </p:cNvPr>
            <p:cNvCxnSpPr>
              <a:cxnSpLocks/>
            </p:cNvCxnSpPr>
            <p:nvPr/>
          </p:nvCxnSpPr>
          <p:spPr>
            <a:xfrm>
              <a:off x="9609035" y="2208847"/>
              <a:ext cx="889632" cy="0"/>
            </a:xfrm>
            <a:prstGeom prst="line">
              <a:avLst/>
            </a:prstGeom>
            <a:ln w="19050" cap="flat" cmpd="sng" algn="ctr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7300179-DEC8-AE99-BCED-855E02AF746C}"/>
                </a:ext>
              </a:extLst>
            </p:cNvPr>
            <p:cNvCxnSpPr>
              <a:cxnSpLocks/>
            </p:cNvCxnSpPr>
            <p:nvPr/>
          </p:nvCxnSpPr>
          <p:spPr>
            <a:xfrm>
              <a:off x="9990035" y="2953811"/>
              <a:ext cx="508632" cy="952"/>
            </a:xfrm>
            <a:prstGeom prst="line">
              <a:avLst/>
            </a:prstGeom>
            <a:ln w="19050" cap="flat" cmpd="sng" algn="ctr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84F531E-31BB-99CB-771E-898D8F9C1EC5}"/>
                </a:ext>
              </a:extLst>
            </p:cNvPr>
            <p:cNvCxnSpPr>
              <a:cxnSpLocks/>
            </p:cNvCxnSpPr>
            <p:nvPr/>
          </p:nvCxnSpPr>
          <p:spPr>
            <a:xfrm>
              <a:off x="9990035" y="3690044"/>
              <a:ext cx="508632" cy="952"/>
            </a:xfrm>
            <a:prstGeom prst="line">
              <a:avLst/>
            </a:prstGeom>
            <a:ln w="19050" cap="flat" cmpd="sng" algn="ctr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176E78C-1D10-AAEB-9E62-61BF3AB92819}"/>
                </a:ext>
              </a:extLst>
            </p:cNvPr>
            <p:cNvSpPr txBox="1"/>
            <p:nvPr/>
          </p:nvSpPr>
          <p:spPr>
            <a:xfrm>
              <a:off x="10688440" y="1332890"/>
              <a:ext cx="8244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Level 0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73B45CC-A66F-CD9F-C821-114A97D63216}"/>
                </a:ext>
              </a:extLst>
            </p:cNvPr>
            <p:cNvSpPr txBox="1"/>
            <p:nvPr/>
          </p:nvSpPr>
          <p:spPr>
            <a:xfrm>
              <a:off x="10678269" y="1952917"/>
              <a:ext cx="7731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Level 1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BC88CEE-CF11-0557-DE2D-A776D981094C}"/>
                </a:ext>
              </a:extLst>
            </p:cNvPr>
            <p:cNvSpPr txBox="1"/>
            <p:nvPr/>
          </p:nvSpPr>
          <p:spPr>
            <a:xfrm>
              <a:off x="10678269" y="2765033"/>
              <a:ext cx="8036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Level 2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F330EA5-ED2C-EC8F-5B97-C34008088BF5}"/>
                </a:ext>
              </a:extLst>
            </p:cNvPr>
            <p:cNvSpPr txBox="1"/>
            <p:nvPr/>
          </p:nvSpPr>
          <p:spPr>
            <a:xfrm>
              <a:off x="10663040" y="3494498"/>
              <a:ext cx="8148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Level 3</a:t>
              </a:r>
            </a:p>
          </p:txBody>
        </p:sp>
      </p:grpSp>
      <p:pic>
        <p:nvPicPr>
          <p:cNvPr id="30" name="Graphic 29" descr="Withering Tree outline">
            <a:extLst>
              <a:ext uri="{FF2B5EF4-FFF2-40B4-BE49-F238E27FC236}">
                <a16:creationId xmlns:a16="http://schemas.microsoft.com/office/drawing/2014/main" id="{05A1E2B8-83D2-CC75-B463-E60AEA92EC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824" y="29575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6757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88C8B-2CB7-B5FF-72A9-9CE5E852D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Binary Tree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50C191-F4F9-0A9A-0DA3-9DC7737AE4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IN" b="1" dirty="0"/>
                  <a:t>Perfect Binary Tree</a:t>
                </a:r>
              </a:p>
              <a:p>
                <a:r>
                  <a:rPr lang="en-IN" dirty="0"/>
                  <a:t>Level </a:t>
                </a:r>
                <a:r>
                  <a:rPr lang="en-IN" dirty="0">
                    <a:highlight>
                      <a:srgbClr val="00FF00"/>
                    </a:highlight>
                  </a:rPr>
                  <a:t>k</a:t>
                </a:r>
                <a:r>
                  <a:rPr lang="en-IN" dirty="0"/>
                  <a:t> has </a:t>
                </a:r>
                <a:r>
                  <a:rPr lang="en-IN" dirty="0">
                    <a:highlight>
                      <a:srgbClr val="00FF00"/>
                    </a:highlight>
                  </a:rPr>
                  <a:t>2</a:t>
                </a:r>
                <a:r>
                  <a:rPr lang="en-IN" baseline="30000" dirty="0">
                    <a:highlight>
                      <a:srgbClr val="00FF00"/>
                    </a:highlight>
                  </a:rPr>
                  <a:t>k</a:t>
                </a:r>
                <a:r>
                  <a:rPr lang="en-IN" dirty="0"/>
                  <a:t> nodes</a:t>
                </a:r>
              </a:p>
              <a:p>
                <a:r>
                  <a:rPr lang="en-IN" dirty="0"/>
                  <a:t>In a tree of height </a:t>
                </a:r>
                <a:r>
                  <a:rPr lang="en-IN" dirty="0">
                    <a:highlight>
                      <a:srgbClr val="00FF00"/>
                    </a:highlight>
                  </a:rPr>
                  <a:t>h</a:t>
                </a:r>
              </a:p>
              <a:p>
                <a:pPr lvl="1"/>
                <a:r>
                  <a:rPr lang="en-IN" dirty="0"/>
                  <a:t>Number of leaves is </a:t>
                </a:r>
                <a:r>
                  <a:rPr lang="en-IN" dirty="0">
                    <a:highlight>
                      <a:srgbClr val="00FF00"/>
                    </a:highlight>
                  </a:rPr>
                  <a:t>2</a:t>
                </a:r>
                <a:r>
                  <a:rPr lang="en-IN" baseline="30000" dirty="0">
                    <a:highlight>
                      <a:srgbClr val="00FF00"/>
                    </a:highlight>
                  </a:rPr>
                  <a:t>h</a:t>
                </a:r>
              </a:p>
              <a:p>
                <a:pPr lvl="1"/>
                <a:r>
                  <a:rPr lang="en-IN" dirty="0"/>
                  <a:t>Number of internal nodes = </a:t>
                </a:r>
                <a:r>
                  <a:rPr lang="en-IN" dirty="0">
                    <a:highlight>
                      <a:srgbClr val="FFFF00"/>
                    </a:highlight>
                  </a:rPr>
                  <a:t>Number of leaves - 1</a:t>
                </a:r>
              </a:p>
              <a:p>
                <a:pPr lvl="1"/>
                <a:r>
                  <a:rPr lang="en-IN" dirty="0"/>
                  <a:t>Number of internal nodes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IN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b="0" i="1" smtClean="0">
                        <a:latin typeface="Cambria Math" panose="02040503050406030204" pitchFamily="18" charset="0"/>
                      </a:rPr>
                      <m:t>+ …+</m:t>
                    </m:r>
                    <m:sSup>
                      <m:sSup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p>
                    <m:r>
                      <a:rPr lang="en-IN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IN" baseline="30000" dirty="0"/>
              </a:p>
              <a:p>
                <a:pPr lvl="1"/>
                <a:r>
                  <a:rPr lang="en-IN" dirty="0"/>
                  <a:t>Total number of nodes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IN" b="0" i="1" smtClean="0">
                        <a:latin typeface="Cambria Math" panose="02040503050406030204" pitchFamily="18" charset="0"/>
                      </a:rPr>
                      <m:t> −1=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IN" dirty="0"/>
              </a:p>
              <a:p>
                <a:r>
                  <a:rPr lang="en-IN" dirty="0"/>
                  <a:t>In tree of </a:t>
                </a:r>
                <a:r>
                  <a:rPr lang="en-IN" dirty="0">
                    <a:highlight>
                      <a:srgbClr val="00FF00"/>
                    </a:highlight>
                  </a:rPr>
                  <a:t>n</a:t>
                </a:r>
                <a:r>
                  <a:rPr lang="en-IN" dirty="0"/>
                  <a:t> nodes</a:t>
                </a:r>
              </a:p>
              <a:p>
                <a:pPr lvl="1"/>
                <a:r>
                  <a:rPr lang="en-IN" dirty="0"/>
                  <a:t>Number of leaves is </a:t>
                </a:r>
                <a:r>
                  <a:rPr lang="en-IN" dirty="0">
                    <a:highlight>
                      <a:srgbClr val="00FF00"/>
                    </a:highlight>
                  </a:rPr>
                  <a:t>(n+1)/2</a:t>
                </a:r>
              </a:p>
              <a:p>
                <a:pPr lvl="1"/>
                <a:r>
                  <a:rPr lang="en-IN" dirty="0"/>
                  <a:t>Height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𝑛𝑜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𝑙𝑒𝑎𝑣𝑒𝑠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50C191-F4F9-0A9A-0DA3-9DC7737AE4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9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C337E8BF-6520-46BF-6D84-F5FAF1850B8D}"/>
              </a:ext>
            </a:extLst>
          </p:cNvPr>
          <p:cNvSpPr/>
          <p:nvPr/>
        </p:nvSpPr>
        <p:spPr>
          <a:xfrm>
            <a:off x="7699290" y="566900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20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3B95AE4-B94B-DE88-9834-05351532C7EB}"/>
              </a:ext>
            </a:extLst>
          </p:cNvPr>
          <p:cNvSpPr/>
          <p:nvPr/>
        </p:nvSpPr>
        <p:spPr>
          <a:xfrm>
            <a:off x="6871328" y="1262973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FEAD1BD-243F-89D6-880F-7C8EB4DD2001}"/>
              </a:ext>
            </a:extLst>
          </p:cNvPr>
          <p:cNvSpPr/>
          <p:nvPr/>
        </p:nvSpPr>
        <p:spPr>
          <a:xfrm>
            <a:off x="8542865" y="1262973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5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758C4D5-804F-32B8-809B-CD53DA7D6E01}"/>
              </a:ext>
            </a:extLst>
          </p:cNvPr>
          <p:cNvSpPr/>
          <p:nvPr/>
        </p:nvSpPr>
        <p:spPr>
          <a:xfrm>
            <a:off x="6397193" y="1999043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27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4C0EB25-AB54-AEF6-B6E1-24D10C9218A7}"/>
              </a:ext>
            </a:extLst>
          </p:cNvPr>
          <p:cNvSpPr/>
          <p:nvPr/>
        </p:nvSpPr>
        <p:spPr>
          <a:xfrm>
            <a:off x="9051893" y="1999043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C96E1CC-DA47-082A-E532-3BB7E704A749}"/>
              </a:ext>
            </a:extLst>
          </p:cNvPr>
          <p:cNvSpPr/>
          <p:nvPr/>
        </p:nvSpPr>
        <p:spPr>
          <a:xfrm>
            <a:off x="7345461" y="1999044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43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1163F50-748E-493F-C50C-54A1A94CD648}"/>
              </a:ext>
            </a:extLst>
          </p:cNvPr>
          <p:cNvSpPr/>
          <p:nvPr/>
        </p:nvSpPr>
        <p:spPr>
          <a:xfrm>
            <a:off x="8092699" y="1999043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3458E8B-A904-9CF9-0301-12A3CDC848E9}"/>
              </a:ext>
            </a:extLst>
          </p:cNvPr>
          <p:cNvSpPr/>
          <p:nvPr/>
        </p:nvSpPr>
        <p:spPr>
          <a:xfrm>
            <a:off x="8810034" y="2728563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34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FFCA718-03C3-F17B-CD38-7DAC84573280}"/>
              </a:ext>
            </a:extLst>
          </p:cNvPr>
          <p:cNvCxnSpPr>
            <a:stCxn id="5" idx="3"/>
            <a:endCxn id="6" idx="0"/>
          </p:cNvCxnSpPr>
          <p:nvPr/>
        </p:nvCxnSpPr>
        <p:spPr>
          <a:xfrm flipH="1">
            <a:off x="7050930" y="873499"/>
            <a:ext cx="700964" cy="3894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9335F48-4B3E-6566-BACF-40DC1D0E013D}"/>
              </a:ext>
            </a:extLst>
          </p:cNvPr>
          <p:cNvCxnSpPr>
            <a:stCxn id="5" idx="5"/>
            <a:endCxn id="7" idx="0"/>
          </p:cNvCxnSpPr>
          <p:nvPr/>
        </p:nvCxnSpPr>
        <p:spPr>
          <a:xfrm>
            <a:off x="8005889" y="873499"/>
            <a:ext cx="716578" cy="3894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93CA7A2-F58C-153B-46BF-5078FE30CB48}"/>
              </a:ext>
            </a:extLst>
          </p:cNvPr>
          <p:cNvCxnSpPr>
            <a:stCxn id="6" idx="3"/>
            <a:endCxn id="8" idx="0"/>
          </p:cNvCxnSpPr>
          <p:nvPr/>
        </p:nvCxnSpPr>
        <p:spPr>
          <a:xfrm flipH="1">
            <a:off x="6576795" y="1569572"/>
            <a:ext cx="347137" cy="42947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A73E571-84A8-81FC-2E98-9CF491702FF1}"/>
              </a:ext>
            </a:extLst>
          </p:cNvPr>
          <p:cNvCxnSpPr>
            <a:stCxn id="6" idx="5"/>
            <a:endCxn id="10" idx="0"/>
          </p:cNvCxnSpPr>
          <p:nvPr/>
        </p:nvCxnSpPr>
        <p:spPr>
          <a:xfrm>
            <a:off x="7177927" y="1569572"/>
            <a:ext cx="347136" cy="4294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E55B4C0-1A86-BD49-2079-A17972DBB2F4}"/>
              </a:ext>
            </a:extLst>
          </p:cNvPr>
          <p:cNvCxnSpPr>
            <a:stCxn id="7" idx="3"/>
            <a:endCxn id="11" idx="0"/>
          </p:cNvCxnSpPr>
          <p:nvPr/>
        </p:nvCxnSpPr>
        <p:spPr>
          <a:xfrm flipH="1">
            <a:off x="8272301" y="1569572"/>
            <a:ext cx="323168" cy="42947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0AEDF3F-30DA-903E-FE18-9E825FFECE2C}"/>
              </a:ext>
            </a:extLst>
          </p:cNvPr>
          <p:cNvCxnSpPr>
            <a:stCxn id="7" idx="5"/>
            <a:endCxn id="9" idx="0"/>
          </p:cNvCxnSpPr>
          <p:nvPr/>
        </p:nvCxnSpPr>
        <p:spPr>
          <a:xfrm>
            <a:off x="8849464" y="1569572"/>
            <a:ext cx="382031" cy="42947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8CD1CAC-8060-DF55-B791-F044563AF427}"/>
              </a:ext>
            </a:extLst>
          </p:cNvPr>
          <p:cNvCxnSpPr>
            <a:cxnSpLocks/>
            <a:stCxn id="9" idx="3"/>
            <a:endCxn id="12" idx="0"/>
          </p:cNvCxnSpPr>
          <p:nvPr/>
        </p:nvCxnSpPr>
        <p:spPr>
          <a:xfrm flipH="1">
            <a:off x="8989636" y="2305642"/>
            <a:ext cx="114861" cy="42292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C146827-02C3-7A7A-B736-C95051876B45}"/>
              </a:ext>
            </a:extLst>
          </p:cNvPr>
          <p:cNvCxnSpPr>
            <a:cxnSpLocks/>
          </p:cNvCxnSpPr>
          <p:nvPr/>
        </p:nvCxnSpPr>
        <p:spPr>
          <a:xfrm>
            <a:off x="8183662" y="746501"/>
            <a:ext cx="1671537" cy="0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1F87B6B-FD06-9B47-4C85-B877F51EB269}"/>
              </a:ext>
            </a:extLst>
          </p:cNvPr>
          <p:cNvCxnSpPr>
            <a:cxnSpLocks/>
          </p:cNvCxnSpPr>
          <p:nvPr/>
        </p:nvCxnSpPr>
        <p:spPr>
          <a:xfrm>
            <a:off x="8965567" y="1432728"/>
            <a:ext cx="889632" cy="0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937B4FE-1652-0469-9AAD-D20108E47413}"/>
              </a:ext>
            </a:extLst>
          </p:cNvPr>
          <p:cNvCxnSpPr>
            <a:cxnSpLocks/>
          </p:cNvCxnSpPr>
          <p:nvPr/>
        </p:nvCxnSpPr>
        <p:spPr>
          <a:xfrm>
            <a:off x="9346567" y="2177692"/>
            <a:ext cx="508632" cy="952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0A89DA3-E128-74EE-C52C-C9BB5E3B16BD}"/>
              </a:ext>
            </a:extLst>
          </p:cNvPr>
          <p:cNvCxnSpPr>
            <a:cxnSpLocks/>
          </p:cNvCxnSpPr>
          <p:nvPr/>
        </p:nvCxnSpPr>
        <p:spPr>
          <a:xfrm>
            <a:off x="9781391" y="2897082"/>
            <a:ext cx="253410" cy="0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DC2C0B27-71D0-959D-8F96-759BCAB54918}"/>
              </a:ext>
            </a:extLst>
          </p:cNvPr>
          <p:cNvSpPr txBox="1"/>
          <p:nvPr/>
        </p:nvSpPr>
        <p:spPr>
          <a:xfrm>
            <a:off x="10044972" y="556771"/>
            <a:ext cx="824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Level 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82ED706-74F7-F2D3-5AC0-C70999303EEE}"/>
              </a:ext>
            </a:extLst>
          </p:cNvPr>
          <p:cNvSpPr txBox="1"/>
          <p:nvPr/>
        </p:nvSpPr>
        <p:spPr>
          <a:xfrm>
            <a:off x="10034801" y="1176798"/>
            <a:ext cx="7731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Level 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54B3A1F-A8E6-58B2-F2E9-97EF397FBC0F}"/>
              </a:ext>
            </a:extLst>
          </p:cNvPr>
          <p:cNvSpPr txBox="1"/>
          <p:nvPr/>
        </p:nvSpPr>
        <p:spPr>
          <a:xfrm>
            <a:off x="10034801" y="1988914"/>
            <a:ext cx="803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Level 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BAEA6C9-C57A-4B20-F132-FCB07D1F7EEA}"/>
              </a:ext>
            </a:extLst>
          </p:cNvPr>
          <p:cNvSpPr txBox="1"/>
          <p:nvPr/>
        </p:nvSpPr>
        <p:spPr>
          <a:xfrm>
            <a:off x="10019572" y="2718379"/>
            <a:ext cx="8148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Level 3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F8EAF1A-BDAA-2850-AE20-8A5A1F812E8B}"/>
              </a:ext>
            </a:extLst>
          </p:cNvPr>
          <p:cNvSpPr/>
          <p:nvPr/>
        </p:nvSpPr>
        <p:spPr>
          <a:xfrm>
            <a:off x="6089377" y="2735276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4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2202520F-5A26-8331-C435-3C7FB2BF6588}"/>
              </a:ext>
            </a:extLst>
          </p:cNvPr>
          <p:cNvSpPr/>
          <p:nvPr/>
        </p:nvSpPr>
        <p:spPr>
          <a:xfrm>
            <a:off x="6578901" y="2727610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6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C4535EA9-6109-6504-258E-8555B5F35886}"/>
              </a:ext>
            </a:extLst>
          </p:cNvPr>
          <p:cNvSpPr/>
          <p:nvPr/>
        </p:nvSpPr>
        <p:spPr>
          <a:xfrm>
            <a:off x="7025680" y="2725092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9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1B9B6741-16C1-42F6-89E7-2807CDAF01FC}"/>
              </a:ext>
            </a:extLst>
          </p:cNvPr>
          <p:cNvSpPr/>
          <p:nvPr/>
        </p:nvSpPr>
        <p:spPr>
          <a:xfrm>
            <a:off x="7471646" y="2718379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10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6E63FA0F-8450-0798-4D2E-31F1BB9B7E0C}"/>
              </a:ext>
            </a:extLst>
          </p:cNvPr>
          <p:cNvSpPr/>
          <p:nvPr/>
        </p:nvSpPr>
        <p:spPr>
          <a:xfrm>
            <a:off x="7969562" y="2717481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12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40AAB8A5-462F-B9C1-AF3D-997050429144}"/>
              </a:ext>
            </a:extLst>
          </p:cNvPr>
          <p:cNvSpPr/>
          <p:nvPr/>
        </p:nvSpPr>
        <p:spPr>
          <a:xfrm>
            <a:off x="8425613" y="2718379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15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D3C510AF-3DF1-50B4-D093-6669FA5F95D7}"/>
              </a:ext>
            </a:extLst>
          </p:cNvPr>
          <p:cNvSpPr/>
          <p:nvPr/>
        </p:nvSpPr>
        <p:spPr>
          <a:xfrm>
            <a:off x="9344326" y="2718379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45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9736E1A-4C11-471B-D952-B604C676B9E7}"/>
              </a:ext>
            </a:extLst>
          </p:cNvPr>
          <p:cNvCxnSpPr>
            <a:stCxn id="8" idx="3"/>
            <a:endCxn id="29" idx="0"/>
          </p:cNvCxnSpPr>
          <p:nvPr/>
        </p:nvCxnSpPr>
        <p:spPr>
          <a:xfrm flipH="1">
            <a:off x="6268979" y="2305642"/>
            <a:ext cx="180818" cy="4296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E705F961-7EA6-D0AB-690D-62B616308511}"/>
              </a:ext>
            </a:extLst>
          </p:cNvPr>
          <p:cNvCxnSpPr>
            <a:stCxn id="8" idx="5"/>
            <a:endCxn id="30" idx="0"/>
          </p:cNvCxnSpPr>
          <p:nvPr/>
        </p:nvCxnSpPr>
        <p:spPr>
          <a:xfrm>
            <a:off x="6703792" y="2305642"/>
            <a:ext cx="54711" cy="42196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6F3B028D-19C0-9050-4098-02096B7AA086}"/>
              </a:ext>
            </a:extLst>
          </p:cNvPr>
          <p:cNvCxnSpPr>
            <a:stCxn id="10" idx="3"/>
            <a:endCxn id="31" idx="0"/>
          </p:cNvCxnSpPr>
          <p:nvPr/>
        </p:nvCxnSpPr>
        <p:spPr>
          <a:xfrm flipH="1">
            <a:off x="7205282" y="2305643"/>
            <a:ext cx="192783" cy="41944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DCB60F9-DBEB-1766-C63F-1ABF2BCD654A}"/>
              </a:ext>
            </a:extLst>
          </p:cNvPr>
          <p:cNvCxnSpPr>
            <a:stCxn id="10" idx="5"/>
            <a:endCxn id="32" idx="0"/>
          </p:cNvCxnSpPr>
          <p:nvPr/>
        </p:nvCxnSpPr>
        <p:spPr>
          <a:xfrm flipH="1">
            <a:off x="7651248" y="2305643"/>
            <a:ext cx="812" cy="41273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B1964CB4-E552-94BE-0602-978D2EF3A134}"/>
              </a:ext>
            </a:extLst>
          </p:cNvPr>
          <p:cNvCxnSpPr>
            <a:stCxn id="11" idx="3"/>
            <a:endCxn id="33" idx="0"/>
          </p:cNvCxnSpPr>
          <p:nvPr/>
        </p:nvCxnSpPr>
        <p:spPr>
          <a:xfrm>
            <a:off x="8145303" y="2305642"/>
            <a:ext cx="3861" cy="41183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EC265CED-1A71-0FBC-CFA3-0246EB6D28DA}"/>
              </a:ext>
            </a:extLst>
          </p:cNvPr>
          <p:cNvCxnSpPr>
            <a:stCxn id="11" idx="5"/>
            <a:endCxn id="34" idx="0"/>
          </p:cNvCxnSpPr>
          <p:nvPr/>
        </p:nvCxnSpPr>
        <p:spPr>
          <a:xfrm>
            <a:off x="8399298" y="2305642"/>
            <a:ext cx="205917" cy="4127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D8E0987C-71DF-136B-1FB4-F2E81C87C0E2}"/>
              </a:ext>
            </a:extLst>
          </p:cNvPr>
          <p:cNvCxnSpPr>
            <a:stCxn id="9" idx="5"/>
            <a:endCxn id="37" idx="0"/>
          </p:cNvCxnSpPr>
          <p:nvPr/>
        </p:nvCxnSpPr>
        <p:spPr>
          <a:xfrm>
            <a:off x="9358492" y="2305642"/>
            <a:ext cx="165436" cy="4127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8" name="Graphic 67" descr="Withering Tree outline">
            <a:extLst>
              <a:ext uri="{FF2B5EF4-FFF2-40B4-BE49-F238E27FC236}">
                <a16:creationId xmlns:a16="http://schemas.microsoft.com/office/drawing/2014/main" id="{E86F1E32-415F-FE1A-C3BC-947972AA91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824" y="29575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427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327B6-17E9-16C4-0B19-B0F854068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Binary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663CE1-C435-54A7-8EB1-E09F0CA37D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Complete Binary Tree</a:t>
            </a:r>
          </a:p>
          <a:p>
            <a:r>
              <a:rPr lang="en-IN" dirty="0"/>
              <a:t>All levels are full except the last level.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b="1" dirty="0">
                <a:highlight>
                  <a:srgbClr val="00FFFF"/>
                </a:highlight>
              </a:rPr>
              <a:t>Questions for you</a:t>
            </a:r>
          </a:p>
          <a:p>
            <a:r>
              <a:rPr lang="en-IN" dirty="0"/>
              <a:t>Find the </a:t>
            </a:r>
            <a:r>
              <a:rPr lang="en-IN" dirty="0">
                <a:highlight>
                  <a:srgbClr val="FFFF00"/>
                </a:highlight>
              </a:rPr>
              <a:t>minimum</a:t>
            </a:r>
            <a:r>
              <a:rPr lang="en-IN" dirty="0"/>
              <a:t> height of a binary tree if number of nodes is given to you.</a:t>
            </a:r>
          </a:p>
          <a:p>
            <a:r>
              <a:rPr lang="en-IN" dirty="0"/>
              <a:t>Find the </a:t>
            </a:r>
            <a:r>
              <a:rPr lang="en-IN" dirty="0">
                <a:highlight>
                  <a:srgbClr val="FFFF00"/>
                </a:highlight>
              </a:rPr>
              <a:t>maximum</a:t>
            </a:r>
            <a:r>
              <a:rPr lang="en-IN" dirty="0"/>
              <a:t> height of a binary tree if number of nodes is given to you.</a:t>
            </a:r>
          </a:p>
          <a:p>
            <a:endParaRPr lang="en-IN" dirty="0"/>
          </a:p>
          <a:p>
            <a:endParaRPr lang="en-IN" dirty="0"/>
          </a:p>
        </p:txBody>
      </p:sp>
      <p:pic>
        <p:nvPicPr>
          <p:cNvPr id="5" name="Graphic 4" descr="Thought outline">
            <a:extLst>
              <a:ext uri="{FF2B5EF4-FFF2-40B4-BE49-F238E27FC236}">
                <a16:creationId xmlns:a16="http://schemas.microsoft.com/office/drawing/2014/main" id="{F2404B7D-7811-3E3C-6833-759F34C3C7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9067" y="2731347"/>
            <a:ext cx="914400" cy="914400"/>
          </a:xfrm>
          <a:prstGeom prst="rect">
            <a:avLst/>
          </a:prstGeom>
        </p:spPr>
      </p:pic>
      <p:pic>
        <p:nvPicPr>
          <p:cNvPr id="6" name="Graphic 5" descr="Withering Tree outline">
            <a:extLst>
              <a:ext uri="{FF2B5EF4-FFF2-40B4-BE49-F238E27FC236}">
                <a16:creationId xmlns:a16="http://schemas.microsoft.com/office/drawing/2014/main" id="{EB926180-D054-5017-BFE1-B570602E0B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824" y="295751"/>
            <a:ext cx="914400" cy="91440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F6C6EF04-FAD0-EF6F-08D8-67EF9CA708FC}"/>
              </a:ext>
            </a:extLst>
          </p:cNvPr>
          <p:cNvSpPr/>
          <p:nvPr/>
        </p:nvSpPr>
        <p:spPr>
          <a:xfrm>
            <a:off x="8650636" y="688016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20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693BE26-604D-C66D-685C-9B38AD491457}"/>
              </a:ext>
            </a:extLst>
          </p:cNvPr>
          <p:cNvSpPr/>
          <p:nvPr/>
        </p:nvSpPr>
        <p:spPr>
          <a:xfrm>
            <a:off x="7822674" y="1384089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A9FEB0A-1D05-C16A-BC5D-97FA4481ACB5}"/>
              </a:ext>
            </a:extLst>
          </p:cNvPr>
          <p:cNvSpPr/>
          <p:nvPr/>
        </p:nvSpPr>
        <p:spPr>
          <a:xfrm>
            <a:off x="9494211" y="1384089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CE59B81-A8E0-7251-ECEB-91A80B93705C}"/>
              </a:ext>
            </a:extLst>
          </p:cNvPr>
          <p:cNvSpPr/>
          <p:nvPr/>
        </p:nvSpPr>
        <p:spPr>
          <a:xfrm>
            <a:off x="7348539" y="2120159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27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F0450EA-A202-0E19-A580-4732CFDBA0D7}"/>
              </a:ext>
            </a:extLst>
          </p:cNvPr>
          <p:cNvSpPr/>
          <p:nvPr/>
        </p:nvSpPr>
        <p:spPr>
          <a:xfrm>
            <a:off x="10003239" y="2120159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21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B3BD718-B726-3D20-B752-3E46BCC48EF5}"/>
              </a:ext>
            </a:extLst>
          </p:cNvPr>
          <p:cNvSpPr/>
          <p:nvPr/>
        </p:nvSpPr>
        <p:spPr>
          <a:xfrm>
            <a:off x="8296807" y="2120160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43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EACDBA4-1AC6-34D6-B4E3-7FF4C76AC981}"/>
              </a:ext>
            </a:extLst>
          </p:cNvPr>
          <p:cNvSpPr/>
          <p:nvPr/>
        </p:nvSpPr>
        <p:spPr>
          <a:xfrm>
            <a:off x="9044045" y="2120159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28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E6345CC-F888-A9B2-3C2F-420F64E72D0B}"/>
              </a:ext>
            </a:extLst>
          </p:cNvPr>
          <p:cNvCxnSpPr>
            <a:stCxn id="4" idx="3"/>
            <a:endCxn id="7" idx="0"/>
          </p:cNvCxnSpPr>
          <p:nvPr/>
        </p:nvCxnSpPr>
        <p:spPr>
          <a:xfrm flipH="1">
            <a:off x="8002276" y="994615"/>
            <a:ext cx="700964" cy="3894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EE79E65-EE7B-CBF1-DD9F-A2F457F2EA9B}"/>
              </a:ext>
            </a:extLst>
          </p:cNvPr>
          <p:cNvCxnSpPr>
            <a:stCxn id="4" idx="5"/>
            <a:endCxn id="8" idx="0"/>
          </p:cNvCxnSpPr>
          <p:nvPr/>
        </p:nvCxnSpPr>
        <p:spPr>
          <a:xfrm>
            <a:off x="8957235" y="994615"/>
            <a:ext cx="716578" cy="3894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8B47B99-2760-A266-0A62-2267FA81AA4F}"/>
              </a:ext>
            </a:extLst>
          </p:cNvPr>
          <p:cNvCxnSpPr>
            <a:stCxn id="7" idx="3"/>
            <a:endCxn id="9" idx="0"/>
          </p:cNvCxnSpPr>
          <p:nvPr/>
        </p:nvCxnSpPr>
        <p:spPr>
          <a:xfrm flipH="1">
            <a:off x="7528141" y="1690688"/>
            <a:ext cx="347137" cy="42947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C7CFC40-3564-6DF0-8788-EE9D28313330}"/>
              </a:ext>
            </a:extLst>
          </p:cNvPr>
          <p:cNvCxnSpPr>
            <a:stCxn id="7" idx="5"/>
            <a:endCxn id="11" idx="0"/>
          </p:cNvCxnSpPr>
          <p:nvPr/>
        </p:nvCxnSpPr>
        <p:spPr>
          <a:xfrm>
            <a:off x="8129273" y="1690688"/>
            <a:ext cx="347136" cy="4294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15A1826-B5A9-52D6-442D-9D4153054F6C}"/>
              </a:ext>
            </a:extLst>
          </p:cNvPr>
          <p:cNvCxnSpPr>
            <a:stCxn id="8" idx="3"/>
            <a:endCxn id="12" idx="0"/>
          </p:cNvCxnSpPr>
          <p:nvPr/>
        </p:nvCxnSpPr>
        <p:spPr>
          <a:xfrm flipH="1">
            <a:off x="9223647" y="1690688"/>
            <a:ext cx="323168" cy="42947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15A68C6-6A1D-A3F7-E4C2-7223EFDDDB7D}"/>
              </a:ext>
            </a:extLst>
          </p:cNvPr>
          <p:cNvCxnSpPr>
            <a:stCxn id="8" idx="5"/>
            <a:endCxn id="10" idx="0"/>
          </p:cNvCxnSpPr>
          <p:nvPr/>
        </p:nvCxnSpPr>
        <p:spPr>
          <a:xfrm>
            <a:off x="9800810" y="1690688"/>
            <a:ext cx="382031" cy="42947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A3780E6D-9266-7E06-C08D-05E0FB67A9D5}"/>
              </a:ext>
            </a:extLst>
          </p:cNvPr>
          <p:cNvSpPr/>
          <p:nvPr/>
        </p:nvSpPr>
        <p:spPr>
          <a:xfrm>
            <a:off x="7040723" y="2856392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4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E783FB4-3C34-DDC4-DBEB-65F0D392BC93}"/>
              </a:ext>
            </a:extLst>
          </p:cNvPr>
          <p:cNvSpPr/>
          <p:nvPr/>
        </p:nvSpPr>
        <p:spPr>
          <a:xfrm>
            <a:off x="7530247" y="2848726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6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1E73F9C-E6F0-EE87-378F-A70C8E701F04}"/>
              </a:ext>
            </a:extLst>
          </p:cNvPr>
          <p:cNvSpPr/>
          <p:nvPr/>
        </p:nvSpPr>
        <p:spPr>
          <a:xfrm>
            <a:off x="7977026" y="2846208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9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A410938-53C5-32A9-C183-6677F77154F3}"/>
              </a:ext>
            </a:extLst>
          </p:cNvPr>
          <p:cNvSpPr/>
          <p:nvPr/>
        </p:nvSpPr>
        <p:spPr>
          <a:xfrm>
            <a:off x="8422992" y="2839495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10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BD76E42-CFBE-DA4C-D2B5-3BABD51E1E41}"/>
              </a:ext>
            </a:extLst>
          </p:cNvPr>
          <p:cNvCxnSpPr>
            <a:stCxn id="9" idx="3"/>
            <a:endCxn id="21" idx="0"/>
          </p:cNvCxnSpPr>
          <p:nvPr/>
        </p:nvCxnSpPr>
        <p:spPr>
          <a:xfrm flipH="1">
            <a:off x="7220325" y="2426758"/>
            <a:ext cx="180818" cy="4296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240F28C-A88B-3FA4-A382-ED3C67BEFE59}"/>
              </a:ext>
            </a:extLst>
          </p:cNvPr>
          <p:cNvCxnSpPr>
            <a:stCxn id="9" idx="5"/>
            <a:endCxn id="22" idx="0"/>
          </p:cNvCxnSpPr>
          <p:nvPr/>
        </p:nvCxnSpPr>
        <p:spPr>
          <a:xfrm>
            <a:off x="7655138" y="2426758"/>
            <a:ext cx="54711" cy="42196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FE6123F-160A-DBBB-290A-493991B972E7}"/>
              </a:ext>
            </a:extLst>
          </p:cNvPr>
          <p:cNvCxnSpPr>
            <a:stCxn id="11" idx="3"/>
            <a:endCxn id="23" idx="0"/>
          </p:cNvCxnSpPr>
          <p:nvPr/>
        </p:nvCxnSpPr>
        <p:spPr>
          <a:xfrm flipH="1">
            <a:off x="8156628" y="2426759"/>
            <a:ext cx="192783" cy="41944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6810411-1F74-9880-E2A5-482F1B96BC89}"/>
              </a:ext>
            </a:extLst>
          </p:cNvPr>
          <p:cNvCxnSpPr>
            <a:stCxn id="11" idx="5"/>
            <a:endCxn id="24" idx="0"/>
          </p:cNvCxnSpPr>
          <p:nvPr/>
        </p:nvCxnSpPr>
        <p:spPr>
          <a:xfrm flipH="1">
            <a:off x="8602594" y="2426759"/>
            <a:ext cx="812" cy="41273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5465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54E07-AC21-C66A-2F3E-A222D4413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008120" cy="2378075"/>
          </a:xfrm>
        </p:spPr>
        <p:txBody>
          <a:bodyPr>
            <a:normAutofit fontScale="90000"/>
          </a:bodyPr>
          <a:lstStyle/>
          <a:p>
            <a:r>
              <a:rPr lang="en-IN" dirty="0"/>
              <a:t>Binary Tree: Node Structure &amp; Representation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31827F8-1373-A5F5-F242-BC376D8EF8DB}"/>
              </a:ext>
            </a:extLst>
          </p:cNvPr>
          <p:cNvGrpSpPr/>
          <p:nvPr/>
        </p:nvGrpSpPr>
        <p:grpSpPr>
          <a:xfrm>
            <a:off x="6454366" y="2584491"/>
            <a:ext cx="1928708" cy="1928708"/>
            <a:chOff x="1159932" y="2345266"/>
            <a:chExt cx="2692400" cy="2692400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9A9DE295-1325-06C1-B37F-14586C8A78D9}"/>
                </a:ext>
              </a:extLst>
            </p:cNvPr>
            <p:cNvSpPr/>
            <p:nvPr/>
          </p:nvSpPr>
          <p:spPr>
            <a:xfrm>
              <a:off x="1159932" y="2345266"/>
              <a:ext cx="2692400" cy="2692400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 err="1"/>
                <a:t>e.data</a:t>
              </a:r>
              <a:endParaRPr lang="en-IN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69EB920-C52C-FFDF-881F-3C654933F261}"/>
                </a:ext>
              </a:extLst>
            </p:cNvPr>
            <p:cNvSpPr txBox="1"/>
            <p:nvPr/>
          </p:nvSpPr>
          <p:spPr>
            <a:xfrm>
              <a:off x="1420092" y="4060698"/>
              <a:ext cx="688009" cy="3693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 err="1"/>
                <a:t>e.left</a:t>
              </a:r>
              <a:endParaRPr lang="en-IN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755DF63-0359-7A2E-BE60-E5EF86226AAA}"/>
                </a:ext>
              </a:extLst>
            </p:cNvPr>
            <p:cNvSpPr txBox="1"/>
            <p:nvPr/>
          </p:nvSpPr>
          <p:spPr>
            <a:xfrm>
              <a:off x="2568886" y="4060697"/>
              <a:ext cx="822661" cy="3693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 err="1"/>
                <a:t>e.right</a:t>
              </a:r>
              <a:endParaRPr lang="en-IN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F2E03ED-B566-EC7B-2467-1F748D6366AC}"/>
                </a:ext>
              </a:extLst>
            </p:cNvPr>
            <p:cNvSpPr txBox="1"/>
            <p:nvPr/>
          </p:nvSpPr>
          <p:spPr>
            <a:xfrm>
              <a:off x="2279946" y="2601834"/>
              <a:ext cx="4523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 err="1"/>
                <a:t>e.p</a:t>
              </a:r>
              <a:endParaRPr lang="en-IN" dirty="0"/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7C19DA7-B6A5-A344-11A5-9E123A303784}"/>
                </a:ext>
              </a:extLst>
            </p:cNvPr>
            <p:cNvCxnSpPr>
              <a:cxnSpLocks/>
            </p:cNvCxnSpPr>
            <p:nvPr/>
          </p:nvCxnSpPr>
          <p:spPr>
            <a:xfrm>
              <a:off x="1207770" y="3327400"/>
              <a:ext cx="259842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07553E6-60FE-0B65-5335-A7ABAB9B886D}"/>
                </a:ext>
              </a:extLst>
            </p:cNvPr>
            <p:cNvCxnSpPr>
              <a:cxnSpLocks/>
            </p:cNvCxnSpPr>
            <p:nvPr/>
          </p:nvCxnSpPr>
          <p:spPr>
            <a:xfrm>
              <a:off x="1206922" y="4039870"/>
              <a:ext cx="259842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E3820A0-BAC8-C588-34EB-726451487DD8}"/>
                </a:ext>
              </a:extLst>
            </p:cNvPr>
            <p:cNvCxnSpPr>
              <a:stCxn id="20" idx="4"/>
            </p:cNvCxnSpPr>
            <p:nvPr/>
          </p:nvCxnSpPr>
          <p:spPr>
            <a:xfrm flipV="1">
              <a:off x="2506132" y="4038600"/>
              <a:ext cx="0" cy="99906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279ABEF-1734-2B4B-A9C8-F4B295B6F67C}"/>
              </a:ext>
            </a:extLst>
          </p:cNvPr>
          <p:cNvGrpSpPr/>
          <p:nvPr/>
        </p:nvGrpSpPr>
        <p:grpSpPr>
          <a:xfrm>
            <a:off x="4983967" y="4528118"/>
            <a:ext cx="1928708" cy="1928708"/>
            <a:chOff x="1159932" y="2345266"/>
            <a:chExt cx="2692400" cy="2692400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BB7D0F1-AC9B-CA1A-AE78-1A202334CC37}"/>
                </a:ext>
              </a:extLst>
            </p:cNvPr>
            <p:cNvSpPr/>
            <p:nvPr/>
          </p:nvSpPr>
          <p:spPr>
            <a:xfrm>
              <a:off x="1159932" y="2345266"/>
              <a:ext cx="2692400" cy="2692400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92CEC62-382C-5FA8-0B90-F449F14CA9A9}"/>
                </a:ext>
              </a:extLst>
            </p:cNvPr>
            <p:cNvCxnSpPr>
              <a:cxnSpLocks/>
            </p:cNvCxnSpPr>
            <p:nvPr/>
          </p:nvCxnSpPr>
          <p:spPr>
            <a:xfrm>
              <a:off x="1207770" y="3327400"/>
              <a:ext cx="259842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B9636A3-F372-4143-DC5D-A28402310C2F}"/>
                </a:ext>
              </a:extLst>
            </p:cNvPr>
            <p:cNvCxnSpPr>
              <a:cxnSpLocks/>
            </p:cNvCxnSpPr>
            <p:nvPr/>
          </p:nvCxnSpPr>
          <p:spPr>
            <a:xfrm>
              <a:off x="1206922" y="4039870"/>
              <a:ext cx="259842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14A5129F-FF5C-D189-8D73-E4EBBBA67125}"/>
                </a:ext>
              </a:extLst>
            </p:cNvPr>
            <p:cNvCxnSpPr>
              <a:stCxn id="28" idx="4"/>
            </p:cNvCxnSpPr>
            <p:nvPr/>
          </p:nvCxnSpPr>
          <p:spPr>
            <a:xfrm flipV="1">
              <a:off x="2506132" y="4038600"/>
              <a:ext cx="0" cy="99906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2D7906E2-3BBE-F720-91FE-25C299073AF0}"/>
              </a:ext>
            </a:extLst>
          </p:cNvPr>
          <p:cNvGrpSpPr/>
          <p:nvPr/>
        </p:nvGrpSpPr>
        <p:grpSpPr>
          <a:xfrm>
            <a:off x="6450052" y="365125"/>
            <a:ext cx="1928708" cy="1928708"/>
            <a:chOff x="1159932" y="2345266"/>
            <a:chExt cx="2692400" cy="2692400"/>
          </a:xfrm>
        </p:grpSpPr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6CF82BE1-049D-8737-A964-0DB213AE8EFF}"/>
                </a:ext>
              </a:extLst>
            </p:cNvPr>
            <p:cNvSpPr/>
            <p:nvPr/>
          </p:nvSpPr>
          <p:spPr>
            <a:xfrm>
              <a:off x="1159932" y="2345266"/>
              <a:ext cx="2692400" cy="2692400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01D59443-B281-EDEF-4D23-A087CD9F7692}"/>
                </a:ext>
              </a:extLst>
            </p:cNvPr>
            <p:cNvCxnSpPr>
              <a:cxnSpLocks/>
            </p:cNvCxnSpPr>
            <p:nvPr/>
          </p:nvCxnSpPr>
          <p:spPr>
            <a:xfrm>
              <a:off x="1207770" y="3327400"/>
              <a:ext cx="259842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8ECD3E1-CFBC-18F1-6BC6-E399DEAF22C1}"/>
                </a:ext>
              </a:extLst>
            </p:cNvPr>
            <p:cNvCxnSpPr>
              <a:cxnSpLocks/>
            </p:cNvCxnSpPr>
            <p:nvPr/>
          </p:nvCxnSpPr>
          <p:spPr>
            <a:xfrm>
              <a:off x="1206922" y="4039870"/>
              <a:ext cx="259842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E7CDF735-1209-5A3E-F19F-9F15F1198E50}"/>
                </a:ext>
              </a:extLst>
            </p:cNvPr>
            <p:cNvCxnSpPr>
              <a:stCxn id="36" idx="4"/>
            </p:cNvCxnSpPr>
            <p:nvPr/>
          </p:nvCxnSpPr>
          <p:spPr>
            <a:xfrm flipV="1">
              <a:off x="2506132" y="4038600"/>
              <a:ext cx="0" cy="99906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E1E2A60A-F069-0D7F-AABF-A0AD62920989}"/>
              </a:ext>
            </a:extLst>
          </p:cNvPr>
          <p:cNvGrpSpPr/>
          <p:nvPr/>
        </p:nvGrpSpPr>
        <p:grpSpPr>
          <a:xfrm>
            <a:off x="8034607" y="4513199"/>
            <a:ext cx="1928708" cy="1928708"/>
            <a:chOff x="1159932" y="2345266"/>
            <a:chExt cx="2692400" cy="2692400"/>
          </a:xfrm>
        </p:grpSpPr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65F43609-8742-ED8D-2C11-79CD0115D882}"/>
                </a:ext>
              </a:extLst>
            </p:cNvPr>
            <p:cNvSpPr/>
            <p:nvPr/>
          </p:nvSpPr>
          <p:spPr>
            <a:xfrm>
              <a:off x="1159932" y="2345266"/>
              <a:ext cx="2692400" cy="2692400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2FF6E5F1-17B9-F808-E563-875D42823D4D}"/>
                </a:ext>
              </a:extLst>
            </p:cNvPr>
            <p:cNvCxnSpPr>
              <a:cxnSpLocks/>
            </p:cNvCxnSpPr>
            <p:nvPr/>
          </p:nvCxnSpPr>
          <p:spPr>
            <a:xfrm>
              <a:off x="1207770" y="3327400"/>
              <a:ext cx="259842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AF3E7CC1-002D-0857-F277-D03BEFF45424}"/>
                </a:ext>
              </a:extLst>
            </p:cNvPr>
            <p:cNvCxnSpPr>
              <a:cxnSpLocks/>
            </p:cNvCxnSpPr>
            <p:nvPr/>
          </p:nvCxnSpPr>
          <p:spPr>
            <a:xfrm>
              <a:off x="1206922" y="4039870"/>
              <a:ext cx="259842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31AAE0B3-98BB-82D6-8DDF-ED9CF5CEA9B6}"/>
                </a:ext>
              </a:extLst>
            </p:cNvPr>
            <p:cNvCxnSpPr>
              <a:stCxn id="44" idx="4"/>
            </p:cNvCxnSpPr>
            <p:nvPr/>
          </p:nvCxnSpPr>
          <p:spPr>
            <a:xfrm flipV="1">
              <a:off x="2506132" y="4038600"/>
              <a:ext cx="0" cy="99906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2818C4D0-789C-4119-6141-AB3780B2C100}"/>
              </a:ext>
            </a:extLst>
          </p:cNvPr>
          <p:cNvCxnSpPr>
            <a:cxnSpLocks/>
            <a:stCxn id="20" idx="3"/>
          </p:cNvCxnSpPr>
          <p:nvPr/>
        </p:nvCxnSpPr>
        <p:spPr>
          <a:xfrm flipH="1">
            <a:off x="6287932" y="4230746"/>
            <a:ext cx="448887" cy="37110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5BDC4B49-E483-2B93-4399-CA0A60F7918A}"/>
              </a:ext>
            </a:extLst>
          </p:cNvPr>
          <p:cNvCxnSpPr>
            <a:stCxn id="20" idx="5"/>
          </p:cNvCxnSpPr>
          <p:nvPr/>
        </p:nvCxnSpPr>
        <p:spPr>
          <a:xfrm>
            <a:off x="8100621" y="4230746"/>
            <a:ext cx="484579" cy="37110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48B71079-2A38-D209-AC40-2901AC1C63E4}"/>
              </a:ext>
            </a:extLst>
          </p:cNvPr>
          <p:cNvCxnSpPr>
            <a:stCxn id="20" idx="0"/>
            <a:endCxn id="36" idx="4"/>
          </p:cNvCxnSpPr>
          <p:nvPr/>
        </p:nvCxnSpPr>
        <p:spPr>
          <a:xfrm flipH="1" flipV="1">
            <a:off x="7414406" y="2293833"/>
            <a:ext cx="4314" cy="29065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C47FF6BF-8BBE-13E3-764D-566C2427ED19}"/>
              </a:ext>
            </a:extLst>
          </p:cNvPr>
          <p:cNvSpPr txBox="1"/>
          <p:nvPr/>
        </p:nvSpPr>
        <p:spPr>
          <a:xfrm>
            <a:off x="8438154" y="1935991"/>
            <a:ext cx="1881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Pointer to Parent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E2C1E44-B2F0-1EB7-F1E1-7E4F3E43674C}"/>
              </a:ext>
            </a:extLst>
          </p:cNvPr>
          <p:cNvSpPr txBox="1"/>
          <p:nvPr/>
        </p:nvSpPr>
        <p:spPr>
          <a:xfrm>
            <a:off x="4111526" y="3217306"/>
            <a:ext cx="21407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Pointer to left child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7504542-DF0A-F8EC-815E-1BEDD9380CEC}"/>
              </a:ext>
            </a:extLst>
          </p:cNvPr>
          <p:cNvSpPr txBox="1"/>
          <p:nvPr/>
        </p:nvSpPr>
        <p:spPr>
          <a:xfrm>
            <a:off x="9501150" y="3958746"/>
            <a:ext cx="22753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Pointer to right child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6722660-0E20-8CF6-82CC-A8A087358B89}"/>
              </a:ext>
            </a:extLst>
          </p:cNvPr>
          <p:cNvSpPr txBox="1"/>
          <p:nvPr/>
        </p:nvSpPr>
        <p:spPr>
          <a:xfrm>
            <a:off x="8730752" y="3350776"/>
            <a:ext cx="653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data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ABDDCCBE-4EAA-1C8C-E38B-C97EC1FEA152}"/>
              </a:ext>
            </a:extLst>
          </p:cNvPr>
          <p:cNvCxnSpPr>
            <a:stCxn id="61" idx="1"/>
            <a:endCxn id="20" idx="6"/>
          </p:cNvCxnSpPr>
          <p:nvPr/>
        </p:nvCxnSpPr>
        <p:spPr>
          <a:xfrm flipH="1">
            <a:off x="8383074" y="3535442"/>
            <a:ext cx="347678" cy="1340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7" name="Connector: Curved 66">
            <a:extLst>
              <a:ext uri="{FF2B5EF4-FFF2-40B4-BE49-F238E27FC236}">
                <a16:creationId xmlns:a16="http://schemas.microsoft.com/office/drawing/2014/main" id="{0385CCD7-9792-8F78-23EA-3AA2DD29CC69}"/>
              </a:ext>
            </a:extLst>
          </p:cNvPr>
          <p:cNvCxnSpPr>
            <a:stCxn id="59" idx="2"/>
          </p:cNvCxnSpPr>
          <p:nvPr/>
        </p:nvCxnSpPr>
        <p:spPr>
          <a:xfrm rot="16200000" flipH="1">
            <a:off x="5644648" y="3123873"/>
            <a:ext cx="404962" cy="1330492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9" name="Connector: Curved 68">
            <a:extLst>
              <a:ext uri="{FF2B5EF4-FFF2-40B4-BE49-F238E27FC236}">
                <a16:creationId xmlns:a16="http://schemas.microsoft.com/office/drawing/2014/main" id="{C9E51193-233C-85A6-2D36-E97E7C467644}"/>
              </a:ext>
            </a:extLst>
          </p:cNvPr>
          <p:cNvCxnSpPr>
            <a:stCxn id="60" idx="1"/>
          </p:cNvCxnSpPr>
          <p:nvPr/>
        </p:nvCxnSpPr>
        <p:spPr>
          <a:xfrm rot="10800000">
            <a:off x="8276866" y="3951852"/>
            <a:ext cx="1224284" cy="191561"/>
          </a:xfrm>
          <a:prstGeom prst="curved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Connector: Curved 70">
            <a:extLst>
              <a:ext uri="{FF2B5EF4-FFF2-40B4-BE49-F238E27FC236}">
                <a16:creationId xmlns:a16="http://schemas.microsoft.com/office/drawing/2014/main" id="{E36295E8-B5F4-C86F-1345-A2C67F501A9F}"/>
              </a:ext>
            </a:extLst>
          </p:cNvPr>
          <p:cNvCxnSpPr>
            <a:stCxn id="58" idx="2"/>
            <a:endCxn id="20" idx="7"/>
          </p:cNvCxnSpPr>
          <p:nvPr/>
        </p:nvCxnSpPr>
        <p:spPr>
          <a:xfrm rot="5400000">
            <a:off x="8458931" y="1947014"/>
            <a:ext cx="561621" cy="1278239"/>
          </a:xfrm>
          <a:prstGeom prst="curved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73" name="Graphic 72" descr="Man with kid outline">
            <a:extLst>
              <a:ext uri="{FF2B5EF4-FFF2-40B4-BE49-F238E27FC236}">
                <a16:creationId xmlns:a16="http://schemas.microsoft.com/office/drawing/2014/main" id="{D87490EA-8C27-7A8D-FDB5-88C3544E4D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74968" y="477454"/>
            <a:ext cx="523575" cy="523575"/>
          </a:xfrm>
          <a:prstGeom prst="rect">
            <a:avLst/>
          </a:prstGeom>
        </p:spPr>
      </p:pic>
      <p:pic>
        <p:nvPicPr>
          <p:cNvPr id="75" name="Graphic 74" descr="Child with balloon outline">
            <a:extLst>
              <a:ext uri="{FF2B5EF4-FFF2-40B4-BE49-F238E27FC236}">
                <a16:creationId xmlns:a16="http://schemas.microsoft.com/office/drawing/2014/main" id="{BE26FFDB-DA79-3469-684D-6C4E39AF31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99379" y="4621425"/>
            <a:ext cx="497882" cy="497882"/>
          </a:xfrm>
          <a:prstGeom prst="rect">
            <a:avLst/>
          </a:prstGeom>
        </p:spPr>
      </p:pic>
      <p:pic>
        <p:nvPicPr>
          <p:cNvPr id="82" name="Graphic 81" descr="Child with balloon outline">
            <a:extLst>
              <a:ext uri="{FF2B5EF4-FFF2-40B4-BE49-F238E27FC236}">
                <a16:creationId xmlns:a16="http://schemas.microsoft.com/office/drawing/2014/main" id="{ACFDCC44-B308-11A4-7CAB-2EF0FACCB8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46152" y="4621425"/>
            <a:ext cx="497882" cy="497882"/>
          </a:xfrm>
          <a:prstGeom prst="rect">
            <a:avLst/>
          </a:prstGeom>
        </p:spPr>
      </p:pic>
      <p:pic>
        <p:nvPicPr>
          <p:cNvPr id="84" name="Graphic 83" descr="Tree With Roots outline">
            <a:extLst>
              <a:ext uri="{FF2B5EF4-FFF2-40B4-BE49-F238E27FC236}">
                <a16:creationId xmlns:a16="http://schemas.microsoft.com/office/drawing/2014/main" id="{1324C1D7-40C6-6518-F70A-258DB4DC3F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412" y="36512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201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  <p:bldP spid="59" grpId="0"/>
      <p:bldP spid="60" grpId="0"/>
      <p:bldP spid="6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71229-E9BE-B019-BFAC-B554140AF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Tree Traversals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8F0E2-4FD5-1EA0-F3BC-0D2A9D037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144395"/>
          </a:xfrm>
        </p:spPr>
        <p:txBody>
          <a:bodyPr/>
          <a:lstStyle/>
          <a:p>
            <a:r>
              <a:rPr lang="en-IN" dirty="0"/>
              <a:t>Traversal means </a:t>
            </a:r>
            <a:r>
              <a:rPr lang="en-IN" dirty="0">
                <a:highlight>
                  <a:srgbClr val="FF00FF"/>
                </a:highlight>
              </a:rPr>
              <a:t>visiting all nodes </a:t>
            </a:r>
            <a:r>
              <a:rPr lang="en-IN" dirty="0"/>
              <a:t>in a tree following some specific order.</a:t>
            </a:r>
          </a:p>
          <a:p>
            <a:pPr lvl="1"/>
            <a:r>
              <a:rPr lang="en-IN" dirty="0"/>
              <a:t>Preorder: </a:t>
            </a:r>
            <a:r>
              <a:rPr lang="en-IN" dirty="0" err="1">
                <a:highlight>
                  <a:srgbClr val="FFFF00"/>
                </a:highlight>
              </a:rPr>
              <a:t>RootNode</a:t>
            </a:r>
            <a:r>
              <a:rPr lang="en-IN" dirty="0">
                <a:highlight>
                  <a:srgbClr val="FFFF00"/>
                </a:highlight>
              </a:rPr>
              <a:t> </a:t>
            </a:r>
            <a:r>
              <a:rPr lang="en-IN" dirty="0">
                <a:highlight>
                  <a:srgbClr val="FFFF00"/>
                </a:highlight>
                <a:sym typeface="Wingdings" panose="05000000000000000000" pitchFamily="2" charset="2"/>
              </a:rPr>
              <a:t> Left  Right</a:t>
            </a:r>
            <a:endParaRPr lang="en-IN" dirty="0">
              <a:highlight>
                <a:srgbClr val="FFFF00"/>
              </a:highlight>
            </a:endParaRPr>
          </a:p>
          <a:p>
            <a:pPr lvl="1"/>
            <a:r>
              <a:rPr lang="en-IN" dirty="0" err="1"/>
              <a:t>Postorder</a:t>
            </a:r>
            <a:r>
              <a:rPr lang="en-IN" dirty="0"/>
              <a:t>: </a:t>
            </a:r>
            <a:r>
              <a:rPr lang="en-IN" dirty="0">
                <a:highlight>
                  <a:srgbClr val="00FF00"/>
                </a:highlight>
              </a:rPr>
              <a:t>Left </a:t>
            </a:r>
            <a:r>
              <a:rPr lang="en-IN" dirty="0">
                <a:highlight>
                  <a:srgbClr val="00FF00"/>
                </a:highlight>
                <a:sym typeface="Wingdings" panose="05000000000000000000" pitchFamily="2" charset="2"/>
              </a:rPr>
              <a:t> Right  </a:t>
            </a:r>
            <a:r>
              <a:rPr lang="en-IN" dirty="0" err="1">
                <a:highlight>
                  <a:srgbClr val="00FF00"/>
                </a:highlight>
                <a:sym typeface="Wingdings" panose="05000000000000000000" pitchFamily="2" charset="2"/>
              </a:rPr>
              <a:t>RootNode</a:t>
            </a:r>
            <a:endParaRPr lang="en-IN" dirty="0">
              <a:highlight>
                <a:srgbClr val="00FF00"/>
              </a:highlight>
            </a:endParaRPr>
          </a:p>
          <a:p>
            <a:pPr lvl="1"/>
            <a:r>
              <a:rPr lang="en-IN" dirty="0" err="1"/>
              <a:t>Inorder</a:t>
            </a:r>
            <a:r>
              <a:rPr lang="en-IN" dirty="0"/>
              <a:t>: </a:t>
            </a:r>
            <a:r>
              <a:rPr lang="en-IN" dirty="0">
                <a:highlight>
                  <a:srgbClr val="00FFFF"/>
                </a:highlight>
              </a:rPr>
              <a:t>left </a:t>
            </a:r>
            <a:r>
              <a:rPr lang="en-IN" dirty="0">
                <a:highlight>
                  <a:srgbClr val="00FFFF"/>
                </a:highlight>
                <a:sym typeface="Wingdings" panose="05000000000000000000" pitchFamily="2" charset="2"/>
              </a:rPr>
              <a:t> </a:t>
            </a:r>
            <a:r>
              <a:rPr lang="en-IN" dirty="0" err="1">
                <a:highlight>
                  <a:srgbClr val="00FFFF"/>
                </a:highlight>
                <a:sym typeface="Wingdings" panose="05000000000000000000" pitchFamily="2" charset="2"/>
              </a:rPr>
              <a:t>RootNode</a:t>
            </a:r>
            <a:r>
              <a:rPr lang="en-IN" dirty="0">
                <a:highlight>
                  <a:srgbClr val="00FFFF"/>
                </a:highlight>
                <a:sym typeface="Wingdings" panose="05000000000000000000" pitchFamily="2" charset="2"/>
              </a:rPr>
              <a:t>  Right</a:t>
            </a:r>
            <a:endParaRPr lang="en-IN" dirty="0">
              <a:highlight>
                <a:srgbClr val="00FFFF"/>
              </a:highlight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9E2D95F-6AD3-F349-A6C5-A145B8DF1931}"/>
              </a:ext>
            </a:extLst>
          </p:cNvPr>
          <p:cNvGrpSpPr/>
          <p:nvPr/>
        </p:nvGrpSpPr>
        <p:grpSpPr>
          <a:xfrm>
            <a:off x="2362200" y="4198620"/>
            <a:ext cx="1546860" cy="1242060"/>
            <a:chOff x="2362200" y="4198620"/>
            <a:chExt cx="1546860" cy="1242060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7ECE9EC-A945-6B8A-79E6-AB5A1F67FD66}"/>
                </a:ext>
              </a:extLst>
            </p:cNvPr>
            <p:cNvGrpSpPr/>
            <p:nvPr/>
          </p:nvGrpSpPr>
          <p:grpSpPr>
            <a:xfrm>
              <a:off x="2362200" y="4198620"/>
              <a:ext cx="1546860" cy="1242060"/>
              <a:chOff x="2362200" y="4198620"/>
              <a:chExt cx="1546860" cy="1242060"/>
            </a:xfrm>
          </p:grpSpPr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CA0DDC29-0469-0E59-55AF-86C0AF2F31E9}"/>
                  </a:ext>
                </a:extLst>
              </p:cNvPr>
              <p:cNvSpPr/>
              <p:nvPr/>
            </p:nvSpPr>
            <p:spPr>
              <a:xfrm>
                <a:off x="2964180" y="4198620"/>
                <a:ext cx="396240" cy="39624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dirty="0"/>
                  <a:t>N</a:t>
                </a:r>
              </a:p>
            </p:txBody>
          </p:sp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8B976F4C-C0A9-88D0-F543-A9A7C796B981}"/>
                  </a:ext>
                </a:extLst>
              </p:cNvPr>
              <p:cNvSpPr/>
              <p:nvPr/>
            </p:nvSpPr>
            <p:spPr>
              <a:xfrm>
                <a:off x="2362200" y="5044440"/>
                <a:ext cx="396240" cy="39624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dirty="0"/>
                  <a:t>L</a:t>
                </a: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E17429AF-D26D-060E-9575-52D0A72BBD99}"/>
                  </a:ext>
                </a:extLst>
              </p:cNvPr>
              <p:cNvSpPr/>
              <p:nvPr/>
            </p:nvSpPr>
            <p:spPr>
              <a:xfrm>
                <a:off x="3512820" y="5044440"/>
                <a:ext cx="396240" cy="39624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dirty="0"/>
                  <a:t>R</a:t>
                </a:r>
              </a:p>
            </p:txBody>
          </p:sp>
          <p:cxnSp>
            <p:nvCxnSpPr>
              <p:cNvPr id="8" name="Straight Arrow Connector 7">
                <a:extLst>
                  <a:ext uri="{FF2B5EF4-FFF2-40B4-BE49-F238E27FC236}">
                    <a16:creationId xmlns:a16="http://schemas.microsoft.com/office/drawing/2014/main" id="{2234D71F-6970-29BC-FDB4-6FF48B537A77}"/>
                  </a:ext>
                </a:extLst>
              </p:cNvPr>
              <p:cNvCxnSpPr>
                <a:stCxn id="4" idx="3"/>
                <a:endCxn id="5" idx="0"/>
              </p:cNvCxnSpPr>
              <p:nvPr/>
            </p:nvCxnSpPr>
            <p:spPr>
              <a:xfrm flipH="1">
                <a:off x="2560320" y="4536832"/>
                <a:ext cx="461888" cy="50760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3C77E38C-C94F-3C03-4024-5FD34935806F}"/>
                  </a:ext>
                </a:extLst>
              </p:cNvPr>
              <p:cNvCxnSpPr>
                <a:stCxn id="4" idx="5"/>
                <a:endCxn id="6" idx="0"/>
              </p:cNvCxnSpPr>
              <p:nvPr/>
            </p:nvCxnSpPr>
            <p:spPr>
              <a:xfrm>
                <a:off x="3302392" y="4536832"/>
                <a:ext cx="408548" cy="50760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5382CFA0-A6D5-DDB4-EC90-594DFBC62EB3}"/>
                </a:ext>
              </a:extLst>
            </p:cNvPr>
            <p:cNvGrpSpPr/>
            <p:nvPr/>
          </p:nvGrpSpPr>
          <p:grpSpPr>
            <a:xfrm>
              <a:off x="2807892" y="4644390"/>
              <a:ext cx="712548" cy="664323"/>
              <a:chOff x="2807892" y="4644390"/>
              <a:chExt cx="712548" cy="664323"/>
            </a:xfrm>
          </p:grpSpPr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A27AECC3-1A7C-AEF6-B926-CD8244466FFE}"/>
                  </a:ext>
                </a:extLst>
              </p:cNvPr>
              <p:cNvSpPr/>
              <p:nvPr/>
            </p:nvSpPr>
            <p:spPr>
              <a:xfrm>
                <a:off x="2807892" y="4686300"/>
                <a:ext cx="712548" cy="622413"/>
              </a:xfrm>
              <a:custGeom>
                <a:avLst/>
                <a:gdLst>
                  <a:gd name="csX0" fmla="*/ 339168 w 712548"/>
                  <a:gd name="csY0" fmla="*/ 0 h 622413"/>
                  <a:gd name="csX1" fmla="*/ 41988 w 712548"/>
                  <a:gd name="csY1" fmla="*/ 373380 h 622413"/>
                  <a:gd name="csX2" fmla="*/ 49608 w 712548"/>
                  <a:gd name="csY2" fmla="*/ 586740 h 622413"/>
                  <a:gd name="csX3" fmla="*/ 483948 w 712548"/>
                  <a:gd name="csY3" fmla="*/ 601980 h 622413"/>
                  <a:gd name="csX4" fmla="*/ 712548 w 712548"/>
                  <a:gd name="csY4" fmla="*/ 381000 h 6224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712548" h="622413">
                    <a:moveTo>
                      <a:pt x="339168" y="0"/>
                    </a:moveTo>
                    <a:cubicBezTo>
                      <a:pt x="214708" y="137795"/>
                      <a:pt x="90248" y="275590"/>
                      <a:pt x="41988" y="373380"/>
                    </a:cubicBezTo>
                    <a:cubicBezTo>
                      <a:pt x="-6272" y="471170"/>
                      <a:pt x="-24052" y="548640"/>
                      <a:pt x="49608" y="586740"/>
                    </a:cubicBezTo>
                    <a:cubicBezTo>
                      <a:pt x="123268" y="624840"/>
                      <a:pt x="373458" y="636270"/>
                      <a:pt x="483948" y="601980"/>
                    </a:cubicBezTo>
                    <a:cubicBezTo>
                      <a:pt x="594438" y="567690"/>
                      <a:pt x="653493" y="474345"/>
                      <a:pt x="712548" y="381000"/>
                    </a:cubicBezTo>
                  </a:path>
                </a:pathLst>
              </a:custGeom>
              <a:ln>
                <a:headEnd type="none" w="med" len="med"/>
                <a:tailEnd type="arrow" w="med" len="med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95A39D50-FB71-B4D3-20F9-B2C0219C20B1}"/>
                  </a:ext>
                </a:extLst>
              </p:cNvPr>
              <p:cNvSpPr/>
              <p:nvPr/>
            </p:nvSpPr>
            <p:spPr>
              <a:xfrm>
                <a:off x="3111892" y="4644390"/>
                <a:ext cx="83820" cy="83820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A64DBC9-BC57-0C5C-8DC6-A5843E84EDF5}"/>
              </a:ext>
            </a:extLst>
          </p:cNvPr>
          <p:cNvGrpSpPr/>
          <p:nvPr/>
        </p:nvGrpSpPr>
        <p:grpSpPr>
          <a:xfrm>
            <a:off x="4758267" y="4198620"/>
            <a:ext cx="1546860" cy="1242060"/>
            <a:chOff x="2362200" y="4198620"/>
            <a:chExt cx="1546860" cy="124206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C743E73-C156-9238-D1FE-5A57467D7726}"/>
                </a:ext>
              </a:extLst>
            </p:cNvPr>
            <p:cNvSpPr/>
            <p:nvPr/>
          </p:nvSpPr>
          <p:spPr>
            <a:xfrm>
              <a:off x="2964180" y="4198620"/>
              <a:ext cx="396240" cy="39624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N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17F7B2C-8D3A-6748-332C-566E8545BE04}"/>
                </a:ext>
              </a:extLst>
            </p:cNvPr>
            <p:cNvSpPr/>
            <p:nvPr/>
          </p:nvSpPr>
          <p:spPr>
            <a:xfrm>
              <a:off x="2362200" y="5044440"/>
              <a:ext cx="396240" cy="39624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L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83318B9-F42A-4ECE-F66A-21C87457B364}"/>
                </a:ext>
              </a:extLst>
            </p:cNvPr>
            <p:cNvSpPr/>
            <p:nvPr/>
          </p:nvSpPr>
          <p:spPr>
            <a:xfrm>
              <a:off x="3512820" y="5044440"/>
              <a:ext cx="396240" cy="39624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R</a:t>
              </a: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CE73C76F-EDBC-F80C-1EFC-8F278D070E92}"/>
                </a:ext>
              </a:extLst>
            </p:cNvPr>
            <p:cNvCxnSpPr>
              <a:stCxn id="21" idx="3"/>
              <a:endCxn id="22" idx="0"/>
            </p:cNvCxnSpPr>
            <p:nvPr/>
          </p:nvCxnSpPr>
          <p:spPr>
            <a:xfrm flipH="1">
              <a:off x="2560320" y="4536832"/>
              <a:ext cx="461888" cy="50760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1AB3F831-BB1E-590C-2E3D-3A9EB18D1B8B}"/>
                </a:ext>
              </a:extLst>
            </p:cNvPr>
            <p:cNvCxnSpPr>
              <a:stCxn id="21" idx="5"/>
              <a:endCxn id="23" idx="0"/>
            </p:cNvCxnSpPr>
            <p:nvPr/>
          </p:nvCxnSpPr>
          <p:spPr>
            <a:xfrm>
              <a:off x="3302392" y="4536832"/>
              <a:ext cx="408548" cy="50760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E848350-FA41-993C-33C3-9E351A671BAB}"/>
              </a:ext>
            </a:extLst>
          </p:cNvPr>
          <p:cNvGrpSpPr/>
          <p:nvPr/>
        </p:nvGrpSpPr>
        <p:grpSpPr>
          <a:xfrm rot="14023911">
            <a:off x="5096880" y="4746443"/>
            <a:ext cx="712548" cy="664323"/>
            <a:chOff x="2807892" y="4644390"/>
            <a:chExt cx="712548" cy="664323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BD6D4BE7-CB32-5E85-2854-D7BD88F8AF51}"/>
                </a:ext>
              </a:extLst>
            </p:cNvPr>
            <p:cNvSpPr/>
            <p:nvPr/>
          </p:nvSpPr>
          <p:spPr>
            <a:xfrm>
              <a:off x="2807892" y="4686300"/>
              <a:ext cx="712548" cy="622413"/>
            </a:xfrm>
            <a:custGeom>
              <a:avLst/>
              <a:gdLst>
                <a:gd name="csX0" fmla="*/ 339168 w 712548"/>
                <a:gd name="csY0" fmla="*/ 0 h 622413"/>
                <a:gd name="csX1" fmla="*/ 41988 w 712548"/>
                <a:gd name="csY1" fmla="*/ 373380 h 622413"/>
                <a:gd name="csX2" fmla="*/ 49608 w 712548"/>
                <a:gd name="csY2" fmla="*/ 586740 h 622413"/>
                <a:gd name="csX3" fmla="*/ 483948 w 712548"/>
                <a:gd name="csY3" fmla="*/ 601980 h 622413"/>
                <a:gd name="csX4" fmla="*/ 712548 w 712548"/>
                <a:gd name="csY4" fmla="*/ 381000 h 6224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12548" h="622413">
                  <a:moveTo>
                    <a:pt x="339168" y="0"/>
                  </a:moveTo>
                  <a:cubicBezTo>
                    <a:pt x="214708" y="137795"/>
                    <a:pt x="90248" y="275590"/>
                    <a:pt x="41988" y="373380"/>
                  </a:cubicBezTo>
                  <a:cubicBezTo>
                    <a:pt x="-6272" y="471170"/>
                    <a:pt x="-24052" y="548640"/>
                    <a:pt x="49608" y="586740"/>
                  </a:cubicBezTo>
                  <a:cubicBezTo>
                    <a:pt x="123268" y="624840"/>
                    <a:pt x="373458" y="636270"/>
                    <a:pt x="483948" y="601980"/>
                  </a:cubicBezTo>
                  <a:cubicBezTo>
                    <a:pt x="594438" y="567690"/>
                    <a:pt x="653493" y="474345"/>
                    <a:pt x="712548" y="381000"/>
                  </a:cubicBezTo>
                </a:path>
              </a:pathLst>
            </a:custGeom>
            <a:ln>
              <a:headEnd type="none" w="med" len="med"/>
              <a:tailEnd type="arrow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BCD538E-E518-0FA9-9F05-0E32A1FDA40C}"/>
                </a:ext>
              </a:extLst>
            </p:cNvPr>
            <p:cNvSpPr/>
            <p:nvPr/>
          </p:nvSpPr>
          <p:spPr>
            <a:xfrm>
              <a:off x="3111892" y="4644390"/>
              <a:ext cx="83820" cy="83820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489C9A1-37AE-36EE-569A-B771AE227691}"/>
              </a:ext>
            </a:extLst>
          </p:cNvPr>
          <p:cNvGrpSpPr/>
          <p:nvPr/>
        </p:nvGrpSpPr>
        <p:grpSpPr>
          <a:xfrm>
            <a:off x="7213601" y="4231185"/>
            <a:ext cx="1546860" cy="1242060"/>
            <a:chOff x="2362200" y="4198620"/>
            <a:chExt cx="1546860" cy="1242060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89EA7978-A5F6-57B2-C3A7-DDA3049F7251}"/>
                </a:ext>
              </a:extLst>
            </p:cNvPr>
            <p:cNvSpPr/>
            <p:nvPr/>
          </p:nvSpPr>
          <p:spPr>
            <a:xfrm>
              <a:off x="2964180" y="4198620"/>
              <a:ext cx="396240" cy="39624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N</a:t>
              </a: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4A940EF8-5964-D875-D555-274874CC98E0}"/>
                </a:ext>
              </a:extLst>
            </p:cNvPr>
            <p:cNvSpPr/>
            <p:nvPr/>
          </p:nvSpPr>
          <p:spPr>
            <a:xfrm>
              <a:off x="2362200" y="5044440"/>
              <a:ext cx="396240" cy="39624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L</a:t>
              </a: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E75AE2C2-D100-222E-5130-D45F60E27111}"/>
                </a:ext>
              </a:extLst>
            </p:cNvPr>
            <p:cNvSpPr/>
            <p:nvPr/>
          </p:nvSpPr>
          <p:spPr>
            <a:xfrm>
              <a:off x="3512820" y="5044440"/>
              <a:ext cx="396240" cy="39624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R</a:t>
              </a: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8D293D11-8A7C-E7B4-C8C9-56AFF4A4D389}"/>
                </a:ext>
              </a:extLst>
            </p:cNvPr>
            <p:cNvCxnSpPr>
              <a:stCxn id="30" idx="3"/>
              <a:endCxn id="31" idx="0"/>
            </p:cNvCxnSpPr>
            <p:nvPr/>
          </p:nvCxnSpPr>
          <p:spPr>
            <a:xfrm flipH="1">
              <a:off x="2560320" y="4536832"/>
              <a:ext cx="461888" cy="50760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51CB3606-3EFB-E63C-C0AE-00D3AD564551}"/>
                </a:ext>
              </a:extLst>
            </p:cNvPr>
            <p:cNvCxnSpPr>
              <a:stCxn id="30" idx="5"/>
              <a:endCxn id="32" idx="0"/>
            </p:cNvCxnSpPr>
            <p:nvPr/>
          </p:nvCxnSpPr>
          <p:spPr>
            <a:xfrm>
              <a:off x="3302392" y="4536832"/>
              <a:ext cx="408548" cy="50760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562AE77F-A697-B631-2280-E9C0CB885C28}"/>
              </a:ext>
            </a:extLst>
          </p:cNvPr>
          <p:cNvGrpSpPr/>
          <p:nvPr/>
        </p:nvGrpSpPr>
        <p:grpSpPr>
          <a:xfrm rot="14776251" flipH="1">
            <a:off x="7638996" y="4697017"/>
            <a:ext cx="633352" cy="737340"/>
            <a:chOff x="2807892" y="4644390"/>
            <a:chExt cx="712548" cy="664323"/>
          </a:xfrm>
        </p:grpSpPr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73E21D57-129F-4070-9F69-32383C043B88}"/>
                </a:ext>
              </a:extLst>
            </p:cNvPr>
            <p:cNvSpPr/>
            <p:nvPr/>
          </p:nvSpPr>
          <p:spPr>
            <a:xfrm>
              <a:off x="2807892" y="4686300"/>
              <a:ext cx="712548" cy="622413"/>
            </a:xfrm>
            <a:custGeom>
              <a:avLst/>
              <a:gdLst>
                <a:gd name="csX0" fmla="*/ 339168 w 712548"/>
                <a:gd name="csY0" fmla="*/ 0 h 622413"/>
                <a:gd name="csX1" fmla="*/ 41988 w 712548"/>
                <a:gd name="csY1" fmla="*/ 373380 h 622413"/>
                <a:gd name="csX2" fmla="*/ 49608 w 712548"/>
                <a:gd name="csY2" fmla="*/ 586740 h 622413"/>
                <a:gd name="csX3" fmla="*/ 483948 w 712548"/>
                <a:gd name="csY3" fmla="*/ 601980 h 622413"/>
                <a:gd name="csX4" fmla="*/ 712548 w 712548"/>
                <a:gd name="csY4" fmla="*/ 381000 h 6224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12548" h="622413">
                  <a:moveTo>
                    <a:pt x="339168" y="0"/>
                  </a:moveTo>
                  <a:cubicBezTo>
                    <a:pt x="214708" y="137795"/>
                    <a:pt x="90248" y="275590"/>
                    <a:pt x="41988" y="373380"/>
                  </a:cubicBezTo>
                  <a:cubicBezTo>
                    <a:pt x="-6272" y="471170"/>
                    <a:pt x="-24052" y="548640"/>
                    <a:pt x="49608" y="586740"/>
                  </a:cubicBezTo>
                  <a:cubicBezTo>
                    <a:pt x="123268" y="624840"/>
                    <a:pt x="373458" y="636270"/>
                    <a:pt x="483948" y="601980"/>
                  </a:cubicBezTo>
                  <a:cubicBezTo>
                    <a:pt x="594438" y="567690"/>
                    <a:pt x="653493" y="474345"/>
                    <a:pt x="712548" y="381000"/>
                  </a:cubicBezTo>
                </a:path>
              </a:pathLst>
            </a:custGeom>
            <a:ln>
              <a:headEnd type="none" w="med" len="med"/>
              <a:tailEnd type="arrow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1DAD9897-496C-B59D-E92E-3F8D3E38F386}"/>
                </a:ext>
              </a:extLst>
            </p:cNvPr>
            <p:cNvSpPr/>
            <p:nvPr/>
          </p:nvSpPr>
          <p:spPr>
            <a:xfrm>
              <a:off x="3111892" y="4644390"/>
              <a:ext cx="83820" cy="83820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378DBC9B-DD5A-1A0A-72A4-F832154D779F}"/>
              </a:ext>
            </a:extLst>
          </p:cNvPr>
          <p:cNvSpPr txBox="1"/>
          <p:nvPr/>
        </p:nvSpPr>
        <p:spPr>
          <a:xfrm>
            <a:off x="2648904" y="5537556"/>
            <a:ext cx="10620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Preorder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3C7B644-E137-8F09-E2BD-DEE346191226}"/>
              </a:ext>
            </a:extLst>
          </p:cNvPr>
          <p:cNvSpPr txBox="1"/>
          <p:nvPr/>
        </p:nvSpPr>
        <p:spPr>
          <a:xfrm>
            <a:off x="4981787" y="5537556"/>
            <a:ext cx="12263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Postorder</a:t>
            </a:r>
            <a:endParaRPr lang="en-IN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46D93AA-855A-35DF-22FE-8632F1BBF50C}"/>
              </a:ext>
            </a:extLst>
          </p:cNvPr>
          <p:cNvSpPr txBox="1"/>
          <p:nvPr/>
        </p:nvSpPr>
        <p:spPr>
          <a:xfrm>
            <a:off x="7583273" y="5512139"/>
            <a:ext cx="9233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Inorder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63197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F68C6-3EC2-C1E0-D689-A1A39D51D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Tree Traversal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D3BCC2-08C1-A758-EE6E-49B692D3F0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3"/>
            <a:ext cx="5198533" cy="3228977"/>
          </a:xfrm>
          <a:custGeom>
            <a:avLst/>
            <a:gdLst>
              <a:gd name="csX0" fmla="*/ 0 w 5198533"/>
              <a:gd name="csY0" fmla="*/ 0 h 3228977"/>
              <a:gd name="csX1" fmla="*/ 629600 w 5198533"/>
              <a:gd name="csY1" fmla="*/ 0 h 3228977"/>
              <a:gd name="csX2" fmla="*/ 1207215 w 5198533"/>
              <a:gd name="csY2" fmla="*/ 0 h 3228977"/>
              <a:gd name="csX3" fmla="*/ 1628874 w 5198533"/>
              <a:gd name="csY3" fmla="*/ 0 h 3228977"/>
              <a:gd name="csX4" fmla="*/ 2258474 w 5198533"/>
              <a:gd name="csY4" fmla="*/ 0 h 3228977"/>
              <a:gd name="csX5" fmla="*/ 2680133 w 5198533"/>
              <a:gd name="csY5" fmla="*/ 0 h 3228977"/>
              <a:gd name="csX6" fmla="*/ 3257747 w 5198533"/>
              <a:gd name="csY6" fmla="*/ 0 h 3228977"/>
              <a:gd name="csX7" fmla="*/ 3679406 w 5198533"/>
              <a:gd name="csY7" fmla="*/ 0 h 3228977"/>
              <a:gd name="csX8" fmla="*/ 4153050 w 5198533"/>
              <a:gd name="csY8" fmla="*/ 0 h 3228977"/>
              <a:gd name="csX9" fmla="*/ 4574709 w 5198533"/>
              <a:gd name="csY9" fmla="*/ 0 h 3228977"/>
              <a:gd name="csX10" fmla="*/ 5198533 w 5198533"/>
              <a:gd name="csY10" fmla="*/ 0 h 3228977"/>
              <a:gd name="csX11" fmla="*/ 5198533 w 5198533"/>
              <a:gd name="csY11" fmla="*/ 570453 h 3228977"/>
              <a:gd name="csX12" fmla="*/ 5198533 w 5198533"/>
              <a:gd name="csY12" fmla="*/ 1076326 h 3228977"/>
              <a:gd name="csX13" fmla="*/ 5198533 w 5198533"/>
              <a:gd name="csY13" fmla="*/ 1582199 h 3228977"/>
              <a:gd name="csX14" fmla="*/ 5198533 w 5198533"/>
              <a:gd name="csY14" fmla="*/ 2152651 h 3228977"/>
              <a:gd name="csX15" fmla="*/ 5198533 w 5198533"/>
              <a:gd name="csY15" fmla="*/ 2755394 h 3228977"/>
              <a:gd name="csX16" fmla="*/ 5198533 w 5198533"/>
              <a:gd name="csY16" fmla="*/ 3228977 h 3228977"/>
              <a:gd name="csX17" fmla="*/ 4672904 w 5198533"/>
              <a:gd name="csY17" fmla="*/ 3228977 h 3228977"/>
              <a:gd name="csX18" fmla="*/ 4147274 w 5198533"/>
              <a:gd name="csY18" fmla="*/ 3228977 h 3228977"/>
              <a:gd name="csX19" fmla="*/ 3673630 w 5198533"/>
              <a:gd name="csY19" fmla="*/ 3228977 h 3228977"/>
              <a:gd name="csX20" fmla="*/ 3199986 w 5198533"/>
              <a:gd name="csY20" fmla="*/ 3228977 h 3228977"/>
              <a:gd name="csX21" fmla="*/ 2726342 w 5198533"/>
              <a:gd name="csY21" fmla="*/ 3228977 h 3228977"/>
              <a:gd name="csX22" fmla="*/ 2252698 w 5198533"/>
              <a:gd name="csY22" fmla="*/ 3228977 h 3228977"/>
              <a:gd name="csX23" fmla="*/ 1623098 w 5198533"/>
              <a:gd name="csY23" fmla="*/ 3228977 h 3228977"/>
              <a:gd name="csX24" fmla="*/ 1045483 w 5198533"/>
              <a:gd name="csY24" fmla="*/ 3228977 h 3228977"/>
              <a:gd name="csX25" fmla="*/ 0 w 5198533"/>
              <a:gd name="csY25" fmla="*/ 3228977 h 3228977"/>
              <a:gd name="csX26" fmla="*/ 0 w 5198533"/>
              <a:gd name="csY26" fmla="*/ 2690814 h 3228977"/>
              <a:gd name="csX27" fmla="*/ 0 w 5198533"/>
              <a:gd name="csY27" fmla="*/ 2088072 h 3228977"/>
              <a:gd name="csX28" fmla="*/ 0 w 5198533"/>
              <a:gd name="csY28" fmla="*/ 1614489 h 3228977"/>
              <a:gd name="csX29" fmla="*/ 0 w 5198533"/>
              <a:gd name="csY29" fmla="*/ 1108615 h 3228977"/>
              <a:gd name="csX30" fmla="*/ 0 w 5198533"/>
              <a:gd name="csY30" fmla="*/ 667322 h 3228977"/>
              <a:gd name="csX31" fmla="*/ 0 w 5198533"/>
              <a:gd name="csY31" fmla="*/ 0 h 32289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</a:cxnLst>
            <a:rect l="l" t="t" r="r" b="b"/>
            <a:pathLst>
              <a:path w="5198533" h="3228977" fill="none" extrusionOk="0">
                <a:moveTo>
                  <a:pt x="0" y="0"/>
                </a:moveTo>
                <a:cubicBezTo>
                  <a:pt x="127649" y="-18807"/>
                  <a:pt x="364508" y="281"/>
                  <a:pt x="629600" y="0"/>
                </a:cubicBezTo>
                <a:cubicBezTo>
                  <a:pt x="894692" y="-281"/>
                  <a:pt x="1078791" y="32172"/>
                  <a:pt x="1207215" y="0"/>
                </a:cubicBezTo>
                <a:cubicBezTo>
                  <a:pt x="1335640" y="-32172"/>
                  <a:pt x="1445212" y="37812"/>
                  <a:pt x="1628874" y="0"/>
                </a:cubicBezTo>
                <a:cubicBezTo>
                  <a:pt x="1812536" y="-37812"/>
                  <a:pt x="2039542" y="6319"/>
                  <a:pt x="2258474" y="0"/>
                </a:cubicBezTo>
                <a:cubicBezTo>
                  <a:pt x="2477406" y="-6319"/>
                  <a:pt x="2513358" y="37840"/>
                  <a:pt x="2680133" y="0"/>
                </a:cubicBezTo>
                <a:cubicBezTo>
                  <a:pt x="2846908" y="-37840"/>
                  <a:pt x="2994815" y="11192"/>
                  <a:pt x="3257747" y="0"/>
                </a:cubicBezTo>
                <a:cubicBezTo>
                  <a:pt x="3520679" y="-11192"/>
                  <a:pt x="3549215" y="47032"/>
                  <a:pt x="3679406" y="0"/>
                </a:cubicBezTo>
                <a:cubicBezTo>
                  <a:pt x="3809597" y="-47032"/>
                  <a:pt x="3988246" y="20776"/>
                  <a:pt x="4153050" y="0"/>
                </a:cubicBezTo>
                <a:cubicBezTo>
                  <a:pt x="4317854" y="-20776"/>
                  <a:pt x="4429013" y="12095"/>
                  <a:pt x="4574709" y="0"/>
                </a:cubicBezTo>
                <a:cubicBezTo>
                  <a:pt x="4720405" y="-12095"/>
                  <a:pt x="5004979" y="44806"/>
                  <a:pt x="5198533" y="0"/>
                </a:cubicBezTo>
                <a:cubicBezTo>
                  <a:pt x="5214468" y="257198"/>
                  <a:pt x="5135574" y="347680"/>
                  <a:pt x="5198533" y="570453"/>
                </a:cubicBezTo>
                <a:cubicBezTo>
                  <a:pt x="5261492" y="793226"/>
                  <a:pt x="5185118" y="885611"/>
                  <a:pt x="5198533" y="1076326"/>
                </a:cubicBezTo>
                <a:cubicBezTo>
                  <a:pt x="5211948" y="1267041"/>
                  <a:pt x="5142066" y="1398496"/>
                  <a:pt x="5198533" y="1582199"/>
                </a:cubicBezTo>
                <a:cubicBezTo>
                  <a:pt x="5255000" y="1765902"/>
                  <a:pt x="5154956" y="1897406"/>
                  <a:pt x="5198533" y="2152651"/>
                </a:cubicBezTo>
                <a:cubicBezTo>
                  <a:pt x="5242110" y="2407896"/>
                  <a:pt x="5190606" y="2596838"/>
                  <a:pt x="5198533" y="2755394"/>
                </a:cubicBezTo>
                <a:cubicBezTo>
                  <a:pt x="5206460" y="2913950"/>
                  <a:pt x="5151250" y="3028651"/>
                  <a:pt x="5198533" y="3228977"/>
                </a:cubicBezTo>
                <a:cubicBezTo>
                  <a:pt x="5084853" y="3237316"/>
                  <a:pt x="4813451" y="3194318"/>
                  <a:pt x="4672904" y="3228977"/>
                </a:cubicBezTo>
                <a:cubicBezTo>
                  <a:pt x="4532357" y="3263636"/>
                  <a:pt x="4356122" y="3194973"/>
                  <a:pt x="4147274" y="3228977"/>
                </a:cubicBezTo>
                <a:cubicBezTo>
                  <a:pt x="3938426" y="3262981"/>
                  <a:pt x="3881888" y="3206787"/>
                  <a:pt x="3673630" y="3228977"/>
                </a:cubicBezTo>
                <a:cubicBezTo>
                  <a:pt x="3465372" y="3251167"/>
                  <a:pt x="3419107" y="3217270"/>
                  <a:pt x="3199986" y="3228977"/>
                </a:cubicBezTo>
                <a:cubicBezTo>
                  <a:pt x="2980865" y="3240684"/>
                  <a:pt x="2956588" y="3209623"/>
                  <a:pt x="2726342" y="3228977"/>
                </a:cubicBezTo>
                <a:cubicBezTo>
                  <a:pt x="2496096" y="3248331"/>
                  <a:pt x="2484262" y="3200481"/>
                  <a:pt x="2252698" y="3228977"/>
                </a:cubicBezTo>
                <a:cubicBezTo>
                  <a:pt x="2021134" y="3257473"/>
                  <a:pt x="1863753" y="3194337"/>
                  <a:pt x="1623098" y="3228977"/>
                </a:cubicBezTo>
                <a:cubicBezTo>
                  <a:pt x="1382443" y="3263617"/>
                  <a:pt x="1283356" y="3197035"/>
                  <a:pt x="1045483" y="3228977"/>
                </a:cubicBezTo>
                <a:cubicBezTo>
                  <a:pt x="807610" y="3260919"/>
                  <a:pt x="271744" y="3200035"/>
                  <a:pt x="0" y="3228977"/>
                </a:cubicBezTo>
                <a:cubicBezTo>
                  <a:pt x="-58292" y="2966631"/>
                  <a:pt x="3415" y="2894680"/>
                  <a:pt x="0" y="2690814"/>
                </a:cubicBezTo>
                <a:cubicBezTo>
                  <a:pt x="-3415" y="2486948"/>
                  <a:pt x="7033" y="2285118"/>
                  <a:pt x="0" y="2088072"/>
                </a:cubicBezTo>
                <a:cubicBezTo>
                  <a:pt x="-7033" y="1891026"/>
                  <a:pt x="25230" y="1741561"/>
                  <a:pt x="0" y="1614489"/>
                </a:cubicBezTo>
                <a:cubicBezTo>
                  <a:pt x="-25230" y="1487417"/>
                  <a:pt x="8149" y="1217820"/>
                  <a:pt x="0" y="1108615"/>
                </a:cubicBezTo>
                <a:cubicBezTo>
                  <a:pt x="-8149" y="999410"/>
                  <a:pt x="16365" y="851806"/>
                  <a:pt x="0" y="667322"/>
                </a:cubicBezTo>
                <a:cubicBezTo>
                  <a:pt x="-16365" y="482838"/>
                  <a:pt x="26264" y="198959"/>
                  <a:pt x="0" y="0"/>
                </a:cubicBezTo>
                <a:close/>
              </a:path>
              <a:path w="5198533" h="3228977" stroke="0" extrusionOk="0">
                <a:moveTo>
                  <a:pt x="0" y="0"/>
                </a:moveTo>
                <a:cubicBezTo>
                  <a:pt x="250438" y="-8575"/>
                  <a:pt x="360332" y="57247"/>
                  <a:pt x="525629" y="0"/>
                </a:cubicBezTo>
                <a:cubicBezTo>
                  <a:pt x="690926" y="-57247"/>
                  <a:pt x="976136" y="16078"/>
                  <a:pt x="1207215" y="0"/>
                </a:cubicBezTo>
                <a:cubicBezTo>
                  <a:pt x="1438294" y="-16078"/>
                  <a:pt x="1542652" y="36945"/>
                  <a:pt x="1784830" y="0"/>
                </a:cubicBezTo>
                <a:cubicBezTo>
                  <a:pt x="2027009" y="-36945"/>
                  <a:pt x="2195034" y="29762"/>
                  <a:pt x="2362444" y="0"/>
                </a:cubicBezTo>
                <a:cubicBezTo>
                  <a:pt x="2529854" y="-29762"/>
                  <a:pt x="2797366" y="10652"/>
                  <a:pt x="2940059" y="0"/>
                </a:cubicBezTo>
                <a:cubicBezTo>
                  <a:pt x="3082753" y="-10652"/>
                  <a:pt x="3289094" y="38727"/>
                  <a:pt x="3517674" y="0"/>
                </a:cubicBezTo>
                <a:cubicBezTo>
                  <a:pt x="3746254" y="-38727"/>
                  <a:pt x="3805010" y="53243"/>
                  <a:pt x="4043303" y="0"/>
                </a:cubicBezTo>
                <a:cubicBezTo>
                  <a:pt x="4281596" y="-53243"/>
                  <a:pt x="4273099" y="32871"/>
                  <a:pt x="4464962" y="0"/>
                </a:cubicBezTo>
                <a:cubicBezTo>
                  <a:pt x="4656825" y="-32871"/>
                  <a:pt x="4947914" y="17772"/>
                  <a:pt x="5198533" y="0"/>
                </a:cubicBezTo>
                <a:cubicBezTo>
                  <a:pt x="5238713" y="103790"/>
                  <a:pt x="5139160" y="351439"/>
                  <a:pt x="5198533" y="505873"/>
                </a:cubicBezTo>
                <a:cubicBezTo>
                  <a:pt x="5257906" y="660307"/>
                  <a:pt x="5195813" y="948049"/>
                  <a:pt x="5198533" y="1076326"/>
                </a:cubicBezTo>
                <a:cubicBezTo>
                  <a:pt x="5201253" y="1204603"/>
                  <a:pt x="5189043" y="1442347"/>
                  <a:pt x="5198533" y="1679068"/>
                </a:cubicBezTo>
                <a:cubicBezTo>
                  <a:pt x="5208023" y="1915789"/>
                  <a:pt x="5186210" y="2090952"/>
                  <a:pt x="5198533" y="2249521"/>
                </a:cubicBezTo>
                <a:cubicBezTo>
                  <a:pt x="5210856" y="2408090"/>
                  <a:pt x="5111094" y="2846666"/>
                  <a:pt x="5198533" y="3228977"/>
                </a:cubicBezTo>
                <a:cubicBezTo>
                  <a:pt x="5072182" y="3275201"/>
                  <a:pt x="4800778" y="3164755"/>
                  <a:pt x="4620918" y="3228977"/>
                </a:cubicBezTo>
                <a:cubicBezTo>
                  <a:pt x="4441059" y="3293199"/>
                  <a:pt x="4255608" y="3182591"/>
                  <a:pt x="4095289" y="3228977"/>
                </a:cubicBezTo>
                <a:cubicBezTo>
                  <a:pt x="3934970" y="3275363"/>
                  <a:pt x="3611992" y="3155598"/>
                  <a:pt x="3465689" y="3228977"/>
                </a:cubicBezTo>
                <a:cubicBezTo>
                  <a:pt x="3319386" y="3302356"/>
                  <a:pt x="3091732" y="3222091"/>
                  <a:pt x="2836089" y="3228977"/>
                </a:cubicBezTo>
                <a:cubicBezTo>
                  <a:pt x="2580446" y="3235863"/>
                  <a:pt x="2523277" y="3182386"/>
                  <a:pt x="2414430" y="3228977"/>
                </a:cubicBezTo>
                <a:cubicBezTo>
                  <a:pt x="2305583" y="3275568"/>
                  <a:pt x="2085947" y="3220224"/>
                  <a:pt x="1836815" y="3228977"/>
                </a:cubicBezTo>
                <a:cubicBezTo>
                  <a:pt x="1587683" y="3237730"/>
                  <a:pt x="1432623" y="3190605"/>
                  <a:pt x="1207215" y="3228977"/>
                </a:cubicBezTo>
                <a:cubicBezTo>
                  <a:pt x="981807" y="3267349"/>
                  <a:pt x="898864" y="3224967"/>
                  <a:pt x="681585" y="3228977"/>
                </a:cubicBezTo>
                <a:cubicBezTo>
                  <a:pt x="464306" y="3232987"/>
                  <a:pt x="212954" y="3212314"/>
                  <a:pt x="0" y="3228977"/>
                </a:cubicBezTo>
                <a:cubicBezTo>
                  <a:pt x="-50037" y="3041871"/>
                  <a:pt x="58398" y="2857566"/>
                  <a:pt x="0" y="2723104"/>
                </a:cubicBezTo>
                <a:cubicBezTo>
                  <a:pt x="-58398" y="2588642"/>
                  <a:pt x="7017" y="2414782"/>
                  <a:pt x="0" y="2184941"/>
                </a:cubicBezTo>
                <a:cubicBezTo>
                  <a:pt x="-7017" y="1955100"/>
                  <a:pt x="1718" y="1893289"/>
                  <a:pt x="0" y="1679068"/>
                </a:cubicBezTo>
                <a:cubicBezTo>
                  <a:pt x="-1718" y="1464847"/>
                  <a:pt x="21685" y="1433736"/>
                  <a:pt x="0" y="1205485"/>
                </a:cubicBezTo>
                <a:cubicBezTo>
                  <a:pt x="-21685" y="977234"/>
                  <a:pt x="38108" y="831019"/>
                  <a:pt x="0" y="602742"/>
                </a:cubicBezTo>
                <a:cubicBezTo>
                  <a:pt x="-38108" y="374465"/>
                  <a:pt x="41828" y="278768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946725650">
                  <ask:type>
                    <ask:lineSketchScribble/>
                  </ask:type>
                </ask:lineSketchStyleProps>
              </a:ext>
            </a:extLst>
          </a:ln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Algorithm: </a:t>
            </a:r>
            <a:r>
              <a:rPr lang="en-IN" dirty="0" err="1">
                <a:highlight>
                  <a:srgbClr val="FFFF00"/>
                </a:highlight>
                <a:latin typeface="Consolas" panose="020B0609020204030204" pitchFamily="49" charset="0"/>
              </a:rPr>
              <a:t>preOrder</a:t>
            </a:r>
            <a:r>
              <a:rPr lang="en-IN" dirty="0">
                <a:highlight>
                  <a:srgbClr val="FFFF00"/>
                </a:highlight>
                <a:latin typeface="Consolas" panose="020B0609020204030204" pitchFamily="49" charset="0"/>
              </a:rPr>
              <a:t>(v)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if </a:t>
            </a:r>
            <a:r>
              <a:rPr lang="en-IN" dirty="0">
                <a:solidFill>
                  <a:schemeClr val="accent4"/>
                </a:solidFill>
                <a:latin typeface="Consolas" panose="020B0609020204030204" pitchFamily="49" charset="0"/>
              </a:rPr>
              <a:t>(v = null) </a:t>
            </a:r>
            <a:r>
              <a:rPr lang="en-IN" dirty="0">
                <a:latin typeface="Consolas" panose="020B0609020204030204" pitchFamily="49" charset="0"/>
              </a:rPr>
              <a:t>then 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	return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else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4"/>
                </a:solidFill>
                <a:latin typeface="Consolas" panose="020B0609020204030204" pitchFamily="49" charset="0"/>
              </a:rPr>
              <a:t>	visit(v)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	</a:t>
            </a:r>
            <a:r>
              <a:rPr lang="en-IN" dirty="0" err="1">
                <a:solidFill>
                  <a:schemeClr val="accent4"/>
                </a:solidFill>
                <a:latin typeface="Consolas" panose="020B0609020204030204" pitchFamily="49" charset="0"/>
              </a:rPr>
              <a:t>preOrder</a:t>
            </a:r>
            <a:r>
              <a:rPr lang="en-IN" dirty="0">
                <a:solidFill>
                  <a:schemeClr val="accent4"/>
                </a:solidFill>
                <a:latin typeface="Consolas" panose="020B0609020204030204" pitchFamily="49" charset="0"/>
              </a:rPr>
              <a:t>(</a:t>
            </a:r>
            <a:r>
              <a:rPr lang="en-IN" dirty="0" err="1">
                <a:solidFill>
                  <a:schemeClr val="accent4"/>
                </a:solidFill>
                <a:latin typeface="Consolas" panose="020B0609020204030204" pitchFamily="49" charset="0"/>
              </a:rPr>
              <a:t>v.leftChild</a:t>
            </a:r>
            <a:r>
              <a:rPr lang="en-IN" dirty="0">
                <a:solidFill>
                  <a:schemeClr val="accent4"/>
                </a:solidFill>
                <a:latin typeface="Consolas" panose="020B0609020204030204" pitchFamily="49" charset="0"/>
              </a:rPr>
              <a:t>())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4"/>
                </a:solidFill>
                <a:latin typeface="Consolas" panose="020B0609020204030204" pitchFamily="49" charset="0"/>
              </a:rPr>
              <a:t>	</a:t>
            </a:r>
            <a:r>
              <a:rPr lang="en-IN" dirty="0" err="1">
                <a:solidFill>
                  <a:schemeClr val="accent4"/>
                </a:solidFill>
                <a:latin typeface="Consolas" panose="020B0609020204030204" pitchFamily="49" charset="0"/>
              </a:rPr>
              <a:t>preOrder</a:t>
            </a:r>
            <a:r>
              <a:rPr lang="en-IN" dirty="0">
                <a:solidFill>
                  <a:schemeClr val="accent4"/>
                </a:solidFill>
                <a:latin typeface="Consolas" panose="020B0609020204030204" pitchFamily="49" charset="0"/>
              </a:rPr>
              <a:t>(</a:t>
            </a:r>
            <a:r>
              <a:rPr lang="en-IN" dirty="0" err="1">
                <a:solidFill>
                  <a:schemeClr val="accent4"/>
                </a:solidFill>
                <a:latin typeface="Consolas" panose="020B0609020204030204" pitchFamily="49" charset="0"/>
              </a:rPr>
              <a:t>v.rightChild</a:t>
            </a:r>
            <a:r>
              <a:rPr lang="en-IN" dirty="0">
                <a:solidFill>
                  <a:schemeClr val="accent4"/>
                </a:solidFill>
                <a:latin typeface="Consolas" panose="020B0609020204030204" pitchFamily="49" charset="0"/>
              </a:rPr>
              <a:t>())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08FFFDB-2ABD-0874-CDFD-FD3FEBBE20F5}"/>
              </a:ext>
            </a:extLst>
          </p:cNvPr>
          <p:cNvSpPr txBox="1">
            <a:spLocks/>
          </p:cNvSpPr>
          <p:nvPr/>
        </p:nvSpPr>
        <p:spPr>
          <a:xfrm>
            <a:off x="6231467" y="1825623"/>
            <a:ext cx="5367866" cy="3228977"/>
          </a:xfrm>
          <a:custGeom>
            <a:avLst/>
            <a:gdLst>
              <a:gd name="csX0" fmla="*/ 0 w 5367866"/>
              <a:gd name="csY0" fmla="*/ 0 h 3228977"/>
              <a:gd name="csX1" fmla="*/ 650108 w 5367866"/>
              <a:gd name="csY1" fmla="*/ 0 h 3228977"/>
              <a:gd name="csX2" fmla="*/ 1246538 w 5367866"/>
              <a:gd name="csY2" fmla="*/ 0 h 3228977"/>
              <a:gd name="csX3" fmla="*/ 1681931 w 5367866"/>
              <a:gd name="csY3" fmla="*/ 0 h 3228977"/>
              <a:gd name="csX4" fmla="*/ 2332040 w 5367866"/>
              <a:gd name="csY4" fmla="*/ 0 h 3228977"/>
              <a:gd name="csX5" fmla="*/ 2767433 w 5367866"/>
              <a:gd name="csY5" fmla="*/ 0 h 3228977"/>
              <a:gd name="csX6" fmla="*/ 3363863 w 5367866"/>
              <a:gd name="csY6" fmla="*/ 0 h 3228977"/>
              <a:gd name="csX7" fmla="*/ 3799256 w 5367866"/>
              <a:gd name="csY7" fmla="*/ 0 h 3228977"/>
              <a:gd name="csX8" fmla="*/ 4288329 w 5367866"/>
              <a:gd name="csY8" fmla="*/ 0 h 3228977"/>
              <a:gd name="csX9" fmla="*/ 4723722 w 5367866"/>
              <a:gd name="csY9" fmla="*/ 0 h 3228977"/>
              <a:gd name="csX10" fmla="*/ 5367866 w 5367866"/>
              <a:gd name="csY10" fmla="*/ 0 h 3228977"/>
              <a:gd name="csX11" fmla="*/ 5367866 w 5367866"/>
              <a:gd name="csY11" fmla="*/ 570453 h 3228977"/>
              <a:gd name="csX12" fmla="*/ 5367866 w 5367866"/>
              <a:gd name="csY12" fmla="*/ 1076326 h 3228977"/>
              <a:gd name="csX13" fmla="*/ 5367866 w 5367866"/>
              <a:gd name="csY13" fmla="*/ 1582199 h 3228977"/>
              <a:gd name="csX14" fmla="*/ 5367866 w 5367866"/>
              <a:gd name="csY14" fmla="*/ 2152651 h 3228977"/>
              <a:gd name="csX15" fmla="*/ 5367866 w 5367866"/>
              <a:gd name="csY15" fmla="*/ 2755394 h 3228977"/>
              <a:gd name="csX16" fmla="*/ 5367866 w 5367866"/>
              <a:gd name="csY16" fmla="*/ 3228977 h 3228977"/>
              <a:gd name="csX17" fmla="*/ 4825115 w 5367866"/>
              <a:gd name="csY17" fmla="*/ 3228977 h 3228977"/>
              <a:gd name="csX18" fmla="*/ 4282364 w 5367866"/>
              <a:gd name="csY18" fmla="*/ 3228977 h 3228977"/>
              <a:gd name="csX19" fmla="*/ 3793292 w 5367866"/>
              <a:gd name="csY19" fmla="*/ 3228977 h 3228977"/>
              <a:gd name="csX20" fmla="*/ 3304220 w 5367866"/>
              <a:gd name="csY20" fmla="*/ 3228977 h 3228977"/>
              <a:gd name="csX21" fmla="*/ 2815148 w 5367866"/>
              <a:gd name="csY21" fmla="*/ 3228977 h 3228977"/>
              <a:gd name="csX22" fmla="*/ 2326075 w 5367866"/>
              <a:gd name="csY22" fmla="*/ 3228977 h 3228977"/>
              <a:gd name="csX23" fmla="*/ 1675967 w 5367866"/>
              <a:gd name="csY23" fmla="*/ 3228977 h 3228977"/>
              <a:gd name="csX24" fmla="*/ 1079537 w 5367866"/>
              <a:gd name="csY24" fmla="*/ 3228977 h 3228977"/>
              <a:gd name="csX25" fmla="*/ 0 w 5367866"/>
              <a:gd name="csY25" fmla="*/ 3228977 h 3228977"/>
              <a:gd name="csX26" fmla="*/ 0 w 5367866"/>
              <a:gd name="csY26" fmla="*/ 2690814 h 3228977"/>
              <a:gd name="csX27" fmla="*/ 0 w 5367866"/>
              <a:gd name="csY27" fmla="*/ 2088072 h 3228977"/>
              <a:gd name="csX28" fmla="*/ 0 w 5367866"/>
              <a:gd name="csY28" fmla="*/ 1614489 h 3228977"/>
              <a:gd name="csX29" fmla="*/ 0 w 5367866"/>
              <a:gd name="csY29" fmla="*/ 1108615 h 3228977"/>
              <a:gd name="csX30" fmla="*/ 0 w 5367866"/>
              <a:gd name="csY30" fmla="*/ 667322 h 3228977"/>
              <a:gd name="csX31" fmla="*/ 0 w 5367866"/>
              <a:gd name="csY31" fmla="*/ 0 h 32289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</a:cxnLst>
            <a:rect l="l" t="t" r="r" b="b"/>
            <a:pathLst>
              <a:path w="5367866" h="3228977" fill="none" extrusionOk="0">
                <a:moveTo>
                  <a:pt x="0" y="0"/>
                </a:moveTo>
                <a:cubicBezTo>
                  <a:pt x="208351" y="-13047"/>
                  <a:pt x="465306" y="65205"/>
                  <a:pt x="650108" y="0"/>
                </a:cubicBezTo>
                <a:cubicBezTo>
                  <a:pt x="834910" y="-65205"/>
                  <a:pt x="1034170" y="48911"/>
                  <a:pt x="1246538" y="0"/>
                </a:cubicBezTo>
                <a:cubicBezTo>
                  <a:pt x="1458906" y="-48911"/>
                  <a:pt x="1520375" y="49953"/>
                  <a:pt x="1681931" y="0"/>
                </a:cubicBezTo>
                <a:cubicBezTo>
                  <a:pt x="1843487" y="-49953"/>
                  <a:pt x="2101624" y="47289"/>
                  <a:pt x="2332040" y="0"/>
                </a:cubicBezTo>
                <a:cubicBezTo>
                  <a:pt x="2562456" y="-47289"/>
                  <a:pt x="2568562" y="9619"/>
                  <a:pt x="2767433" y="0"/>
                </a:cubicBezTo>
                <a:cubicBezTo>
                  <a:pt x="2966304" y="-9619"/>
                  <a:pt x="3068131" y="56799"/>
                  <a:pt x="3363863" y="0"/>
                </a:cubicBezTo>
                <a:cubicBezTo>
                  <a:pt x="3659595" y="-56799"/>
                  <a:pt x="3585863" y="45913"/>
                  <a:pt x="3799256" y="0"/>
                </a:cubicBezTo>
                <a:cubicBezTo>
                  <a:pt x="4012649" y="-45913"/>
                  <a:pt x="4140736" y="57171"/>
                  <a:pt x="4288329" y="0"/>
                </a:cubicBezTo>
                <a:cubicBezTo>
                  <a:pt x="4435922" y="-57171"/>
                  <a:pt x="4567467" y="51618"/>
                  <a:pt x="4723722" y="0"/>
                </a:cubicBezTo>
                <a:cubicBezTo>
                  <a:pt x="4879977" y="-51618"/>
                  <a:pt x="5088507" y="51390"/>
                  <a:pt x="5367866" y="0"/>
                </a:cubicBezTo>
                <a:cubicBezTo>
                  <a:pt x="5383801" y="257198"/>
                  <a:pt x="5304907" y="347680"/>
                  <a:pt x="5367866" y="570453"/>
                </a:cubicBezTo>
                <a:cubicBezTo>
                  <a:pt x="5430825" y="793226"/>
                  <a:pt x="5354451" y="885611"/>
                  <a:pt x="5367866" y="1076326"/>
                </a:cubicBezTo>
                <a:cubicBezTo>
                  <a:pt x="5381281" y="1267041"/>
                  <a:pt x="5311399" y="1398496"/>
                  <a:pt x="5367866" y="1582199"/>
                </a:cubicBezTo>
                <a:cubicBezTo>
                  <a:pt x="5424333" y="1765902"/>
                  <a:pt x="5324289" y="1897406"/>
                  <a:pt x="5367866" y="2152651"/>
                </a:cubicBezTo>
                <a:cubicBezTo>
                  <a:pt x="5411443" y="2407896"/>
                  <a:pt x="5359939" y="2596838"/>
                  <a:pt x="5367866" y="2755394"/>
                </a:cubicBezTo>
                <a:cubicBezTo>
                  <a:pt x="5375793" y="2913950"/>
                  <a:pt x="5320583" y="3028651"/>
                  <a:pt x="5367866" y="3228977"/>
                </a:cubicBezTo>
                <a:cubicBezTo>
                  <a:pt x="5191638" y="3239467"/>
                  <a:pt x="5042591" y="3214871"/>
                  <a:pt x="4825115" y="3228977"/>
                </a:cubicBezTo>
                <a:cubicBezTo>
                  <a:pt x="4607639" y="3243083"/>
                  <a:pt x="4466664" y="3183671"/>
                  <a:pt x="4282364" y="3228977"/>
                </a:cubicBezTo>
                <a:cubicBezTo>
                  <a:pt x="4098064" y="3274283"/>
                  <a:pt x="3906314" y="3215266"/>
                  <a:pt x="3793292" y="3228977"/>
                </a:cubicBezTo>
                <a:cubicBezTo>
                  <a:pt x="3680270" y="3242688"/>
                  <a:pt x="3403351" y="3205411"/>
                  <a:pt x="3304220" y="3228977"/>
                </a:cubicBezTo>
                <a:cubicBezTo>
                  <a:pt x="3205089" y="3252543"/>
                  <a:pt x="2963243" y="3178797"/>
                  <a:pt x="2815148" y="3228977"/>
                </a:cubicBezTo>
                <a:cubicBezTo>
                  <a:pt x="2667053" y="3279157"/>
                  <a:pt x="2510176" y="3200495"/>
                  <a:pt x="2326075" y="3228977"/>
                </a:cubicBezTo>
                <a:cubicBezTo>
                  <a:pt x="2141974" y="3257459"/>
                  <a:pt x="1991530" y="3195717"/>
                  <a:pt x="1675967" y="3228977"/>
                </a:cubicBezTo>
                <a:cubicBezTo>
                  <a:pt x="1360404" y="3262237"/>
                  <a:pt x="1296205" y="3223009"/>
                  <a:pt x="1079537" y="3228977"/>
                </a:cubicBezTo>
                <a:cubicBezTo>
                  <a:pt x="862869" y="3234945"/>
                  <a:pt x="300311" y="3203329"/>
                  <a:pt x="0" y="3228977"/>
                </a:cubicBezTo>
                <a:cubicBezTo>
                  <a:pt x="-58292" y="2966631"/>
                  <a:pt x="3415" y="2894680"/>
                  <a:pt x="0" y="2690814"/>
                </a:cubicBezTo>
                <a:cubicBezTo>
                  <a:pt x="-3415" y="2486948"/>
                  <a:pt x="7033" y="2285118"/>
                  <a:pt x="0" y="2088072"/>
                </a:cubicBezTo>
                <a:cubicBezTo>
                  <a:pt x="-7033" y="1891026"/>
                  <a:pt x="25230" y="1741561"/>
                  <a:pt x="0" y="1614489"/>
                </a:cubicBezTo>
                <a:cubicBezTo>
                  <a:pt x="-25230" y="1487417"/>
                  <a:pt x="8149" y="1217820"/>
                  <a:pt x="0" y="1108615"/>
                </a:cubicBezTo>
                <a:cubicBezTo>
                  <a:pt x="-8149" y="999410"/>
                  <a:pt x="16365" y="851806"/>
                  <a:pt x="0" y="667322"/>
                </a:cubicBezTo>
                <a:cubicBezTo>
                  <a:pt x="-16365" y="482838"/>
                  <a:pt x="26264" y="198959"/>
                  <a:pt x="0" y="0"/>
                </a:cubicBezTo>
                <a:close/>
              </a:path>
              <a:path w="5367866" h="3228977" stroke="0" extrusionOk="0">
                <a:moveTo>
                  <a:pt x="0" y="0"/>
                </a:moveTo>
                <a:cubicBezTo>
                  <a:pt x="214699" y="-15925"/>
                  <a:pt x="350504" y="25651"/>
                  <a:pt x="542751" y="0"/>
                </a:cubicBezTo>
                <a:cubicBezTo>
                  <a:pt x="734998" y="-25651"/>
                  <a:pt x="1017891" y="68150"/>
                  <a:pt x="1246538" y="0"/>
                </a:cubicBezTo>
                <a:cubicBezTo>
                  <a:pt x="1475185" y="-68150"/>
                  <a:pt x="1713753" y="71105"/>
                  <a:pt x="1842967" y="0"/>
                </a:cubicBezTo>
                <a:cubicBezTo>
                  <a:pt x="1972181" y="-71105"/>
                  <a:pt x="2268841" y="40896"/>
                  <a:pt x="2439397" y="0"/>
                </a:cubicBezTo>
                <a:cubicBezTo>
                  <a:pt x="2609953" y="-40896"/>
                  <a:pt x="2860824" y="47936"/>
                  <a:pt x="3035826" y="0"/>
                </a:cubicBezTo>
                <a:cubicBezTo>
                  <a:pt x="3210828" y="-47936"/>
                  <a:pt x="3353707" y="62073"/>
                  <a:pt x="3632256" y="0"/>
                </a:cubicBezTo>
                <a:cubicBezTo>
                  <a:pt x="3910805" y="-62073"/>
                  <a:pt x="4001901" y="9078"/>
                  <a:pt x="4175007" y="0"/>
                </a:cubicBezTo>
                <a:cubicBezTo>
                  <a:pt x="4348113" y="-9078"/>
                  <a:pt x="4406587" y="998"/>
                  <a:pt x="4610400" y="0"/>
                </a:cubicBezTo>
                <a:cubicBezTo>
                  <a:pt x="4814213" y="-998"/>
                  <a:pt x="5159463" y="69474"/>
                  <a:pt x="5367866" y="0"/>
                </a:cubicBezTo>
                <a:cubicBezTo>
                  <a:pt x="5408046" y="103790"/>
                  <a:pt x="5308493" y="351439"/>
                  <a:pt x="5367866" y="505873"/>
                </a:cubicBezTo>
                <a:cubicBezTo>
                  <a:pt x="5427239" y="660307"/>
                  <a:pt x="5365146" y="948049"/>
                  <a:pt x="5367866" y="1076326"/>
                </a:cubicBezTo>
                <a:cubicBezTo>
                  <a:pt x="5370586" y="1204603"/>
                  <a:pt x="5358376" y="1442347"/>
                  <a:pt x="5367866" y="1679068"/>
                </a:cubicBezTo>
                <a:cubicBezTo>
                  <a:pt x="5377356" y="1915789"/>
                  <a:pt x="5355543" y="2090952"/>
                  <a:pt x="5367866" y="2249521"/>
                </a:cubicBezTo>
                <a:cubicBezTo>
                  <a:pt x="5380189" y="2408090"/>
                  <a:pt x="5280427" y="2846666"/>
                  <a:pt x="5367866" y="3228977"/>
                </a:cubicBezTo>
                <a:cubicBezTo>
                  <a:pt x="5133397" y="3262411"/>
                  <a:pt x="4951147" y="3163065"/>
                  <a:pt x="4771436" y="3228977"/>
                </a:cubicBezTo>
                <a:cubicBezTo>
                  <a:pt x="4591725" y="3294889"/>
                  <a:pt x="4442842" y="3176836"/>
                  <a:pt x="4228686" y="3228977"/>
                </a:cubicBezTo>
                <a:cubicBezTo>
                  <a:pt x="4014530" y="3281118"/>
                  <a:pt x="3889268" y="3224477"/>
                  <a:pt x="3578577" y="3228977"/>
                </a:cubicBezTo>
                <a:cubicBezTo>
                  <a:pt x="3267886" y="3233477"/>
                  <a:pt x="3182196" y="3158690"/>
                  <a:pt x="2928469" y="3228977"/>
                </a:cubicBezTo>
                <a:cubicBezTo>
                  <a:pt x="2674742" y="3299264"/>
                  <a:pt x="2610694" y="3193522"/>
                  <a:pt x="2493076" y="3228977"/>
                </a:cubicBezTo>
                <a:cubicBezTo>
                  <a:pt x="2375458" y="3264432"/>
                  <a:pt x="2184585" y="3170829"/>
                  <a:pt x="1896646" y="3228977"/>
                </a:cubicBezTo>
                <a:cubicBezTo>
                  <a:pt x="1608707" y="3287125"/>
                  <a:pt x="1421359" y="3152630"/>
                  <a:pt x="1246538" y="3228977"/>
                </a:cubicBezTo>
                <a:cubicBezTo>
                  <a:pt x="1071717" y="3305324"/>
                  <a:pt x="873711" y="3209540"/>
                  <a:pt x="703787" y="3228977"/>
                </a:cubicBezTo>
                <a:cubicBezTo>
                  <a:pt x="533863" y="3248414"/>
                  <a:pt x="325610" y="3187353"/>
                  <a:pt x="0" y="3228977"/>
                </a:cubicBezTo>
                <a:cubicBezTo>
                  <a:pt x="-50037" y="3041871"/>
                  <a:pt x="58398" y="2857566"/>
                  <a:pt x="0" y="2723104"/>
                </a:cubicBezTo>
                <a:cubicBezTo>
                  <a:pt x="-58398" y="2588642"/>
                  <a:pt x="7017" y="2414782"/>
                  <a:pt x="0" y="2184941"/>
                </a:cubicBezTo>
                <a:cubicBezTo>
                  <a:pt x="-7017" y="1955100"/>
                  <a:pt x="1718" y="1893289"/>
                  <a:pt x="0" y="1679068"/>
                </a:cubicBezTo>
                <a:cubicBezTo>
                  <a:pt x="-1718" y="1464847"/>
                  <a:pt x="21685" y="1433736"/>
                  <a:pt x="0" y="1205485"/>
                </a:cubicBezTo>
                <a:cubicBezTo>
                  <a:pt x="-21685" y="977234"/>
                  <a:pt x="38108" y="831019"/>
                  <a:pt x="0" y="602742"/>
                </a:cubicBezTo>
                <a:cubicBezTo>
                  <a:pt x="-38108" y="374465"/>
                  <a:pt x="41828" y="278768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946725650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N" dirty="0">
                <a:latin typeface="Consolas" panose="020B0609020204030204" pitchFamily="49" charset="0"/>
              </a:rPr>
              <a:t>Algorithm: </a:t>
            </a:r>
            <a:r>
              <a:rPr lang="en-IN" dirty="0" err="1">
                <a:highlight>
                  <a:srgbClr val="FFFF00"/>
                </a:highlight>
                <a:latin typeface="Consolas" panose="020B0609020204030204" pitchFamily="49" charset="0"/>
              </a:rPr>
              <a:t>postOrder</a:t>
            </a:r>
            <a:r>
              <a:rPr lang="en-IN" dirty="0">
                <a:highlight>
                  <a:srgbClr val="FFFF00"/>
                </a:highlight>
                <a:latin typeface="Consolas" panose="020B0609020204030204" pitchFamily="49" charset="0"/>
              </a:rPr>
              <a:t>(v)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dirty="0">
                <a:latin typeface="Consolas" panose="020B0609020204030204" pitchFamily="49" charset="0"/>
              </a:rPr>
              <a:t>if </a:t>
            </a:r>
            <a:r>
              <a:rPr lang="en-IN" dirty="0">
                <a:solidFill>
                  <a:schemeClr val="accent4"/>
                </a:solidFill>
                <a:latin typeface="Consolas" panose="020B0609020204030204" pitchFamily="49" charset="0"/>
              </a:rPr>
              <a:t>(v = null) </a:t>
            </a:r>
            <a:r>
              <a:rPr lang="en-IN" dirty="0">
                <a:latin typeface="Consolas" panose="020B0609020204030204" pitchFamily="49" charset="0"/>
              </a:rPr>
              <a:t>then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dirty="0">
                <a:latin typeface="Consolas" panose="020B0609020204030204" pitchFamily="49" charset="0"/>
              </a:rPr>
              <a:t>	return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dirty="0">
                <a:latin typeface="Consolas" panose="020B0609020204030204" pitchFamily="49" charset="0"/>
              </a:rPr>
              <a:t>else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dirty="0">
                <a:solidFill>
                  <a:schemeClr val="accent4"/>
                </a:solidFill>
                <a:latin typeface="Consolas" panose="020B0609020204030204" pitchFamily="49" charset="0"/>
              </a:rPr>
              <a:t>	</a:t>
            </a:r>
            <a:r>
              <a:rPr lang="en-IN" dirty="0" err="1">
                <a:solidFill>
                  <a:schemeClr val="accent4"/>
                </a:solidFill>
                <a:latin typeface="Consolas" panose="020B0609020204030204" pitchFamily="49" charset="0"/>
              </a:rPr>
              <a:t>postOrder</a:t>
            </a:r>
            <a:r>
              <a:rPr lang="en-IN" dirty="0">
                <a:solidFill>
                  <a:schemeClr val="accent4"/>
                </a:solidFill>
                <a:latin typeface="Consolas" panose="020B0609020204030204" pitchFamily="49" charset="0"/>
              </a:rPr>
              <a:t>(</a:t>
            </a:r>
            <a:r>
              <a:rPr lang="en-IN" dirty="0" err="1">
                <a:solidFill>
                  <a:schemeClr val="accent4"/>
                </a:solidFill>
                <a:latin typeface="Consolas" panose="020B0609020204030204" pitchFamily="49" charset="0"/>
              </a:rPr>
              <a:t>v.leftChild</a:t>
            </a:r>
            <a:r>
              <a:rPr lang="en-IN" dirty="0">
                <a:solidFill>
                  <a:schemeClr val="accent4"/>
                </a:solidFill>
                <a:latin typeface="Consolas" panose="020B0609020204030204" pitchFamily="49" charset="0"/>
              </a:rPr>
              <a:t>())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dirty="0">
                <a:solidFill>
                  <a:schemeClr val="accent4"/>
                </a:solidFill>
                <a:latin typeface="Consolas" panose="020B0609020204030204" pitchFamily="49" charset="0"/>
              </a:rPr>
              <a:t>	</a:t>
            </a:r>
            <a:r>
              <a:rPr lang="en-IN" dirty="0" err="1">
                <a:solidFill>
                  <a:schemeClr val="accent4"/>
                </a:solidFill>
                <a:latin typeface="Consolas" panose="020B0609020204030204" pitchFamily="49" charset="0"/>
              </a:rPr>
              <a:t>postOrder</a:t>
            </a:r>
            <a:r>
              <a:rPr lang="en-IN" dirty="0">
                <a:solidFill>
                  <a:schemeClr val="accent4"/>
                </a:solidFill>
                <a:latin typeface="Consolas" panose="020B0609020204030204" pitchFamily="49" charset="0"/>
              </a:rPr>
              <a:t>(</a:t>
            </a:r>
            <a:r>
              <a:rPr lang="en-IN" dirty="0" err="1">
                <a:solidFill>
                  <a:schemeClr val="accent4"/>
                </a:solidFill>
                <a:latin typeface="Consolas" panose="020B0609020204030204" pitchFamily="49" charset="0"/>
              </a:rPr>
              <a:t>v.rightChild</a:t>
            </a:r>
            <a:r>
              <a:rPr lang="en-IN" dirty="0">
                <a:solidFill>
                  <a:schemeClr val="accent4"/>
                </a:solidFill>
                <a:latin typeface="Consolas" panose="020B0609020204030204" pitchFamily="49" charset="0"/>
              </a:rPr>
              <a:t>())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4"/>
                </a:solidFill>
                <a:latin typeface="Consolas" panose="020B0609020204030204" pitchFamily="49" charset="0"/>
              </a:rPr>
              <a:t>	visit(v)</a:t>
            </a:r>
          </a:p>
        </p:txBody>
      </p:sp>
    </p:spTree>
    <p:extLst>
      <p:ext uri="{BB962C8B-B14F-4D97-AF65-F5344CB8AC3E}">
        <p14:creationId xmlns:p14="http://schemas.microsoft.com/office/powerpoint/2010/main" val="10451616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90045-4B5F-2006-5789-3F4F2A6F6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Tree Traversal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B78C633-9B2D-E3D4-54C2-8E3309669D4C}"/>
              </a:ext>
            </a:extLst>
          </p:cNvPr>
          <p:cNvGrpSpPr/>
          <p:nvPr/>
        </p:nvGrpSpPr>
        <p:grpSpPr>
          <a:xfrm>
            <a:off x="3300763" y="2099690"/>
            <a:ext cx="2691681" cy="2612080"/>
            <a:chOff x="6832056" y="1310961"/>
            <a:chExt cx="2691681" cy="2612080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F1D8B690-88A3-3197-0EA2-2D5B3712560D}"/>
                </a:ext>
              </a:extLst>
            </p:cNvPr>
            <p:cNvSpPr/>
            <p:nvPr/>
          </p:nvSpPr>
          <p:spPr>
            <a:xfrm>
              <a:off x="8178639" y="1310961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20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D0C10174-C7A1-0AEC-4D6A-7F933DCE3BD1}"/>
                </a:ext>
              </a:extLst>
            </p:cNvPr>
            <p:cNvSpPr/>
            <p:nvPr/>
          </p:nvSpPr>
          <p:spPr>
            <a:xfrm>
              <a:off x="7514796" y="2039092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2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5F5877C-DFA5-3669-20A2-68B52B1718B1}"/>
                </a:ext>
              </a:extLst>
            </p:cNvPr>
            <p:cNvSpPr/>
            <p:nvPr/>
          </p:nvSpPr>
          <p:spPr>
            <a:xfrm>
              <a:off x="8805331" y="2039092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5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CFCE4EF-B5B2-3775-0E1A-319943C2A2F6}"/>
                </a:ext>
              </a:extLst>
            </p:cNvPr>
            <p:cNvSpPr/>
            <p:nvPr/>
          </p:nvSpPr>
          <p:spPr>
            <a:xfrm>
              <a:off x="7192745" y="2775161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27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E3945ACE-DC86-D7BD-15C4-0F2B01DC7638}"/>
                </a:ext>
              </a:extLst>
            </p:cNvPr>
            <p:cNvSpPr/>
            <p:nvPr/>
          </p:nvSpPr>
          <p:spPr>
            <a:xfrm>
              <a:off x="9164534" y="2775162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21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6C6CA7D-501A-18DF-A3D1-C137515A5E90}"/>
                </a:ext>
              </a:extLst>
            </p:cNvPr>
            <p:cNvSpPr/>
            <p:nvPr/>
          </p:nvSpPr>
          <p:spPr>
            <a:xfrm>
              <a:off x="7850127" y="2775163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43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304011E-EBE4-3365-C837-9043DD5E9F94}"/>
                </a:ext>
              </a:extLst>
            </p:cNvPr>
            <p:cNvSpPr/>
            <p:nvPr/>
          </p:nvSpPr>
          <p:spPr>
            <a:xfrm>
              <a:off x="8507151" y="2775160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28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70C9DFAB-327C-24AB-A479-8A990E41B278}"/>
                </a:ext>
              </a:extLst>
            </p:cNvPr>
            <p:cNvSpPr/>
            <p:nvPr/>
          </p:nvSpPr>
          <p:spPr>
            <a:xfrm>
              <a:off x="6832056" y="3563834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35</a:t>
              </a: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B1729F0-B927-63FB-1B97-708C688606C3}"/>
                </a:ext>
              </a:extLst>
            </p:cNvPr>
            <p:cNvCxnSpPr>
              <a:stCxn id="5" idx="3"/>
              <a:endCxn id="6" idx="0"/>
            </p:cNvCxnSpPr>
            <p:nvPr/>
          </p:nvCxnSpPr>
          <p:spPr>
            <a:xfrm flipH="1">
              <a:off x="7694398" y="1617560"/>
              <a:ext cx="536845" cy="42153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C2FB0885-2652-6987-B48B-3051CE995D83}"/>
                </a:ext>
              </a:extLst>
            </p:cNvPr>
            <p:cNvCxnSpPr>
              <a:stCxn id="5" idx="5"/>
              <a:endCxn id="7" idx="0"/>
            </p:cNvCxnSpPr>
            <p:nvPr/>
          </p:nvCxnSpPr>
          <p:spPr>
            <a:xfrm>
              <a:off x="8485238" y="1617560"/>
              <a:ext cx="499695" cy="42153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BA86CF4-7A9D-BC1A-21D9-8216DF088176}"/>
                </a:ext>
              </a:extLst>
            </p:cNvPr>
            <p:cNvCxnSpPr>
              <a:stCxn id="6" idx="3"/>
              <a:endCxn id="8" idx="0"/>
            </p:cNvCxnSpPr>
            <p:nvPr/>
          </p:nvCxnSpPr>
          <p:spPr>
            <a:xfrm flipH="1">
              <a:off x="7372347" y="2345691"/>
              <a:ext cx="195053" cy="42947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095F896-4E0C-B1C7-3A04-F970CF9A88F4}"/>
                </a:ext>
              </a:extLst>
            </p:cNvPr>
            <p:cNvCxnSpPr>
              <a:stCxn id="6" idx="5"/>
              <a:endCxn id="10" idx="0"/>
            </p:cNvCxnSpPr>
            <p:nvPr/>
          </p:nvCxnSpPr>
          <p:spPr>
            <a:xfrm>
              <a:off x="7821395" y="2345691"/>
              <a:ext cx="208334" cy="42947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58B1C5F-5308-277F-E937-8DD6A42C83A0}"/>
                </a:ext>
              </a:extLst>
            </p:cNvPr>
            <p:cNvCxnSpPr>
              <a:stCxn id="7" idx="3"/>
              <a:endCxn id="11" idx="0"/>
            </p:cNvCxnSpPr>
            <p:nvPr/>
          </p:nvCxnSpPr>
          <p:spPr>
            <a:xfrm flipH="1">
              <a:off x="8686753" y="2345691"/>
              <a:ext cx="171182" cy="42946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B853128-14DB-54A0-651B-07454BF20581}"/>
                </a:ext>
              </a:extLst>
            </p:cNvPr>
            <p:cNvCxnSpPr>
              <a:stCxn id="7" idx="5"/>
              <a:endCxn id="9" idx="0"/>
            </p:cNvCxnSpPr>
            <p:nvPr/>
          </p:nvCxnSpPr>
          <p:spPr>
            <a:xfrm>
              <a:off x="9111930" y="2345691"/>
              <a:ext cx="232206" cy="4294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C3E21B4-03AA-F3C0-D82C-8A7A282DF191}"/>
                </a:ext>
              </a:extLst>
            </p:cNvPr>
            <p:cNvCxnSpPr>
              <a:cxnSpLocks/>
              <a:stCxn id="8" idx="3"/>
              <a:endCxn id="12" idx="0"/>
            </p:cNvCxnSpPr>
            <p:nvPr/>
          </p:nvCxnSpPr>
          <p:spPr>
            <a:xfrm flipH="1">
              <a:off x="7011658" y="3081760"/>
              <a:ext cx="233691" cy="48207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72AD5CDC-31E2-768E-2363-B619C2537F9E}"/>
                </a:ext>
              </a:extLst>
            </p:cNvPr>
            <p:cNvSpPr/>
            <p:nvPr/>
          </p:nvSpPr>
          <p:spPr>
            <a:xfrm>
              <a:off x="7567400" y="3563838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45</a:t>
              </a:r>
            </a:p>
          </p:txBody>
        </p: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D510C173-3E2D-ADED-81D0-60692FA72CA7}"/>
                </a:ext>
              </a:extLst>
            </p:cNvPr>
            <p:cNvCxnSpPr>
              <a:cxnSpLocks/>
              <a:stCxn id="8" idx="5"/>
              <a:endCxn id="37" idx="0"/>
            </p:cNvCxnSpPr>
            <p:nvPr/>
          </p:nvCxnSpPr>
          <p:spPr>
            <a:xfrm>
              <a:off x="7499344" y="3081760"/>
              <a:ext cx="247658" cy="48207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F90266CC-DF70-1209-E4D5-EC3C43E691B4}"/>
              </a:ext>
            </a:extLst>
          </p:cNvPr>
          <p:cNvCxnSpPr/>
          <p:nvPr/>
        </p:nvCxnSpPr>
        <p:spPr>
          <a:xfrm flipH="1">
            <a:off x="3983503" y="2279291"/>
            <a:ext cx="576902" cy="44164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D21DE21B-B473-E8CD-A958-6EBEBC3A54C6}"/>
              </a:ext>
            </a:extLst>
          </p:cNvPr>
          <p:cNvCxnSpPr/>
          <p:nvPr/>
        </p:nvCxnSpPr>
        <p:spPr>
          <a:xfrm flipH="1">
            <a:off x="3531557" y="2827821"/>
            <a:ext cx="360689" cy="73606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631679DC-F950-6E7B-EE4A-331ADC2AC1B5}"/>
              </a:ext>
            </a:extLst>
          </p:cNvPr>
          <p:cNvCxnSpPr/>
          <p:nvPr/>
        </p:nvCxnSpPr>
        <p:spPr>
          <a:xfrm flipH="1">
            <a:off x="3139305" y="3743490"/>
            <a:ext cx="304800" cy="68770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ED037FE6-19DD-6D2B-7108-983A12464F05}"/>
              </a:ext>
            </a:extLst>
          </p:cNvPr>
          <p:cNvCxnSpPr/>
          <p:nvPr/>
        </p:nvCxnSpPr>
        <p:spPr>
          <a:xfrm>
            <a:off x="3480364" y="4854532"/>
            <a:ext cx="73534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492F5785-F20C-249A-EB18-DA627C22211D}"/>
              </a:ext>
            </a:extLst>
          </p:cNvPr>
          <p:cNvCxnSpPr/>
          <p:nvPr/>
        </p:nvCxnSpPr>
        <p:spPr>
          <a:xfrm flipV="1">
            <a:off x="4560405" y="3999398"/>
            <a:ext cx="0" cy="71236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1D760AD6-3273-C115-E4EE-ABD28F75A641}"/>
              </a:ext>
            </a:extLst>
          </p:cNvPr>
          <p:cNvCxnSpPr>
            <a:cxnSpLocks/>
          </p:cNvCxnSpPr>
          <p:nvPr/>
        </p:nvCxnSpPr>
        <p:spPr>
          <a:xfrm flipV="1">
            <a:off x="4625316" y="2953866"/>
            <a:ext cx="615735" cy="53753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1B555BCB-5538-B2AA-8E95-75FCC56094A6}"/>
              </a:ext>
            </a:extLst>
          </p:cNvPr>
          <p:cNvCxnSpPr>
            <a:cxnSpLocks/>
          </p:cNvCxnSpPr>
          <p:nvPr/>
        </p:nvCxnSpPr>
        <p:spPr>
          <a:xfrm flipH="1">
            <a:off x="4854301" y="3085845"/>
            <a:ext cx="333828" cy="75639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B19F087B-41AB-6C66-BFA7-12A42255F8DB}"/>
              </a:ext>
            </a:extLst>
          </p:cNvPr>
          <p:cNvCxnSpPr/>
          <p:nvPr/>
        </p:nvCxnSpPr>
        <p:spPr>
          <a:xfrm>
            <a:off x="5155459" y="3999398"/>
            <a:ext cx="60382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1EB1F906-32B8-E345-1570-54BE83347C7B}"/>
              </a:ext>
            </a:extLst>
          </p:cNvPr>
          <p:cNvSpPr txBox="1"/>
          <p:nvPr/>
        </p:nvSpPr>
        <p:spPr>
          <a:xfrm>
            <a:off x="6647122" y="910060"/>
            <a:ext cx="38363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20 - 2 - 27 - 35 - 45 - 43 - 5 - 28 - 21</a:t>
            </a:r>
          </a:p>
        </p:txBody>
      </p:sp>
      <p:sp>
        <p:nvSpPr>
          <p:cNvPr id="118" name="Rectangle: Rounded Corners 117">
            <a:extLst>
              <a:ext uri="{FF2B5EF4-FFF2-40B4-BE49-F238E27FC236}">
                <a16:creationId xmlns:a16="http://schemas.microsoft.com/office/drawing/2014/main" id="{7C62D446-2CB2-69C5-787E-F292BFFF62AD}"/>
              </a:ext>
            </a:extLst>
          </p:cNvPr>
          <p:cNvSpPr/>
          <p:nvPr/>
        </p:nvSpPr>
        <p:spPr>
          <a:xfrm>
            <a:off x="6711696" y="910060"/>
            <a:ext cx="293822" cy="359203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9" name="Rectangle: Rounded Corners 118">
            <a:extLst>
              <a:ext uri="{FF2B5EF4-FFF2-40B4-BE49-F238E27FC236}">
                <a16:creationId xmlns:a16="http://schemas.microsoft.com/office/drawing/2014/main" id="{F69100D4-2B86-FC64-443D-82D7A65BFD44}"/>
              </a:ext>
            </a:extLst>
          </p:cNvPr>
          <p:cNvSpPr/>
          <p:nvPr/>
        </p:nvSpPr>
        <p:spPr>
          <a:xfrm>
            <a:off x="7185118" y="901221"/>
            <a:ext cx="1973273" cy="359203"/>
          </a:xfrm>
          <a:prstGeom prst="roundRect">
            <a:avLst/>
          </a:prstGeom>
          <a:noFill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0" name="Rectangle: Rounded Corners 119">
            <a:extLst>
              <a:ext uri="{FF2B5EF4-FFF2-40B4-BE49-F238E27FC236}">
                <a16:creationId xmlns:a16="http://schemas.microsoft.com/office/drawing/2014/main" id="{58D903A0-6AE6-7CAC-8A8C-7D70171E632D}"/>
              </a:ext>
            </a:extLst>
          </p:cNvPr>
          <p:cNvSpPr/>
          <p:nvPr/>
        </p:nvSpPr>
        <p:spPr>
          <a:xfrm>
            <a:off x="9337991" y="901221"/>
            <a:ext cx="1061785" cy="359203"/>
          </a:xfrm>
          <a:prstGeom prst="round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4D77714A-4180-BB87-F597-77B3ECA2E1F1}"/>
              </a:ext>
            </a:extLst>
          </p:cNvPr>
          <p:cNvSpPr txBox="1"/>
          <p:nvPr/>
        </p:nvSpPr>
        <p:spPr>
          <a:xfrm>
            <a:off x="7163303" y="1639661"/>
            <a:ext cx="21365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2 - 27 - 35 - 45 - 43 </a:t>
            </a:r>
          </a:p>
        </p:txBody>
      </p:sp>
      <p:sp>
        <p:nvSpPr>
          <p:cNvPr id="123" name="Rectangle: Rounded Corners 122">
            <a:extLst>
              <a:ext uri="{FF2B5EF4-FFF2-40B4-BE49-F238E27FC236}">
                <a16:creationId xmlns:a16="http://schemas.microsoft.com/office/drawing/2014/main" id="{215CBD64-7334-0490-348A-E13FA30D9A51}"/>
              </a:ext>
            </a:extLst>
          </p:cNvPr>
          <p:cNvSpPr/>
          <p:nvPr/>
        </p:nvSpPr>
        <p:spPr>
          <a:xfrm>
            <a:off x="7185117" y="1638084"/>
            <a:ext cx="209867" cy="359203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4" name="Rectangle: Rounded Corners 123">
            <a:extLst>
              <a:ext uri="{FF2B5EF4-FFF2-40B4-BE49-F238E27FC236}">
                <a16:creationId xmlns:a16="http://schemas.microsoft.com/office/drawing/2014/main" id="{EB1BC93D-4D20-9423-0FB3-C7A3EAE0DA2D}"/>
              </a:ext>
            </a:extLst>
          </p:cNvPr>
          <p:cNvSpPr/>
          <p:nvPr/>
        </p:nvSpPr>
        <p:spPr>
          <a:xfrm>
            <a:off x="7578638" y="1638083"/>
            <a:ext cx="1167429" cy="359203"/>
          </a:xfrm>
          <a:prstGeom prst="roundRect">
            <a:avLst/>
          </a:prstGeom>
          <a:noFill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5" name="Rectangle: Rounded Corners 124">
            <a:extLst>
              <a:ext uri="{FF2B5EF4-FFF2-40B4-BE49-F238E27FC236}">
                <a16:creationId xmlns:a16="http://schemas.microsoft.com/office/drawing/2014/main" id="{94288C49-61B0-9CCD-8BD8-AB01B4B8985E}"/>
              </a:ext>
            </a:extLst>
          </p:cNvPr>
          <p:cNvSpPr/>
          <p:nvPr/>
        </p:nvSpPr>
        <p:spPr>
          <a:xfrm>
            <a:off x="8929720" y="1625757"/>
            <a:ext cx="293822" cy="359203"/>
          </a:xfrm>
          <a:prstGeom prst="round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DC28FCFE-6DD4-6C5B-AE4C-F1691E638D26}"/>
              </a:ext>
            </a:extLst>
          </p:cNvPr>
          <p:cNvSpPr txBox="1"/>
          <p:nvPr/>
        </p:nvSpPr>
        <p:spPr>
          <a:xfrm>
            <a:off x="7578637" y="2426649"/>
            <a:ext cx="13510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27 - 35 - 45 </a:t>
            </a:r>
          </a:p>
        </p:txBody>
      </p:sp>
      <p:sp>
        <p:nvSpPr>
          <p:cNvPr id="128" name="Rectangle: Rounded Corners 127">
            <a:extLst>
              <a:ext uri="{FF2B5EF4-FFF2-40B4-BE49-F238E27FC236}">
                <a16:creationId xmlns:a16="http://schemas.microsoft.com/office/drawing/2014/main" id="{B5326050-4700-5BBE-28B8-858A9374F64F}"/>
              </a:ext>
            </a:extLst>
          </p:cNvPr>
          <p:cNvSpPr/>
          <p:nvPr/>
        </p:nvSpPr>
        <p:spPr>
          <a:xfrm>
            <a:off x="7578639" y="2425071"/>
            <a:ext cx="359204" cy="359203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0" name="Rectangle: Rounded Corners 129">
            <a:extLst>
              <a:ext uri="{FF2B5EF4-FFF2-40B4-BE49-F238E27FC236}">
                <a16:creationId xmlns:a16="http://schemas.microsoft.com/office/drawing/2014/main" id="{7C4277C7-AD43-F696-7A48-14FAC8E2EF94}"/>
              </a:ext>
            </a:extLst>
          </p:cNvPr>
          <p:cNvSpPr/>
          <p:nvPr/>
        </p:nvSpPr>
        <p:spPr>
          <a:xfrm>
            <a:off x="8051997" y="2414375"/>
            <a:ext cx="359204" cy="359203"/>
          </a:xfrm>
          <a:prstGeom prst="roundRect">
            <a:avLst/>
          </a:prstGeom>
          <a:noFill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1" name="Rectangle: Rounded Corners 130">
            <a:extLst>
              <a:ext uri="{FF2B5EF4-FFF2-40B4-BE49-F238E27FC236}">
                <a16:creationId xmlns:a16="http://schemas.microsoft.com/office/drawing/2014/main" id="{F19531A9-5BE6-1663-A677-386A034557EC}"/>
              </a:ext>
            </a:extLst>
          </p:cNvPr>
          <p:cNvSpPr/>
          <p:nvPr/>
        </p:nvSpPr>
        <p:spPr>
          <a:xfrm>
            <a:off x="8525355" y="2414375"/>
            <a:ext cx="359204" cy="359203"/>
          </a:xfrm>
          <a:prstGeom prst="round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2DCCEE79-152D-5D87-74EA-73FBF9CB6F67}"/>
              </a:ext>
            </a:extLst>
          </p:cNvPr>
          <p:cNvSpPr txBox="1"/>
          <p:nvPr/>
        </p:nvSpPr>
        <p:spPr>
          <a:xfrm>
            <a:off x="9439285" y="3405730"/>
            <a:ext cx="12368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5 - 28 - 21</a:t>
            </a:r>
          </a:p>
        </p:txBody>
      </p:sp>
      <p:sp>
        <p:nvSpPr>
          <p:cNvPr id="134" name="Rectangle: Rounded Corners 133">
            <a:extLst>
              <a:ext uri="{FF2B5EF4-FFF2-40B4-BE49-F238E27FC236}">
                <a16:creationId xmlns:a16="http://schemas.microsoft.com/office/drawing/2014/main" id="{8514C3B7-D37E-EFD6-BFA5-A2F40CEB6E84}"/>
              </a:ext>
            </a:extLst>
          </p:cNvPr>
          <p:cNvSpPr/>
          <p:nvPr/>
        </p:nvSpPr>
        <p:spPr>
          <a:xfrm>
            <a:off x="9433198" y="3405730"/>
            <a:ext cx="247659" cy="359203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5" name="Rectangle: Rounded Corners 134">
            <a:extLst>
              <a:ext uri="{FF2B5EF4-FFF2-40B4-BE49-F238E27FC236}">
                <a16:creationId xmlns:a16="http://schemas.microsoft.com/office/drawing/2014/main" id="{83AEEA5D-8342-E3C5-4D44-C0C38306814E}"/>
              </a:ext>
            </a:extLst>
          </p:cNvPr>
          <p:cNvSpPr/>
          <p:nvPr/>
        </p:nvSpPr>
        <p:spPr>
          <a:xfrm>
            <a:off x="9819304" y="3390173"/>
            <a:ext cx="359204" cy="359203"/>
          </a:xfrm>
          <a:prstGeom prst="roundRect">
            <a:avLst/>
          </a:prstGeom>
          <a:noFill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6" name="Rectangle: Rounded Corners 135">
            <a:extLst>
              <a:ext uri="{FF2B5EF4-FFF2-40B4-BE49-F238E27FC236}">
                <a16:creationId xmlns:a16="http://schemas.microsoft.com/office/drawing/2014/main" id="{EC022649-BB6D-224C-28F2-16360BC85E16}"/>
              </a:ext>
            </a:extLst>
          </p:cNvPr>
          <p:cNvSpPr/>
          <p:nvPr/>
        </p:nvSpPr>
        <p:spPr>
          <a:xfrm>
            <a:off x="10303827" y="3393982"/>
            <a:ext cx="359204" cy="359203"/>
          </a:xfrm>
          <a:prstGeom prst="round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7" name="Content Placeholder 2">
            <a:extLst>
              <a:ext uri="{FF2B5EF4-FFF2-40B4-BE49-F238E27FC236}">
                <a16:creationId xmlns:a16="http://schemas.microsoft.com/office/drawing/2014/main" id="{97EA505F-9468-DA48-BB06-A8B1937BC2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575560" cy="4351338"/>
          </a:xfrm>
        </p:spPr>
        <p:txBody>
          <a:bodyPr/>
          <a:lstStyle/>
          <a:p>
            <a:r>
              <a:rPr lang="en-IN" dirty="0"/>
              <a:t>Preorder</a:t>
            </a:r>
          </a:p>
        </p:txBody>
      </p:sp>
    </p:spTree>
    <p:extLst>
      <p:ext uri="{BB962C8B-B14F-4D97-AF65-F5344CB8AC3E}">
        <p14:creationId xmlns:p14="http://schemas.microsoft.com/office/powerpoint/2010/main" val="979596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/>
      <p:bldP spid="118" grpId="0" animBg="1"/>
      <p:bldP spid="119" grpId="0" animBg="1"/>
      <p:bldP spid="120" grpId="0" animBg="1"/>
      <p:bldP spid="122" grpId="0"/>
      <p:bldP spid="123" grpId="0" animBg="1"/>
      <p:bldP spid="124" grpId="0" animBg="1"/>
      <p:bldP spid="125" grpId="0" animBg="1"/>
      <p:bldP spid="126" grpId="0"/>
      <p:bldP spid="128" grpId="0" animBg="1"/>
      <p:bldP spid="130" grpId="0" animBg="1"/>
      <p:bldP spid="131" grpId="0" animBg="1"/>
      <p:bldP spid="133" grpId="0"/>
      <p:bldP spid="134" grpId="0" animBg="1"/>
      <p:bldP spid="135" grpId="0" animBg="1"/>
      <p:bldP spid="13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CCC76-A142-D4E3-BD04-6C22B10E9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Tree Traversal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E7EEE-855D-6302-C9AA-E5B349AA12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575560" cy="4351338"/>
          </a:xfrm>
        </p:spPr>
        <p:txBody>
          <a:bodyPr/>
          <a:lstStyle/>
          <a:p>
            <a:r>
              <a:rPr lang="en-IN" dirty="0" err="1"/>
              <a:t>Postorder</a:t>
            </a:r>
            <a:endParaRPr lang="en-IN" dirty="0"/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3D8C6017-BBB7-96CD-E81B-B7CC3F1BDAF1}"/>
              </a:ext>
            </a:extLst>
          </p:cNvPr>
          <p:cNvGrpSpPr/>
          <p:nvPr/>
        </p:nvGrpSpPr>
        <p:grpSpPr>
          <a:xfrm>
            <a:off x="1361932" y="2498404"/>
            <a:ext cx="2691681" cy="2612080"/>
            <a:chOff x="6832056" y="1310961"/>
            <a:chExt cx="2691681" cy="2612080"/>
          </a:xfrm>
        </p:grpSpPr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4E108543-0F6E-D16E-FA04-63EDFE931013}"/>
                </a:ext>
              </a:extLst>
            </p:cNvPr>
            <p:cNvSpPr/>
            <p:nvPr/>
          </p:nvSpPr>
          <p:spPr>
            <a:xfrm>
              <a:off x="8178639" y="1310961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20</a:t>
              </a:r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026B9E64-80A4-7B05-22C8-39EEC4948920}"/>
                </a:ext>
              </a:extLst>
            </p:cNvPr>
            <p:cNvSpPr/>
            <p:nvPr/>
          </p:nvSpPr>
          <p:spPr>
            <a:xfrm>
              <a:off x="7514796" y="2039092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2</a:t>
              </a:r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F60A5327-03C8-36F4-D18B-EA7271B6FF80}"/>
                </a:ext>
              </a:extLst>
            </p:cNvPr>
            <p:cNvSpPr/>
            <p:nvPr/>
          </p:nvSpPr>
          <p:spPr>
            <a:xfrm>
              <a:off x="8805331" y="2039092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5</a:t>
              </a:r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925228C6-95ED-69B5-D06C-6FC7E7CE7DEF}"/>
                </a:ext>
              </a:extLst>
            </p:cNvPr>
            <p:cNvSpPr/>
            <p:nvPr/>
          </p:nvSpPr>
          <p:spPr>
            <a:xfrm>
              <a:off x="7192745" y="2775161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27</a:t>
              </a:r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F479A7C8-C120-66E6-F557-D327E1FAE2D6}"/>
                </a:ext>
              </a:extLst>
            </p:cNvPr>
            <p:cNvSpPr/>
            <p:nvPr/>
          </p:nvSpPr>
          <p:spPr>
            <a:xfrm>
              <a:off x="9164534" y="2775162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21</a:t>
              </a:r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72D71A38-AE38-F604-53B9-33A5A802EDB4}"/>
                </a:ext>
              </a:extLst>
            </p:cNvPr>
            <p:cNvSpPr/>
            <p:nvPr/>
          </p:nvSpPr>
          <p:spPr>
            <a:xfrm>
              <a:off x="7850127" y="2775163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43</a:t>
              </a:r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E96A7F37-5B62-4892-24F3-B3BC84896CC5}"/>
                </a:ext>
              </a:extLst>
            </p:cNvPr>
            <p:cNvSpPr/>
            <p:nvPr/>
          </p:nvSpPr>
          <p:spPr>
            <a:xfrm>
              <a:off x="8507151" y="2775160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28</a:t>
              </a:r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F370618A-466E-F977-487C-015226024A40}"/>
                </a:ext>
              </a:extLst>
            </p:cNvPr>
            <p:cNvSpPr/>
            <p:nvPr/>
          </p:nvSpPr>
          <p:spPr>
            <a:xfrm>
              <a:off x="6832056" y="3563834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35</a:t>
              </a:r>
            </a:p>
          </p:txBody>
        </p: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9066D635-BCAB-46FC-4CCD-13331ABB9CCA}"/>
                </a:ext>
              </a:extLst>
            </p:cNvPr>
            <p:cNvCxnSpPr>
              <a:stCxn id="80" idx="3"/>
              <a:endCxn id="81" idx="0"/>
            </p:cNvCxnSpPr>
            <p:nvPr/>
          </p:nvCxnSpPr>
          <p:spPr>
            <a:xfrm flipH="1">
              <a:off x="7694398" y="1617560"/>
              <a:ext cx="536845" cy="42153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07C924A2-60E8-FCA0-F40C-77E0AB3974E5}"/>
                </a:ext>
              </a:extLst>
            </p:cNvPr>
            <p:cNvCxnSpPr>
              <a:stCxn id="80" idx="5"/>
              <a:endCxn id="82" idx="0"/>
            </p:cNvCxnSpPr>
            <p:nvPr/>
          </p:nvCxnSpPr>
          <p:spPr>
            <a:xfrm>
              <a:off x="8485238" y="1617560"/>
              <a:ext cx="499695" cy="42153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44E9ED93-3FC3-4B79-6EAA-8AB10537F835}"/>
                </a:ext>
              </a:extLst>
            </p:cNvPr>
            <p:cNvCxnSpPr>
              <a:stCxn id="81" idx="3"/>
              <a:endCxn id="83" idx="0"/>
            </p:cNvCxnSpPr>
            <p:nvPr/>
          </p:nvCxnSpPr>
          <p:spPr>
            <a:xfrm flipH="1">
              <a:off x="7372347" y="2345691"/>
              <a:ext cx="195053" cy="42947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00CF2F7B-2597-3E86-02B4-1748FD0315BF}"/>
                </a:ext>
              </a:extLst>
            </p:cNvPr>
            <p:cNvCxnSpPr>
              <a:stCxn id="81" idx="5"/>
              <a:endCxn id="85" idx="0"/>
            </p:cNvCxnSpPr>
            <p:nvPr/>
          </p:nvCxnSpPr>
          <p:spPr>
            <a:xfrm>
              <a:off x="7821395" y="2345691"/>
              <a:ext cx="208334" cy="42947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93718D60-0405-E131-5232-57AEEF48DE18}"/>
                </a:ext>
              </a:extLst>
            </p:cNvPr>
            <p:cNvCxnSpPr>
              <a:stCxn id="82" idx="3"/>
              <a:endCxn id="86" idx="0"/>
            </p:cNvCxnSpPr>
            <p:nvPr/>
          </p:nvCxnSpPr>
          <p:spPr>
            <a:xfrm flipH="1">
              <a:off x="8686753" y="2345691"/>
              <a:ext cx="171182" cy="42946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2CF83397-6D42-7D79-069E-4F68F2071764}"/>
                </a:ext>
              </a:extLst>
            </p:cNvPr>
            <p:cNvCxnSpPr>
              <a:stCxn id="82" idx="5"/>
              <a:endCxn id="84" idx="0"/>
            </p:cNvCxnSpPr>
            <p:nvPr/>
          </p:nvCxnSpPr>
          <p:spPr>
            <a:xfrm>
              <a:off x="9111930" y="2345691"/>
              <a:ext cx="232206" cy="4294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5659E24C-627A-C125-EA80-7D6E1286C656}"/>
                </a:ext>
              </a:extLst>
            </p:cNvPr>
            <p:cNvCxnSpPr>
              <a:cxnSpLocks/>
              <a:stCxn id="83" idx="3"/>
              <a:endCxn id="87" idx="0"/>
            </p:cNvCxnSpPr>
            <p:nvPr/>
          </p:nvCxnSpPr>
          <p:spPr>
            <a:xfrm flipH="1">
              <a:off x="7011658" y="3081760"/>
              <a:ext cx="233691" cy="48207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9EA80861-90CE-AEF7-120A-0723E0F4BDFE}"/>
                </a:ext>
              </a:extLst>
            </p:cNvPr>
            <p:cNvSpPr/>
            <p:nvPr/>
          </p:nvSpPr>
          <p:spPr>
            <a:xfrm>
              <a:off x="7567400" y="3563838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45</a:t>
              </a:r>
            </a:p>
          </p:txBody>
        </p: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8080F13F-6211-80B8-F4BD-930DBDE2FCA6}"/>
                </a:ext>
              </a:extLst>
            </p:cNvPr>
            <p:cNvCxnSpPr>
              <a:cxnSpLocks/>
              <a:stCxn id="83" idx="5"/>
              <a:endCxn id="95" idx="0"/>
            </p:cNvCxnSpPr>
            <p:nvPr/>
          </p:nvCxnSpPr>
          <p:spPr>
            <a:xfrm>
              <a:off x="7499344" y="3081760"/>
              <a:ext cx="247658" cy="48207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F8443F86-43AA-DFDE-606F-D91A00379F95}"/>
              </a:ext>
            </a:extLst>
          </p:cNvPr>
          <p:cNvCxnSpPr/>
          <p:nvPr/>
        </p:nvCxnSpPr>
        <p:spPr>
          <a:xfrm>
            <a:off x="1541534" y="5253250"/>
            <a:ext cx="83846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225AF131-3ABD-04E6-786E-708E7B4E16E1}"/>
              </a:ext>
            </a:extLst>
          </p:cNvPr>
          <p:cNvCxnSpPr>
            <a:cxnSpLocks/>
          </p:cNvCxnSpPr>
          <p:nvPr/>
        </p:nvCxnSpPr>
        <p:spPr>
          <a:xfrm flipH="1" flipV="1">
            <a:off x="2160775" y="4213644"/>
            <a:ext cx="331921" cy="61627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0915D455-5840-50A8-6577-732C3F3D6889}"/>
              </a:ext>
            </a:extLst>
          </p:cNvPr>
          <p:cNvCxnSpPr>
            <a:cxnSpLocks/>
          </p:cNvCxnSpPr>
          <p:nvPr/>
        </p:nvCxnSpPr>
        <p:spPr>
          <a:xfrm>
            <a:off x="2124906" y="4142208"/>
            <a:ext cx="20574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512E37EF-D04C-3563-00DB-A5BB6F5AE75E}"/>
              </a:ext>
            </a:extLst>
          </p:cNvPr>
          <p:cNvCxnSpPr>
            <a:cxnSpLocks/>
          </p:cNvCxnSpPr>
          <p:nvPr/>
        </p:nvCxnSpPr>
        <p:spPr>
          <a:xfrm flipH="1" flipV="1">
            <a:off x="2473260" y="3382636"/>
            <a:ext cx="288749" cy="57996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2FE4B21C-AAF9-4DEF-89FB-0FBE3A2A9C84}"/>
              </a:ext>
            </a:extLst>
          </p:cNvPr>
          <p:cNvCxnSpPr>
            <a:cxnSpLocks/>
          </p:cNvCxnSpPr>
          <p:nvPr/>
        </p:nvCxnSpPr>
        <p:spPr>
          <a:xfrm>
            <a:off x="2513985" y="3297081"/>
            <a:ext cx="575646" cy="61311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DC2B060E-0159-5C62-3AB9-73D1B003E23A}"/>
              </a:ext>
            </a:extLst>
          </p:cNvPr>
          <p:cNvCxnSpPr/>
          <p:nvPr/>
        </p:nvCxnSpPr>
        <p:spPr>
          <a:xfrm>
            <a:off x="3161330" y="4398116"/>
            <a:ext cx="83846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72B3EEF4-2A49-41BF-7ED7-784214A2C199}"/>
              </a:ext>
            </a:extLst>
          </p:cNvPr>
          <p:cNvCxnSpPr>
            <a:cxnSpLocks/>
          </p:cNvCxnSpPr>
          <p:nvPr/>
        </p:nvCxnSpPr>
        <p:spPr>
          <a:xfrm flipH="1" flipV="1">
            <a:off x="3757909" y="3352584"/>
            <a:ext cx="404852" cy="76051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80F61F1F-BF2F-43A7-D87B-EA7BF75625EB}"/>
              </a:ext>
            </a:extLst>
          </p:cNvPr>
          <p:cNvCxnSpPr>
            <a:cxnSpLocks/>
          </p:cNvCxnSpPr>
          <p:nvPr/>
        </p:nvCxnSpPr>
        <p:spPr>
          <a:xfrm flipH="1" flipV="1">
            <a:off x="3115568" y="2756002"/>
            <a:ext cx="576641" cy="46722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A345053-4707-AF57-E58D-7B2A3EB6E211}"/>
              </a:ext>
            </a:extLst>
          </p:cNvPr>
          <p:cNvSpPr txBox="1"/>
          <p:nvPr/>
        </p:nvSpPr>
        <p:spPr>
          <a:xfrm>
            <a:off x="1292820" y="5530441"/>
            <a:ext cx="4084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35 – 45 – 27 – 43 – 2 – 28 – 21 – 5 – 20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0BA989-D5D2-20E5-AE0A-2F1D08F61FDE}"/>
              </a:ext>
            </a:extLst>
          </p:cNvPr>
          <p:cNvSpPr txBox="1"/>
          <p:nvPr/>
        </p:nvSpPr>
        <p:spPr>
          <a:xfrm>
            <a:off x="5742041" y="1477676"/>
            <a:ext cx="6096000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pPr marL="0" indent="0">
              <a:buNone/>
            </a:pPr>
            <a:r>
              <a:rPr lang="en-IN" sz="2800" b="1" dirty="0">
                <a:highlight>
                  <a:srgbClr val="00FFFF"/>
                </a:highlight>
              </a:rPr>
              <a:t>Questions for you</a:t>
            </a:r>
          </a:p>
          <a:p>
            <a:endParaRPr lang="en-IN" sz="2800" dirty="0"/>
          </a:p>
          <a:p>
            <a:r>
              <a:rPr lang="en-IN" sz="2800" dirty="0"/>
              <a:t>Explore how </a:t>
            </a:r>
            <a:r>
              <a:rPr lang="en-IN" sz="2800" dirty="0" err="1"/>
              <a:t>inorder</a:t>
            </a:r>
            <a:r>
              <a:rPr lang="en-IN" sz="2800" dirty="0"/>
              <a:t> traversal works? Write the recursive algorithm for </a:t>
            </a:r>
            <a:r>
              <a:rPr lang="en-IN" sz="2800" dirty="0" err="1"/>
              <a:t>inorder</a:t>
            </a:r>
            <a:r>
              <a:rPr lang="en-IN" sz="2800" dirty="0"/>
              <a:t> traversal. Write a the recursive </a:t>
            </a:r>
            <a:r>
              <a:rPr lang="en-IN" sz="2800" dirty="0" err="1"/>
              <a:t>algorit</a:t>
            </a:r>
            <a:endParaRPr lang="en-IN" sz="2800" dirty="0"/>
          </a:p>
        </p:txBody>
      </p:sp>
      <p:pic>
        <p:nvPicPr>
          <p:cNvPr id="7" name="Graphic 6" descr="Thought outline">
            <a:extLst>
              <a:ext uri="{FF2B5EF4-FFF2-40B4-BE49-F238E27FC236}">
                <a16:creationId xmlns:a16="http://schemas.microsoft.com/office/drawing/2014/main" id="{13366B12-3881-36DC-9AF2-A433AFFF77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42041" y="84375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234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E3925-F9BA-0469-3C93-D049A9C5A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Some common questions to ask your student.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ADBD8A-3186-EAAA-9583-8CA433D1BA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Preorder  and </a:t>
            </a:r>
            <a:r>
              <a:rPr lang="en-IN" dirty="0" err="1"/>
              <a:t>Inorder</a:t>
            </a:r>
            <a:r>
              <a:rPr lang="en-IN" dirty="0"/>
              <a:t> traversal is given. Can you construct a tree from it?</a:t>
            </a:r>
          </a:p>
          <a:p>
            <a:pPr lvl="1"/>
            <a:r>
              <a:rPr lang="en-IN" dirty="0"/>
              <a:t>Preorder: A B D H E C F I G J K</a:t>
            </a:r>
          </a:p>
          <a:p>
            <a:pPr lvl="1"/>
            <a:r>
              <a:rPr lang="en-IN" dirty="0" err="1"/>
              <a:t>Inorder</a:t>
            </a:r>
            <a:r>
              <a:rPr lang="en-IN" dirty="0"/>
              <a:t>: D H B E A I F C J G K</a:t>
            </a:r>
          </a:p>
          <a:p>
            <a:r>
              <a:rPr lang="en-IN" dirty="0" err="1"/>
              <a:t>Inorder</a:t>
            </a:r>
            <a:r>
              <a:rPr lang="en-IN" dirty="0"/>
              <a:t> and </a:t>
            </a:r>
            <a:r>
              <a:rPr lang="en-IN" dirty="0" err="1"/>
              <a:t>Postorder</a:t>
            </a:r>
            <a:r>
              <a:rPr lang="en-IN" dirty="0"/>
              <a:t> traversal is given. Can you construct a tree from it?</a:t>
            </a:r>
          </a:p>
          <a:p>
            <a:pPr lvl="1"/>
            <a:r>
              <a:rPr lang="en-IN" dirty="0" err="1"/>
              <a:t>PostOrder</a:t>
            </a:r>
            <a:r>
              <a:rPr lang="en-IN" dirty="0"/>
              <a:t>: H I D J E B K F G C A</a:t>
            </a:r>
          </a:p>
          <a:p>
            <a:pPr lvl="1"/>
            <a:r>
              <a:rPr lang="en-IN" dirty="0" err="1"/>
              <a:t>Inoredr</a:t>
            </a:r>
            <a:r>
              <a:rPr lang="en-IN" dirty="0"/>
              <a:t>: H D I B E J A K F CG</a:t>
            </a:r>
          </a:p>
          <a:p>
            <a:r>
              <a:rPr lang="en-IN" dirty="0">
                <a:highlight>
                  <a:srgbClr val="FFFF00"/>
                </a:highlight>
              </a:rPr>
              <a:t>Preorder and </a:t>
            </a:r>
            <a:r>
              <a:rPr lang="en-IN" dirty="0" err="1">
                <a:highlight>
                  <a:srgbClr val="FFFF00"/>
                </a:highlight>
              </a:rPr>
              <a:t>Postorder</a:t>
            </a:r>
            <a:r>
              <a:rPr lang="en-IN" dirty="0">
                <a:highlight>
                  <a:srgbClr val="FFFF00"/>
                </a:highlight>
              </a:rPr>
              <a:t> traversal is given. Can you construct a tree from it?</a:t>
            </a:r>
          </a:p>
        </p:txBody>
      </p:sp>
    </p:spTree>
    <p:extLst>
      <p:ext uri="{BB962C8B-B14F-4D97-AF65-F5344CB8AC3E}">
        <p14:creationId xmlns:p14="http://schemas.microsoft.com/office/powerpoint/2010/main" val="20715989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598D9-0528-D256-A98A-3426E3680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Binary Search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D5787-43BD-A431-FEB2-E9A6F9C589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15486" cy="4351338"/>
          </a:xfrm>
        </p:spPr>
        <p:txBody>
          <a:bodyPr/>
          <a:lstStyle/>
          <a:p>
            <a:r>
              <a:rPr lang="en-IN" dirty="0"/>
              <a:t>It is a binary tree</a:t>
            </a:r>
          </a:p>
          <a:p>
            <a:r>
              <a:rPr lang="en-IN" dirty="0"/>
              <a:t>All keys (data) in the </a:t>
            </a:r>
            <a:r>
              <a:rPr lang="en-IN" dirty="0">
                <a:highlight>
                  <a:srgbClr val="FFFF00"/>
                </a:highlight>
              </a:rPr>
              <a:t>left subtree </a:t>
            </a:r>
            <a:r>
              <a:rPr lang="en-IN" dirty="0"/>
              <a:t>of the root are </a:t>
            </a:r>
            <a:r>
              <a:rPr lang="en-IN" dirty="0">
                <a:highlight>
                  <a:srgbClr val="00FFFF"/>
                </a:highlight>
              </a:rPr>
              <a:t>less than or equal to </a:t>
            </a:r>
            <a:r>
              <a:rPr lang="en-IN" dirty="0"/>
              <a:t>the key (data) in the root.</a:t>
            </a:r>
          </a:p>
          <a:p>
            <a:r>
              <a:rPr lang="en-IN" dirty="0"/>
              <a:t>All keys (data) in the </a:t>
            </a:r>
            <a:r>
              <a:rPr lang="en-IN" dirty="0">
                <a:highlight>
                  <a:srgbClr val="FFFF00"/>
                </a:highlight>
              </a:rPr>
              <a:t>right subtree </a:t>
            </a:r>
            <a:r>
              <a:rPr lang="en-IN" dirty="0"/>
              <a:t>of the root are </a:t>
            </a:r>
            <a:r>
              <a:rPr lang="en-IN" dirty="0">
                <a:highlight>
                  <a:srgbClr val="00FFFF"/>
                </a:highlight>
              </a:rPr>
              <a:t>greater than </a:t>
            </a:r>
            <a:r>
              <a:rPr lang="en-IN" dirty="0"/>
              <a:t>the key (data) in the root.</a:t>
            </a:r>
          </a:p>
          <a:p>
            <a:endParaRPr lang="en-IN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0B66EFC-B45E-96B4-56B8-824D822D1FC4}"/>
              </a:ext>
            </a:extLst>
          </p:cNvPr>
          <p:cNvGrpSpPr/>
          <p:nvPr/>
        </p:nvGrpSpPr>
        <p:grpSpPr>
          <a:xfrm>
            <a:off x="8291886" y="1825625"/>
            <a:ext cx="3013903" cy="2520866"/>
            <a:chOff x="8291886" y="1825625"/>
            <a:chExt cx="3013903" cy="2520866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A05EB0F-9681-A184-9097-A1BD18429477}"/>
                </a:ext>
              </a:extLst>
            </p:cNvPr>
            <p:cNvSpPr/>
            <p:nvPr/>
          </p:nvSpPr>
          <p:spPr>
            <a:xfrm>
              <a:off x="9593983" y="1825625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12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9F48F36-B25E-E983-08FE-058C85A800E6}"/>
                </a:ext>
              </a:extLst>
            </p:cNvPr>
            <p:cNvSpPr/>
            <p:nvPr/>
          </p:nvSpPr>
          <p:spPr>
            <a:xfrm>
              <a:off x="8766021" y="2521698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7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42F01CA5-128C-BED9-0491-1CD65CE8245F}"/>
                </a:ext>
              </a:extLst>
            </p:cNvPr>
            <p:cNvSpPr/>
            <p:nvPr/>
          </p:nvSpPr>
          <p:spPr>
            <a:xfrm>
              <a:off x="10437558" y="2521698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19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DD41A56-FD54-BE9F-DC4E-74F5121DFA48}"/>
                </a:ext>
              </a:extLst>
            </p:cNvPr>
            <p:cNvSpPr/>
            <p:nvPr/>
          </p:nvSpPr>
          <p:spPr>
            <a:xfrm>
              <a:off x="8291886" y="3257768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5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9381D9F1-B89B-2FB2-D4D1-BFD1B32F8EBD}"/>
                </a:ext>
              </a:extLst>
            </p:cNvPr>
            <p:cNvSpPr/>
            <p:nvPr/>
          </p:nvSpPr>
          <p:spPr>
            <a:xfrm>
              <a:off x="10946586" y="3257768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29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592E38F-EDEE-E2EC-6DF7-27CFEBCC692B}"/>
                </a:ext>
              </a:extLst>
            </p:cNvPr>
            <p:cNvSpPr/>
            <p:nvPr/>
          </p:nvSpPr>
          <p:spPr>
            <a:xfrm>
              <a:off x="9240154" y="3257769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9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C6199D98-1601-4611-C419-A32DD34AFE00}"/>
                </a:ext>
              </a:extLst>
            </p:cNvPr>
            <p:cNvSpPr/>
            <p:nvPr/>
          </p:nvSpPr>
          <p:spPr>
            <a:xfrm>
              <a:off x="10501187" y="3987288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25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593F368-53C6-CF55-1253-AF9552185286}"/>
                </a:ext>
              </a:extLst>
            </p:cNvPr>
            <p:cNvCxnSpPr>
              <a:stCxn id="7" idx="3"/>
              <a:endCxn id="8" idx="0"/>
            </p:cNvCxnSpPr>
            <p:nvPr/>
          </p:nvCxnSpPr>
          <p:spPr>
            <a:xfrm flipH="1">
              <a:off x="8945623" y="2132224"/>
              <a:ext cx="700964" cy="38947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21D0AC2-6743-BAF3-FB42-53BD73B2BB7F}"/>
                </a:ext>
              </a:extLst>
            </p:cNvPr>
            <p:cNvCxnSpPr>
              <a:stCxn id="7" idx="5"/>
              <a:endCxn id="9" idx="0"/>
            </p:cNvCxnSpPr>
            <p:nvPr/>
          </p:nvCxnSpPr>
          <p:spPr>
            <a:xfrm>
              <a:off x="9900582" y="2132224"/>
              <a:ext cx="716578" cy="38947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3B141EE-D4BB-461C-DBB7-75E1A5429FEE}"/>
                </a:ext>
              </a:extLst>
            </p:cNvPr>
            <p:cNvCxnSpPr>
              <a:stCxn id="8" idx="3"/>
              <a:endCxn id="10" idx="0"/>
            </p:cNvCxnSpPr>
            <p:nvPr/>
          </p:nvCxnSpPr>
          <p:spPr>
            <a:xfrm flipH="1">
              <a:off x="8471488" y="2828297"/>
              <a:ext cx="347137" cy="4294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2059C6C-3385-B479-FC12-3602D54ABC4C}"/>
                </a:ext>
              </a:extLst>
            </p:cNvPr>
            <p:cNvCxnSpPr>
              <a:stCxn id="8" idx="5"/>
              <a:endCxn id="12" idx="0"/>
            </p:cNvCxnSpPr>
            <p:nvPr/>
          </p:nvCxnSpPr>
          <p:spPr>
            <a:xfrm>
              <a:off x="9072620" y="2828297"/>
              <a:ext cx="347136" cy="42947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7456A21-2312-98FD-D4BF-9038FB2D2E20}"/>
                </a:ext>
              </a:extLst>
            </p:cNvPr>
            <p:cNvCxnSpPr>
              <a:stCxn id="9" idx="5"/>
              <a:endCxn id="11" idx="0"/>
            </p:cNvCxnSpPr>
            <p:nvPr/>
          </p:nvCxnSpPr>
          <p:spPr>
            <a:xfrm>
              <a:off x="10744157" y="2828297"/>
              <a:ext cx="382031" cy="4294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51F02AB-D173-FE6E-7437-F2A38EDE4E03}"/>
                </a:ext>
              </a:extLst>
            </p:cNvPr>
            <p:cNvCxnSpPr>
              <a:cxnSpLocks/>
              <a:stCxn id="11" idx="3"/>
              <a:endCxn id="13" idx="0"/>
            </p:cNvCxnSpPr>
            <p:nvPr/>
          </p:nvCxnSpPr>
          <p:spPr>
            <a:xfrm flipH="1">
              <a:off x="10680789" y="3564367"/>
              <a:ext cx="318401" cy="42292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78AC6714-7FBD-E62E-E409-81C65E0479A4}"/>
                </a:ext>
              </a:extLst>
            </p:cNvPr>
            <p:cNvSpPr/>
            <p:nvPr/>
          </p:nvSpPr>
          <p:spPr>
            <a:xfrm>
              <a:off x="8880098" y="3983817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8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ADF8D441-6C49-FD37-2AEA-8AA2EA3695BB}"/>
                </a:ext>
              </a:extLst>
            </p:cNvPr>
            <p:cNvSpPr/>
            <p:nvPr/>
          </p:nvSpPr>
          <p:spPr>
            <a:xfrm>
              <a:off x="9717371" y="3983817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11</a:t>
              </a: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0942359-750D-D977-F1F3-5CB1741F8BC5}"/>
                </a:ext>
              </a:extLst>
            </p:cNvPr>
            <p:cNvCxnSpPr>
              <a:stCxn id="12" idx="3"/>
              <a:endCxn id="20" idx="0"/>
            </p:cNvCxnSpPr>
            <p:nvPr/>
          </p:nvCxnSpPr>
          <p:spPr>
            <a:xfrm flipH="1">
              <a:off x="9059700" y="3564368"/>
              <a:ext cx="233058" cy="41944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05B9F6F-1B28-E215-F4E9-4C2D5A4B8D31}"/>
                </a:ext>
              </a:extLst>
            </p:cNvPr>
            <p:cNvCxnSpPr>
              <a:stCxn id="12" idx="5"/>
              <a:endCxn id="21" idx="0"/>
            </p:cNvCxnSpPr>
            <p:nvPr/>
          </p:nvCxnSpPr>
          <p:spPr>
            <a:xfrm>
              <a:off x="9546753" y="3564368"/>
              <a:ext cx="350220" cy="41944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694646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E0CD3-6284-8F5C-B333-2AEEDBE18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Searching in BST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6158D-52AD-28A3-FF5E-9CBAA93DBF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5833533" cy="2500842"/>
          </a:xfrm>
          <a:custGeom>
            <a:avLst/>
            <a:gdLst>
              <a:gd name="csX0" fmla="*/ 0 w 5833533"/>
              <a:gd name="csY0" fmla="*/ 0 h 2500842"/>
              <a:gd name="csX1" fmla="*/ 466683 w 5833533"/>
              <a:gd name="csY1" fmla="*/ 0 h 2500842"/>
              <a:gd name="csX2" fmla="*/ 1050036 w 5833533"/>
              <a:gd name="csY2" fmla="*/ 0 h 2500842"/>
              <a:gd name="csX3" fmla="*/ 1575054 w 5833533"/>
              <a:gd name="csY3" fmla="*/ 0 h 2500842"/>
              <a:gd name="csX4" fmla="*/ 1983401 w 5833533"/>
              <a:gd name="csY4" fmla="*/ 0 h 2500842"/>
              <a:gd name="csX5" fmla="*/ 2450084 w 5833533"/>
              <a:gd name="csY5" fmla="*/ 0 h 2500842"/>
              <a:gd name="csX6" fmla="*/ 2975102 w 5833533"/>
              <a:gd name="csY6" fmla="*/ 0 h 2500842"/>
              <a:gd name="csX7" fmla="*/ 3441784 w 5833533"/>
              <a:gd name="csY7" fmla="*/ 0 h 2500842"/>
              <a:gd name="csX8" fmla="*/ 4141808 w 5833533"/>
              <a:gd name="csY8" fmla="*/ 0 h 2500842"/>
              <a:gd name="csX9" fmla="*/ 4666826 w 5833533"/>
              <a:gd name="csY9" fmla="*/ 0 h 2500842"/>
              <a:gd name="csX10" fmla="*/ 5250180 w 5833533"/>
              <a:gd name="csY10" fmla="*/ 0 h 2500842"/>
              <a:gd name="csX11" fmla="*/ 5833533 w 5833533"/>
              <a:gd name="csY11" fmla="*/ 0 h 2500842"/>
              <a:gd name="csX12" fmla="*/ 5833533 w 5833533"/>
              <a:gd name="csY12" fmla="*/ 525177 h 2500842"/>
              <a:gd name="csX13" fmla="*/ 5833533 w 5833533"/>
              <a:gd name="csY13" fmla="*/ 975328 h 2500842"/>
              <a:gd name="csX14" fmla="*/ 5833533 w 5833533"/>
              <a:gd name="csY14" fmla="*/ 1450488 h 2500842"/>
              <a:gd name="csX15" fmla="*/ 5833533 w 5833533"/>
              <a:gd name="csY15" fmla="*/ 1875632 h 2500842"/>
              <a:gd name="csX16" fmla="*/ 5833533 w 5833533"/>
              <a:gd name="csY16" fmla="*/ 2500842 h 2500842"/>
              <a:gd name="csX17" fmla="*/ 5425186 w 5833533"/>
              <a:gd name="csY17" fmla="*/ 2500842 h 2500842"/>
              <a:gd name="csX18" fmla="*/ 4900168 w 5833533"/>
              <a:gd name="csY18" fmla="*/ 2500842 h 2500842"/>
              <a:gd name="csX19" fmla="*/ 4258479 w 5833533"/>
              <a:gd name="csY19" fmla="*/ 2500842 h 2500842"/>
              <a:gd name="csX20" fmla="*/ 3791796 w 5833533"/>
              <a:gd name="csY20" fmla="*/ 2500842 h 2500842"/>
              <a:gd name="csX21" fmla="*/ 3383449 w 5833533"/>
              <a:gd name="csY21" fmla="*/ 2500842 h 2500842"/>
              <a:gd name="csX22" fmla="*/ 2683425 w 5833533"/>
              <a:gd name="csY22" fmla="*/ 2500842 h 2500842"/>
              <a:gd name="csX23" fmla="*/ 2275078 w 5833533"/>
              <a:gd name="csY23" fmla="*/ 2500842 h 2500842"/>
              <a:gd name="csX24" fmla="*/ 1633389 w 5833533"/>
              <a:gd name="csY24" fmla="*/ 2500842 h 2500842"/>
              <a:gd name="csX25" fmla="*/ 1166707 w 5833533"/>
              <a:gd name="csY25" fmla="*/ 2500842 h 2500842"/>
              <a:gd name="csX26" fmla="*/ 758359 w 5833533"/>
              <a:gd name="csY26" fmla="*/ 2500842 h 2500842"/>
              <a:gd name="csX27" fmla="*/ 0 w 5833533"/>
              <a:gd name="csY27" fmla="*/ 2500842 h 2500842"/>
              <a:gd name="csX28" fmla="*/ 0 w 5833533"/>
              <a:gd name="csY28" fmla="*/ 1950657 h 2500842"/>
              <a:gd name="csX29" fmla="*/ 0 w 5833533"/>
              <a:gd name="csY29" fmla="*/ 1500505 h 2500842"/>
              <a:gd name="csX30" fmla="*/ 0 w 5833533"/>
              <a:gd name="csY30" fmla="*/ 975328 h 2500842"/>
              <a:gd name="csX31" fmla="*/ 0 w 5833533"/>
              <a:gd name="csY31" fmla="*/ 550185 h 2500842"/>
              <a:gd name="csX32" fmla="*/ 0 w 5833533"/>
              <a:gd name="csY32" fmla="*/ 0 h 25008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</a:cxnLst>
            <a:rect l="l" t="t" r="r" b="b"/>
            <a:pathLst>
              <a:path w="5833533" h="2500842" fill="none" extrusionOk="0">
                <a:moveTo>
                  <a:pt x="0" y="0"/>
                </a:moveTo>
                <a:cubicBezTo>
                  <a:pt x="132100" y="-40360"/>
                  <a:pt x="281116" y="42371"/>
                  <a:pt x="466683" y="0"/>
                </a:cubicBezTo>
                <a:cubicBezTo>
                  <a:pt x="652250" y="-42371"/>
                  <a:pt x="909543" y="19599"/>
                  <a:pt x="1050036" y="0"/>
                </a:cubicBezTo>
                <a:cubicBezTo>
                  <a:pt x="1190529" y="-19599"/>
                  <a:pt x="1450910" y="34647"/>
                  <a:pt x="1575054" y="0"/>
                </a:cubicBezTo>
                <a:cubicBezTo>
                  <a:pt x="1699198" y="-34647"/>
                  <a:pt x="1862786" y="12706"/>
                  <a:pt x="1983401" y="0"/>
                </a:cubicBezTo>
                <a:cubicBezTo>
                  <a:pt x="2104016" y="-12706"/>
                  <a:pt x="2274465" y="39991"/>
                  <a:pt x="2450084" y="0"/>
                </a:cubicBezTo>
                <a:cubicBezTo>
                  <a:pt x="2625703" y="-39991"/>
                  <a:pt x="2816292" y="21377"/>
                  <a:pt x="2975102" y="0"/>
                </a:cubicBezTo>
                <a:cubicBezTo>
                  <a:pt x="3133912" y="-21377"/>
                  <a:pt x="3280525" y="24218"/>
                  <a:pt x="3441784" y="0"/>
                </a:cubicBezTo>
                <a:cubicBezTo>
                  <a:pt x="3603043" y="-24218"/>
                  <a:pt x="3905281" y="51639"/>
                  <a:pt x="4141808" y="0"/>
                </a:cubicBezTo>
                <a:cubicBezTo>
                  <a:pt x="4378335" y="-51639"/>
                  <a:pt x="4513297" y="22891"/>
                  <a:pt x="4666826" y="0"/>
                </a:cubicBezTo>
                <a:cubicBezTo>
                  <a:pt x="4820355" y="-22891"/>
                  <a:pt x="5030451" y="39679"/>
                  <a:pt x="5250180" y="0"/>
                </a:cubicBezTo>
                <a:cubicBezTo>
                  <a:pt x="5469909" y="-39679"/>
                  <a:pt x="5701095" y="43935"/>
                  <a:pt x="5833533" y="0"/>
                </a:cubicBezTo>
                <a:cubicBezTo>
                  <a:pt x="5871696" y="139584"/>
                  <a:pt x="5816613" y="385226"/>
                  <a:pt x="5833533" y="525177"/>
                </a:cubicBezTo>
                <a:cubicBezTo>
                  <a:pt x="5850453" y="665128"/>
                  <a:pt x="5818419" y="763546"/>
                  <a:pt x="5833533" y="975328"/>
                </a:cubicBezTo>
                <a:cubicBezTo>
                  <a:pt x="5848647" y="1187110"/>
                  <a:pt x="5787863" y="1312011"/>
                  <a:pt x="5833533" y="1450488"/>
                </a:cubicBezTo>
                <a:cubicBezTo>
                  <a:pt x="5879203" y="1588965"/>
                  <a:pt x="5807204" y="1745531"/>
                  <a:pt x="5833533" y="1875632"/>
                </a:cubicBezTo>
                <a:cubicBezTo>
                  <a:pt x="5859862" y="2005733"/>
                  <a:pt x="5762911" y="2326855"/>
                  <a:pt x="5833533" y="2500842"/>
                </a:cubicBezTo>
                <a:cubicBezTo>
                  <a:pt x="5634597" y="2532972"/>
                  <a:pt x="5590183" y="2469020"/>
                  <a:pt x="5425186" y="2500842"/>
                </a:cubicBezTo>
                <a:cubicBezTo>
                  <a:pt x="5260189" y="2532664"/>
                  <a:pt x="5007165" y="2492103"/>
                  <a:pt x="4900168" y="2500842"/>
                </a:cubicBezTo>
                <a:cubicBezTo>
                  <a:pt x="4793171" y="2509581"/>
                  <a:pt x="4410231" y="2471789"/>
                  <a:pt x="4258479" y="2500842"/>
                </a:cubicBezTo>
                <a:cubicBezTo>
                  <a:pt x="4106727" y="2529895"/>
                  <a:pt x="3908296" y="2453557"/>
                  <a:pt x="3791796" y="2500842"/>
                </a:cubicBezTo>
                <a:cubicBezTo>
                  <a:pt x="3675296" y="2548127"/>
                  <a:pt x="3547566" y="2470847"/>
                  <a:pt x="3383449" y="2500842"/>
                </a:cubicBezTo>
                <a:cubicBezTo>
                  <a:pt x="3219332" y="2530837"/>
                  <a:pt x="2974935" y="2491181"/>
                  <a:pt x="2683425" y="2500842"/>
                </a:cubicBezTo>
                <a:cubicBezTo>
                  <a:pt x="2391915" y="2510503"/>
                  <a:pt x="2404576" y="2479177"/>
                  <a:pt x="2275078" y="2500842"/>
                </a:cubicBezTo>
                <a:cubicBezTo>
                  <a:pt x="2145580" y="2522507"/>
                  <a:pt x="1916471" y="2498859"/>
                  <a:pt x="1633389" y="2500842"/>
                </a:cubicBezTo>
                <a:cubicBezTo>
                  <a:pt x="1350307" y="2502825"/>
                  <a:pt x="1365821" y="2453029"/>
                  <a:pt x="1166707" y="2500842"/>
                </a:cubicBezTo>
                <a:cubicBezTo>
                  <a:pt x="967593" y="2548655"/>
                  <a:pt x="880013" y="2497706"/>
                  <a:pt x="758359" y="2500842"/>
                </a:cubicBezTo>
                <a:cubicBezTo>
                  <a:pt x="636705" y="2503978"/>
                  <a:pt x="194627" y="2479934"/>
                  <a:pt x="0" y="2500842"/>
                </a:cubicBezTo>
                <a:cubicBezTo>
                  <a:pt x="-58263" y="2250147"/>
                  <a:pt x="24585" y="2082407"/>
                  <a:pt x="0" y="1950657"/>
                </a:cubicBezTo>
                <a:cubicBezTo>
                  <a:pt x="-24585" y="1818908"/>
                  <a:pt x="26958" y="1690122"/>
                  <a:pt x="0" y="1500505"/>
                </a:cubicBezTo>
                <a:cubicBezTo>
                  <a:pt x="-26958" y="1310888"/>
                  <a:pt x="8094" y="1209159"/>
                  <a:pt x="0" y="975328"/>
                </a:cubicBezTo>
                <a:cubicBezTo>
                  <a:pt x="-8094" y="741497"/>
                  <a:pt x="43006" y="712300"/>
                  <a:pt x="0" y="550185"/>
                </a:cubicBezTo>
                <a:cubicBezTo>
                  <a:pt x="-43006" y="388070"/>
                  <a:pt x="47941" y="129550"/>
                  <a:pt x="0" y="0"/>
                </a:cubicBezTo>
                <a:close/>
              </a:path>
              <a:path w="5833533" h="2500842" stroke="0" extrusionOk="0">
                <a:moveTo>
                  <a:pt x="0" y="0"/>
                </a:moveTo>
                <a:cubicBezTo>
                  <a:pt x="307589" y="-58176"/>
                  <a:pt x="366750" y="2090"/>
                  <a:pt x="641689" y="0"/>
                </a:cubicBezTo>
                <a:cubicBezTo>
                  <a:pt x="916628" y="-2090"/>
                  <a:pt x="1180295" y="73515"/>
                  <a:pt x="1341713" y="0"/>
                </a:cubicBezTo>
                <a:cubicBezTo>
                  <a:pt x="1503131" y="-73515"/>
                  <a:pt x="1633903" y="48177"/>
                  <a:pt x="1750060" y="0"/>
                </a:cubicBezTo>
                <a:cubicBezTo>
                  <a:pt x="1866217" y="-48177"/>
                  <a:pt x="2187386" y="13705"/>
                  <a:pt x="2333413" y="0"/>
                </a:cubicBezTo>
                <a:cubicBezTo>
                  <a:pt x="2479440" y="-13705"/>
                  <a:pt x="2620759" y="47912"/>
                  <a:pt x="2858431" y="0"/>
                </a:cubicBezTo>
                <a:cubicBezTo>
                  <a:pt x="3096103" y="-47912"/>
                  <a:pt x="3173674" y="24175"/>
                  <a:pt x="3266778" y="0"/>
                </a:cubicBezTo>
                <a:cubicBezTo>
                  <a:pt x="3359882" y="-24175"/>
                  <a:pt x="3616898" y="49386"/>
                  <a:pt x="3791796" y="0"/>
                </a:cubicBezTo>
                <a:cubicBezTo>
                  <a:pt x="3966694" y="-49386"/>
                  <a:pt x="4277979" y="1821"/>
                  <a:pt x="4491820" y="0"/>
                </a:cubicBezTo>
                <a:cubicBezTo>
                  <a:pt x="4705661" y="-1821"/>
                  <a:pt x="4877695" y="29901"/>
                  <a:pt x="5016838" y="0"/>
                </a:cubicBezTo>
                <a:cubicBezTo>
                  <a:pt x="5155981" y="-29901"/>
                  <a:pt x="5612498" y="60586"/>
                  <a:pt x="5833533" y="0"/>
                </a:cubicBezTo>
                <a:cubicBezTo>
                  <a:pt x="5883675" y="178353"/>
                  <a:pt x="5804735" y="249184"/>
                  <a:pt x="5833533" y="450152"/>
                </a:cubicBezTo>
                <a:cubicBezTo>
                  <a:pt x="5862331" y="651120"/>
                  <a:pt x="5818196" y="877965"/>
                  <a:pt x="5833533" y="1000337"/>
                </a:cubicBezTo>
                <a:cubicBezTo>
                  <a:pt x="5848870" y="1122709"/>
                  <a:pt x="5804470" y="1439851"/>
                  <a:pt x="5833533" y="1550522"/>
                </a:cubicBezTo>
                <a:cubicBezTo>
                  <a:pt x="5862596" y="1661193"/>
                  <a:pt x="5787767" y="2223512"/>
                  <a:pt x="5833533" y="2500842"/>
                </a:cubicBezTo>
                <a:cubicBezTo>
                  <a:pt x="5559700" y="2524189"/>
                  <a:pt x="5446654" y="2499476"/>
                  <a:pt x="5250180" y="2500842"/>
                </a:cubicBezTo>
                <a:cubicBezTo>
                  <a:pt x="5053706" y="2502208"/>
                  <a:pt x="4890700" y="2496295"/>
                  <a:pt x="4608491" y="2500842"/>
                </a:cubicBezTo>
                <a:cubicBezTo>
                  <a:pt x="4326282" y="2505389"/>
                  <a:pt x="4359303" y="2494090"/>
                  <a:pt x="4200144" y="2500842"/>
                </a:cubicBezTo>
                <a:cubicBezTo>
                  <a:pt x="4040985" y="2507594"/>
                  <a:pt x="3892188" y="2470470"/>
                  <a:pt x="3791796" y="2500842"/>
                </a:cubicBezTo>
                <a:cubicBezTo>
                  <a:pt x="3691404" y="2531214"/>
                  <a:pt x="3355303" y="2452056"/>
                  <a:pt x="3208443" y="2500842"/>
                </a:cubicBezTo>
                <a:cubicBezTo>
                  <a:pt x="3061583" y="2549628"/>
                  <a:pt x="2740215" y="2440803"/>
                  <a:pt x="2508419" y="2500842"/>
                </a:cubicBezTo>
                <a:cubicBezTo>
                  <a:pt x="2276623" y="2560881"/>
                  <a:pt x="2111559" y="2447797"/>
                  <a:pt x="1925066" y="2500842"/>
                </a:cubicBezTo>
                <a:cubicBezTo>
                  <a:pt x="1738573" y="2553887"/>
                  <a:pt x="1714118" y="2469945"/>
                  <a:pt x="1516719" y="2500842"/>
                </a:cubicBezTo>
                <a:cubicBezTo>
                  <a:pt x="1319320" y="2531739"/>
                  <a:pt x="1270167" y="2460778"/>
                  <a:pt x="1108371" y="2500842"/>
                </a:cubicBezTo>
                <a:cubicBezTo>
                  <a:pt x="946575" y="2540906"/>
                  <a:pt x="268002" y="2405315"/>
                  <a:pt x="0" y="2500842"/>
                </a:cubicBezTo>
                <a:cubicBezTo>
                  <a:pt x="-40319" y="2294959"/>
                  <a:pt x="44902" y="2210945"/>
                  <a:pt x="0" y="2050690"/>
                </a:cubicBezTo>
                <a:cubicBezTo>
                  <a:pt x="-44902" y="1890435"/>
                  <a:pt x="46602" y="1670193"/>
                  <a:pt x="0" y="1525514"/>
                </a:cubicBezTo>
                <a:cubicBezTo>
                  <a:pt x="-46602" y="1380835"/>
                  <a:pt x="61204" y="1185173"/>
                  <a:pt x="0" y="975328"/>
                </a:cubicBezTo>
                <a:cubicBezTo>
                  <a:pt x="-61204" y="765483"/>
                  <a:pt x="45986" y="670795"/>
                  <a:pt x="0" y="550185"/>
                </a:cubicBezTo>
                <a:cubicBezTo>
                  <a:pt x="-45986" y="429575"/>
                  <a:pt x="44715" y="192076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67464159">
                  <ask:type>
                    <ask:lineSketchScribble/>
                  </ask:type>
                </ask:lineSketchStyleProps>
              </a:ext>
            </a:extLst>
          </a:ln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 err="1">
                <a:highlight>
                  <a:srgbClr val="FFFF00"/>
                </a:highlight>
                <a:latin typeface="Consolas" panose="020B0609020204030204" pitchFamily="49" charset="0"/>
              </a:rPr>
              <a:t>SearchNode</a:t>
            </a:r>
            <a:r>
              <a:rPr lang="en-IN" dirty="0">
                <a:highlight>
                  <a:srgbClr val="FFFF00"/>
                </a:highlight>
                <a:latin typeface="Consolas" panose="020B0609020204030204" pitchFamily="49" charset="0"/>
              </a:rPr>
              <a:t>(root, key)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  if </a:t>
            </a:r>
            <a:r>
              <a:rPr lang="en-IN" dirty="0">
                <a:solidFill>
                  <a:schemeClr val="accent4"/>
                </a:solidFill>
                <a:latin typeface="Consolas" panose="020B0609020204030204" pitchFamily="49" charset="0"/>
              </a:rPr>
              <a:t>root = NULL OR </a:t>
            </a:r>
            <a:r>
              <a:rPr lang="en-IN" dirty="0" err="1">
                <a:solidFill>
                  <a:schemeClr val="accent4"/>
                </a:solidFill>
                <a:latin typeface="Consolas" panose="020B0609020204030204" pitchFamily="49" charset="0"/>
              </a:rPr>
              <a:t>root.data</a:t>
            </a:r>
            <a:r>
              <a:rPr lang="en-IN" dirty="0">
                <a:solidFill>
                  <a:schemeClr val="accent4"/>
                </a:solidFill>
                <a:latin typeface="Consolas" panose="020B0609020204030204" pitchFamily="49" charset="0"/>
              </a:rPr>
              <a:t> = key</a:t>
            </a:r>
            <a:r>
              <a:rPr lang="en-IN" dirty="0">
                <a:latin typeface="Consolas" panose="020B0609020204030204" pitchFamily="49" charset="0"/>
              </a:rPr>
              <a:t> then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    return </a:t>
            </a:r>
            <a:r>
              <a:rPr lang="en-IN" dirty="0">
                <a:solidFill>
                  <a:schemeClr val="accent4"/>
                </a:solidFill>
                <a:latin typeface="Consolas" panose="020B0609020204030204" pitchFamily="49" charset="0"/>
              </a:rPr>
              <a:t>root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  if </a:t>
            </a:r>
            <a:r>
              <a:rPr lang="en-IN" dirty="0">
                <a:solidFill>
                  <a:schemeClr val="accent4"/>
                </a:solidFill>
                <a:latin typeface="Consolas" panose="020B0609020204030204" pitchFamily="49" charset="0"/>
              </a:rPr>
              <a:t>key &lt;= </a:t>
            </a:r>
            <a:r>
              <a:rPr lang="en-IN" dirty="0" err="1">
                <a:solidFill>
                  <a:schemeClr val="accent4"/>
                </a:solidFill>
                <a:latin typeface="Consolas" panose="020B0609020204030204" pitchFamily="49" charset="0"/>
              </a:rPr>
              <a:t>root.data</a:t>
            </a:r>
            <a:r>
              <a:rPr lang="en-IN" dirty="0">
                <a:solidFill>
                  <a:schemeClr val="accent4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latin typeface="Consolas" panose="020B0609020204030204" pitchFamily="49" charset="0"/>
              </a:rPr>
              <a:t>then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    return </a:t>
            </a:r>
            <a:r>
              <a:rPr lang="en-IN" dirty="0" err="1">
                <a:solidFill>
                  <a:schemeClr val="accent4"/>
                </a:solidFill>
                <a:latin typeface="Consolas" panose="020B0609020204030204" pitchFamily="49" charset="0"/>
              </a:rPr>
              <a:t>SearchNode</a:t>
            </a:r>
            <a:r>
              <a:rPr lang="en-IN" dirty="0">
                <a:solidFill>
                  <a:schemeClr val="accent4"/>
                </a:solidFill>
                <a:latin typeface="Consolas" panose="020B0609020204030204" pitchFamily="49" charset="0"/>
              </a:rPr>
              <a:t>(</a:t>
            </a:r>
            <a:r>
              <a:rPr lang="en-IN" dirty="0" err="1">
                <a:solidFill>
                  <a:schemeClr val="accent4"/>
                </a:solidFill>
                <a:latin typeface="Consolas" panose="020B0609020204030204" pitchFamily="49" charset="0"/>
              </a:rPr>
              <a:t>root.left</a:t>
            </a:r>
            <a:r>
              <a:rPr lang="en-IN" dirty="0">
                <a:solidFill>
                  <a:schemeClr val="accent4"/>
                </a:solidFill>
                <a:latin typeface="Consolas" panose="020B0609020204030204" pitchFamily="49" charset="0"/>
              </a:rPr>
              <a:t>, key)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  else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    return </a:t>
            </a:r>
            <a:r>
              <a:rPr lang="en-IN" dirty="0" err="1">
                <a:solidFill>
                  <a:schemeClr val="accent4"/>
                </a:solidFill>
                <a:latin typeface="Consolas" panose="020B0609020204030204" pitchFamily="49" charset="0"/>
              </a:rPr>
              <a:t>SerachNode</a:t>
            </a:r>
            <a:r>
              <a:rPr lang="en-IN" dirty="0">
                <a:solidFill>
                  <a:schemeClr val="accent4"/>
                </a:solidFill>
                <a:latin typeface="Consolas" panose="020B0609020204030204" pitchFamily="49" charset="0"/>
              </a:rPr>
              <a:t>(</a:t>
            </a:r>
            <a:r>
              <a:rPr lang="en-IN" dirty="0" err="1">
                <a:solidFill>
                  <a:schemeClr val="accent4"/>
                </a:solidFill>
                <a:latin typeface="Consolas" panose="020B0609020204030204" pitchFamily="49" charset="0"/>
              </a:rPr>
              <a:t>root.right</a:t>
            </a:r>
            <a:r>
              <a:rPr lang="en-IN" dirty="0">
                <a:solidFill>
                  <a:schemeClr val="accent4"/>
                </a:solidFill>
                <a:latin typeface="Consolas" panose="020B0609020204030204" pitchFamily="49" charset="0"/>
              </a:rPr>
              <a:t>, key)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F6FC784-842F-2580-2ABC-4A4A223F9DCA}"/>
              </a:ext>
            </a:extLst>
          </p:cNvPr>
          <p:cNvGrpSpPr/>
          <p:nvPr/>
        </p:nvGrpSpPr>
        <p:grpSpPr>
          <a:xfrm>
            <a:off x="7631486" y="1825626"/>
            <a:ext cx="3013903" cy="2520866"/>
            <a:chOff x="8291886" y="1825625"/>
            <a:chExt cx="3013903" cy="2520866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5F4D2541-D800-8708-7E18-BEB42A06D1CE}"/>
                </a:ext>
              </a:extLst>
            </p:cNvPr>
            <p:cNvSpPr/>
            <p:nvPr/>
          </p:nvSpPr>
          <p:spPr>
            <a:xfrm>
              <a:off x="9593983" y="1825625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12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7579FE0-3EF1-6D72-FB39-CD07CBF16C8E}"/>
                </a:ext>
              </a:extLst>
            </p:cNvPr>
            <p:cNvSpPr/>
            <p:nvPr/>
          </p:nvSpPr>
          <p:spPr>
            <a:xfrm>
              <a:off x="8766021" y="2521698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7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5FC90E07-B490-B215-F09A-058A02D40C5A}"/>
                </a:ext>
              </a:extLst>
            </p:cNvPr>
            <p:cNvSpPr/>
            <p:nvPr/>
          </p:nvSpPr>
          <p:spPr>
            <a:xfrm>
              <a:off x="10437558" y="2521698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19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C3E8A220-4386-AD1F-1574-B1853E91F86D}"/>
                </a:ext>
              </a:extLst>
            </p:cNvPr>
            <p:cNvSpPr/>
            <p:nvPr/>
          </p:nvSpPr>
          <p:spPr>
            <a:xfrm>
              <a:off x="8291886" y="3257768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5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C0CAA46E-9359-0356-1A37-A9EBA3AD94C8}"/>
                </a:ext>
              </a:extLst>
            </p:cNvPr>
            <p:cNvSpPr/>
            <p:nvPr/>
          </p:nvSpPr>
          <p:spPr>
            <a:xfrm>
              <a:off x="10946586" y="3257768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29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C9A1AF46-69BA-E96A-21DF-D311A353B6D7}"/>
                </a:ext>
              </a:extLst>
            </p:cNvPr>
            <p:cNvSpPr/>
            <p:nvPr/>
          </p:nvSpPr>
          <p:spPr>
            <a:xfrm>
              <a:off x="9240154" y="3257769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9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DC40E76-0812-CD30-8D87-7CD9356988E6}"/>
                </a:ext>
              </a:extLst>
            </p:cNvPr>
            <p:cNvSpPr/>
            <p:nvPr/>
          </p:nvSpPr>
          <p:spPr>
            <a:xfrm>
              <a:off x="10501187" y="3987288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25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E33F58D-9178-161B-4EC4-E1084B61C0D7}"/>
                </a:ext>
              </a:extLst>
            </p:cNvPr>
            <p:cNvCxnSpPr>
              <a:stCxn id="5" idx="3"/>
              <a:endCxn id="6" idx="0"/>
            </p:cNvCxnSpPr>
            <p:nvPr/>
          </p:nvCxnSpPr>
          <p:spPr>
            <a:xfrm flipH="1">
              <a:off x="8945623" y="2132224"/>
              <a:ext cx="700964" cy="38947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D1D8146-94A1-5BD2-5E86-4F45A7A8C718}"/>
                </a:ext>
              </a:extLst>
            </p:cNvPr>
            <p:cNvCxnSpPr>
              <a:stCxn id="5" idx="5"/>
              <a:endCxn id="7" idx="0"/>
            </p:cNvCxnSpPr>
            <p:nvPr/>
          </p:nvCxnSpPr>
          <p:spPr>
            <a:xfrm>
              <a:off x="9900582" y="2132224"/>
              <a:ext cx="716578" cy="38947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CAE303ED-EBB8-F7AF-F88A-0EAF5ED4A11A}"/>
                </a:ext>
              </a:extLst>
            </p:cNvPr>
            <p:cNvCxnSpPr>
              <a:stCxn id="6" idx="3"/>
              <a:endCxn id="8" idx="0"/>
            </p:cNvCxnSpPr>
            <p:nvPr/>
          </p:nvCxnSpPr>
          <p:spPr>
            <a:xfrm flipH="1">
              <a:off x="8471488" y="2828297"/>
              <a:ext cx="347137" cy="4294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BBB86EF1-54E6-2758-8492-42B4211D2335}"/>
                </a:ext>
              </a:extLst>
            </p:cNvPr>
            <p:cNvCxnSpPr>
              <a:stCxn id="6" idx="5"/>
              <a:endCxn id="10" idx="0"/>
            </p:cNvCxnSpPr>
            <p:nvPr/>
          </p:nvCxnSpPr>
          <p:spPr>
            <a:xfrm>
              <a:off x="9072620" y="2828297"/>
              <a:ext cx="347136" cy="42947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11432CE-BAAC-11BD-1394-324270CA9868}"/>
                </a:ext>
              </a:extLst>
            </p:cNvPr>
            <p:cNvCxnSpPr>
              <a:stCxn id="7" idx="5"/>
              <a:endCxn id="9" idx="0"/>
            </p:cNvCxnSpPr>
            <p:nvPr/>
          </p:nvCxnSpPr>
          <p:spPr>
            <a:xfrm>
              <a:off x="10744157" y="2828297"/>
              <a:ext cx="382031" cy="4294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B36E309-32D9-931C-D77C-058FA568EFBD}"/>
                </a:ext>
              </a:extLst>
            </p:cNvPr>
            <p:cNvCxnSpPr>
              <a:cxnSpLocks/>
              <a:stCxn id="9" idx="3"/>
              <a:endCxn id="11" idx="0"/>
            </p:cNvCxnSpPr>
            <p:nvPr/>
          </p:nvCxnSpPr>
          <p:spPr>
            <a:xfrm flipH="1">
              <a:off x="10680789" y="3564367"/>
              <a:ext cx="318401" cy="42292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85641E8C-E062-EC4E-EC83-4BCE7965A60C}"/>
                </a:ext>
              </a:extLst>
            </p:cNvPr>
            <p:cNvSpPr/>
            <p:nvPr/>
          </p:nvSpPr>
          <p:spPr>
            <a:xfrm>
              <a:off x="8880098" y="3983817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8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19A9779A-E1D8-B562-175A-0291955A08C5}"/>
                </a:ext>
              </a:extLst>
            </p:cNvPr>
            <p:cNvSpPr/>
            <p:nvPr/>
          </p:nvSpPr>
          <p:spPr>
            <a:xfrm>
              <a:off x="9717371" y="3983817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11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06C9504-1E86-3B90-FD84-60970E6ABD8A}"/>
                </a:ext>
              </a:extLst>
            </p:cNvPr>
            <p:cNvCxnSpPr>
              <a:stCxn id="10" idx="3"/>
              <a:endCxn id="18" idx="0"/>
            </p:cNvCxnSpPr>
            <p:nvPr/>
          </p:nvCxnSpPr>
          <p:spPr>
            <a:xfrm flipH="1">
              <a:off x="9059700" y="3564368"/>
              <a:ext cx="233058" cy="41944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196D56FF-AE54-5BBE-6512-396708F5806B}"/>
                </a:ext>
              </a:extLst>
            </p:cNvPr>
            <p:cNvCxnSpPr>
              <a:stCxn id="10" idx="5"/>
              <a:endCxn id="19" idx="0"/>
            </p:cNvCxnSpPr>
            <p:nvPr/>
          </p:nvCxnSpPr>
          <p:spPr>
            <a:xfrm>
              <a:off x="9546753" y="3564368"/>
              <a:ext cx="350220" cy="41944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Arrow: Left 21">
            <a:extLst>
              <a:ext uri="{FF2B5EF4-FFF2-40B4-BE49-F238E27FC236}">
                <a16:creationId xmlns:a16="http://schemas.microsoft.com/office/drawing/2014/main" id="{06669FF9-83C5-EB43-45CF-4D629A5E072C}"/>
              </a:ext>
            </a:extLst>
          </p:cNvPr>
          <p:cNvSpPr/>
          <p:nvPr/>
        </p:nvSpPr>
        <p:spPr>
          <a:xfrm rot="19950589">
            <a:off x="8030541" y="1971253"/>
            <a:ext cx="740502" cy="359204"/>
          </a:xfrm>
          <a:prstGeom prst="left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/>
              <a:t>11 &lt; 12</a:t>
            </a: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16E5ADBA-57C7-15DF-5174-A85344B7C8A7}"/>
              </a:ext>
            </a:extLst>
          </p:cNvPr>
          <p:cNvSpPr/>
          <p:nvPr/>
        </p:nvSpPr>
        <p:spPr>
          <a:xfrm rot="3022922">
            <a:off x="8495306" y="2768470"/>
            <a:ext cx="729692" cy="359204"/>
          </a:xfrm>
          <a:prstGeom prst="right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/>
              <a:t>11 &gt; 7</a:t>
            </a:r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C7EE9DA8-F5ED-79DE-D32D-4126FA220577}"/>
              </a:ext>
            </a:extLst>
          </p:cNvPr>
          <p:cNvSpPr/>
          <p:nvPr/>
        </p:nvSpPr>
        <p:spPr>
          <a:xfrm rot="2975531">
            <a:off x="8994602" y="3402094"/>
            <a:ext cx="729692" cy="359204"/>
          </a:xfrm>
          <a:prstGeom prst="right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/>
              <a:t>11 &gt; 9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2A0A4974-FC33-7D18-6ED1-78ECFB437594}"/>
              </a:ext>
            </a:extLst>
          </p:cNvPr>
          <p:cNvSpPr/>
          <p:nvPr/>
        </p:nvSpPr>
        <p:spPr>
          <a:xfrm>
            <a:off x="8961818" y="3898676"/>
            <a:ext cx="549507" cy="549507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D806981-B6E0-D32D-051C-B4CD5B347B2D}"/>
              </a:ext>
            </a:extLst>
          </p:cNvPr>
          <p:cNvSpPr txBox="1"/>
          <p:nvPr/>
        </p:nvSpPr>
        <p:spPr>
          <a:xfrm>
            <a:off x="8000347" y="1318479"/>
            <a:ext cx="2225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err="1"/>
              <a:t>SerachNode</a:t>
            </a:r>
            <a:r>
              <a:rPr lang="en-IN" dirty="0"/>
              <a:t> (root, 11)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DEE09EE-30FE-7E36-22EF-731302869111}"/>
              </a:ext>
            </a:extLst>
          </p:cNvPr>
          <p:cNvSpPr txBox="1"/>
          <p:nvPr/>
        </p:nvSpPr>
        <p:spPr>
          <a:xfrm>
            <a:off x="823785" y="4523207"/>
            <a:ext cx="77405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highlight>
                  <a:srgbClr val="00FF00"/>
                </a:highlight>
              </a:rPr>
              <a:t>Time Complexity</a:t>
            </a:r>
            <a:r>
              <a:rPr lang="en-IN" sz="2400" dirty="0"/>
              <a:t>: Running time on tree of </a:t>
            </a:r>
            <a:r>
              <a:rPr lang="en-IN" sz="2400" dirty="0">
                <a:highlight>
                  <a:srgbClr val="FF00FF"/>
                </a:highlight>
              </a:rPr>
              <a:t>height h</a:t>
            </a:r>
            <a:r>
              <a:rPr lang="en-IN" sz="2400" dirty="0"/>
              <a:t> is </a:t>
            </a:r>
            <a:r>
              <a:rPr lang="en-IN" sz="2400" dirty="0">
                <a:highlight>
                  <a:srgbClr val="FF00FF"/>
                </a:highlight>
              </a:rPr>
              <a:t>O(h)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4B932FA-DA18-32C1-BDE8-D45C3745AFC3}"/>
              </a:ext>
            </a:extLst>
          </p:cNvPr>
          <p:cNvSpPr txBox="1"/>
          <p:nvPr/>
        </p:nvSpPr>
        <p:spPr>
          <a:xfrm>
            <a:off x="838200" y="5086734"/>
            <a:ext cx="105918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2400" b="1" dirty="0">
                <a:highlight>
                  <a:srgbClr val="00FFFF"/>
                </a:highlight>
              </a:rPr>
              <a:t>Questions for you</a:t>
            </a:r>
            <a:endParaRPr lang="en-IN" sz="2400" dirty="0"/>
          </a:p>
          <a:p>
            <a:r>
              <a:rPr lang="en-IN" sz="2400" dirty="0"/>
              <a:t>Suppose you have n nodes in a tree. Is it true that the worst-case running time for searching an element will be O(n)? If yes, how? If no, why?</a:t>
            </a:r>
          </a:p>
        </p:txBody>
      </p:sp>
      <p:pic>
        <p:nvPicPr>
          <p:cNvPr id="40" name="Graphic 39" descr="Thought outline">
            <a:extLst>
              <a:ext uri="{FF2B5EF4-FFF2-40B4-BE49-F238E27FC236}">
                <a16:creationId xmlns:a16="http://schemas.microsoft.com/office/drawing/2014/main" id="{F1375AA4-1F68-2ED3-5430-6C93422C9A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0200" y="5054515"/>
            <a:ext cx="568908" cy="568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480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37" grpId="0"/>
      <p:bldP spid="38" grpId="0"/>
      <p:bldP spid="3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2E5B3-8FC1-19DD-735C-530D91087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Min and </a:t>
            </a:r>
            <a:r>
              <a:rPr lang="en-IN"/>
              <a:t>max element </a:t>
            </a:r>
            <a:r>
              <a:rPr lang="en-IN" dirty="0"/>
              <a:t>in BST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B89311B-B426-F5C0-9051-13BD32DBCE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5833533" cy="2500842"/>
          </a:xfrm>
          <a:custGeom>
            <a:avLst/>
            <a:gdLst>
              <a:gd name="csX0" fmla="*/ 0 w 5833533"/>
              <a:gd name="csY0" fmla="*/ 0 h 2500842"/>
              <a:gd name="csX1" fmla="*/ 466683 w 5833533"/>
              <a:gd name="csY1" fmla="*/ 0 h 2500842"/>
              <a:gd name="csX2" fmla="*/ 1050036 w 5833533"/>
              <a:gd name="csY2" fmla="*/ 0 h 2500842"/>
              <a:gd name="csX3" fmla="*/ 1575054 w 5833533"/>
              <a:gd name="csY3" fmla="*/ 0 h 2500842"/>
              <a:gd name="csX4" fmla="*/ 1983401 w 5833533"/>
              <a:gd name="csY4" fmla="*/ 0 h 2500842"/>
              <a:gd name="csX5" fmla="*/ 2450084 w 5833533"/>
              <a:gd name="csY5" fmla="*/ 0 h 2500842"/>
              <a:gd name="csX6" fmla="*/ 2975102 w 5833533"/>
              <a:gd name="csY6" fmla="*/ 0 h 2500842"/>
              <a:gd name="csX7" fmla="*/ 3441784 w 5833533"/>
              <a:gd name="csY7" fmla="*/ 0 h 2500842"/>
              <a:gd name="csX8" fmla="*/ 4141808 w 5833533"/>
              <a:gd name="csY8" fmla="*/ 0 h 2500842"/>
              <a:gd name="csX9" fmla="*/ 4666826 w 5833533"/>
              <a:gd name="csY9" fmla="*/ 0 h 2500842"/>
              <a:gd name="csX10" fmla="*/ 5250180 w 5833533"/>
              <a:gd name="csY10" fmla="*/ 0 h 2500842"/>
              <a:gd name="csX11" fmla="*/ 5833533 w 5833533"/>
              <a:gd name="csY11" fmla="*/ 0 h 2500842"/>
              <a:gd name="csX12" fmla="*/ 5833533 w 5833533"/>
              <a:gd name="csY12" fmla="*/ 525177 h 2500842"/>
              <a:gd name="csX13" fmla="*/ 5833533 w 5833533"/>
              <a:gd name="csY13" fmla="*/ 975328 h 2500842"/>
              <a:gd name="csX14" fmla="*/ 5833533 w 5833533"/>
              <a:gd name="csY14" fmla="*/ 1450488 h 2500842"/>
              <a:gd name="csX15" fmla="*/ 5833533 w 5833533"/>
              <a:gd name="csY15" fmla="*/ 1875632 h 2500842"/>
              <a:gd name="csX16" fmla="*/ 5833533 w 5833533"/>
              <a:gd name="csY16" fmla="*/ 2500842 h 2500842"/>
              <a:gd name="csX17" fmla="*/ 5425186 w 5833533"/>
              <a:gd name="csY17" fmla="*/ 2500842 h 2500842"/>
              <a:gd name="csX18" fmla="*/ 4900168 w 5833533"/>
              <a:gd name="csY18" fmla="*/ 2500842 h 2500842"/>
              <a:gd name="csX19" fmla="*/ 4258479 w 5833533"/>
              <a:gd name="csY19" fmla="*/ 2500842 h 2500842"/>
              <a:gd name="csX20" fmla="*/ 3791796 w 5833533"/>
              <a:gd name="csY20" fmla="*/ 2500842 h 2500842"/>
              <a:gd name="csX21" fmla="*/ 3383449 w 5833533"/>
              <a:gd name="csY21" fmla="*/ 2500842 h 2500842"/>
              <a:gd name="csX22" fmla="*/ 2683425 w 5833533"/>
              <a:gd name="csY22" fmla="*/ 2500842 h 2500842"/>
              <a:gd name="csX23" fmla="*/ 2275078 w 5833533"/>
              <a:gd name="csY23" fmla="*/ 2500842 h 2500842"/>
              <a:gd name="csX24" fmla="*/ 1633389 w 5833533"/>
              <a:gd name="csY24" fmla="*/ 2500842 h 2500842"/>
              <a:gd name="csX25" fmla="*/ 1166707 w 5833533"/>
              <a:gd name="csY25" fmla="*/ 2500842 h 2500842"/>
              <a:gd name="csX26" fmla="*/ 758359 w 5833533"/>
              <a:gd name="csY26" fmla="*/ 2500842 h 2500842"/>
              <a:gd name="csX27" fmla="*/ 0 w 5833533"/>
              <a:gd name="csY27" fmla="*/ 2500842 h 2500842"/>
              <a:gd name="csX28" fmla="*/ 0 w 5833533"/>
              <a:gd name="csY28" fmla="*/ 1950657 h 2500842"/>
              <a:gd name="csX29" fmla="*/ 0 w 5833533"/>
              <a:gd name="csY29" fmla="*/ 1500505 h 2500842"/>
              <a:gd name="csX30" fmla="*/ 0 w 5833533"/>
              <a:gd name="csY30" fmla="*/ 975328 h 2500842"/>
              <a:gd name="csX31" fmla="*/ 0 w 5833533"/>
              <a:gd name="csY31" fmla="*/ 550185 h 2500842"/>
              <a:gd name="csX32" fmla="*/ 0 w 5833533"/>
              <a:gd name="csY32" fmla="*/ 0 h 25008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</a:cxnLst>
            <a:rect l="l" t="t" r="r" b="b"/>
            <a:pathLst>
              <a:path w="5833533" h="2500842" fill="none" extrusionOk="0">
                <a:moveTo>
                  <a:pt x="0" y="0"/>
                </a:moveTo>
                <a:cubicBezTo>
                  <a:pt x="132100" y="-40360"/>
                  <a:pt x="281116" y="42371"/>
                  <a:pt x="466683" y="0"/>
                </a:cubicBezTo>
                <a:cubicBezTo>
                  <a:pt x="652250" y="-42371"/>
                  <a:pt x="909543" y="19599"/>
                  <a:pt x="1050036" y="0"/>
                </a:cubicBezTo>
                <a:cubicBezTo>
                  <a:pt x="1190529" y="-19599"/>
                  <a:pt x="1450910" y="34647"/>
                  <a:pt x="1575054" y="0"/>
                </a:cubicBezTo>
                <a:cubicBezTo>
                  <a:pt x="1699198" y="-34647"/>
                  <a:pt x="1862786" y="12706"/>
                  <a:pt x="1983401" y="0"/>
                </a:cubicBezTo>
                <a:cubicBezTo>
                  <a:pt x="2104016" y="-12706"/>
                  <a:pt x="2274465" y="39991"/>
                  <a:pt x="2450084" y="0"/>
                </a:cubicBezTo>
                <a:cubicBezTo>
                  <a:pt x="2625703" y="-39991"/>
                  <a:pt x="2816292" y="21377"/>
                  <a:pt x="2975102" y="0"/>
                </a:cubicBezTo>
                <a:cubicBezTo>
                  <a:pt x="3133912" y="-21377"/>
                  <a:pt x="3280525" y="24218"/>
                  <a:pt x="3441784" y="0"/>
                </a:cubicBezTo>
                <a:cubicBezTo>
                  <a:pt x="3603043" y="-24218"/>
                  <a:pt x="3905281" y="51639"/>
                  <a:pt x="4141808" y="0"/>
                </a:cubicBezTo>
                <a:cubicBezTo>
                  <a:pt x="4378335" y="-51639"/>
                  <a:pt x="4513297" y="22891"/>
                  <a:pt x="4666826" y="0"/>
                </a:cubicBezTo>
                <a:cubicBezTo>
                  <a:pt x="4820355" y="-22891"/>
                  <a:pt x="5030451" y="39679"/>
                  <a:pt x="5250180" y="0"/>
                </a:cubicBezTo>
                <a:cubicBezTo>
                  <a:pt x="5469909" y="-39679"/>
                  <a:pt x="5701095" y="43935"/>
                  <a:pt x="5833533" y="0"/>
                </a:cubicBezTo>
                <a:cubicBezTo>
                  <a:pt x="5871696" y="139584"/>
                  <a:pt x="5816613" y="385226"/>
                  <a:pt x="5833533" y="525177"/>
                </a:cubicBezTo>
                <a:cubicBezTo>
                  <a:pt x="5850453" y="665128"/>
                  <a:pt x="5818419" y="763546"/>
                  <a:pt x="5833533" y="975328"/>
                </a:cubicBezTo>
                <a:cubicBezTo>
                  <a:pt x="5848647" y="1187110"/>
                  <a:pt x="5787863" y="1312011"/>
                  <a:pt x="5833533" y="1450488"/>
                </a:cubicBezTo>
                <a:cubicBezTo>
                  <a:pt x="5879203" y="1588965"/>
                  <a:pt x="5807204" y="1745531"/>
                  <a:pt x="5833533" y="1875632"/>
                </a:cubicBezTo>
                <a:cubicBezTo>
                  <a:pt x="5859862" y="2005733"/>
                  <a:pt x="5762911" y="2326855"/>
                  <a:pt x="5833533" y="2500842"/>
                </a:cubicBezTo>
                <a:cubicBezTo>
                  <a:pt x="5634597" y="2532972"/>
                  <a:pt x="5590183" y="2469020"/>
                  <a:pt x="5425186" y="2500842"/>
                </a:cubicBezTo>
                <a:cubicBezTo>
                  <a:pt x="5260189" y="2532664"/>
                  <a:pt x="5007165" y="2492103"/>
                  <a:pt x="4900168" y="2500842"/>
                </a:cubicBezTo>
                <a:cubicBezTo>
                  <a:pt x="4793171" y="2509581"/>
                  <a:pt x="4410231" y="2471789"/>
                  <a:pt x="4258479" y="2500842"/>
                </a:cubicBezTo>
                <a:cubicBezTo>
                  <a:pt x="4106727" y="2529895"/>
                  <a:pt x="3908296" y="2453557"/>
                  <a:pt x="3791796" y="2500842"/>
                </a:cubicBezTo>
                <a:cubicBezTo>
                  <a:pt x="3675296" y="2548127"/>
                  <a:pt x="3547566" y="2470847"/>
                  <a:pt x="3383449" y="2500842"/>
                </a:cubicBezTo>
                <a:cubicBezTo>
                  <a:pt x="3219332" y="2530837"/>
                  <a:pt x="2974935" y="2491181"/>
                  <a:pt x="2683425" y="2500842"/>
                </a:cubicBezTo>
                <a:cubicBezTo>
                  <a:pt x="2391915" y="2510503"/>
                  <a:pt x="2404576" y="2479177"/>
                  <a:pt x="2275078" y="2500842"/>
                </a:cubicBezTo>
                <a:cubicBezTo>
                  <a:pt x="2145580" y="2522507"/>
                  <a:pt x="1916471" y="2498859"/>
                  <a:pt x="1633389" y="2500842"/>
                </a:cubicBezTo>
                <a:cubicBezTo>
                  <a:pt x="1350307" y="2502825"/>
                  <a:pt x="1365821" y="2453029"/>
                  <a:pt x="1166707" y="2500842"/>
                </a:cubicBezTo>
                <a:cubicBezTo>
                  <a:pt x="967593" y="2548655"/>
                  <a:pt x="880013" y="2497706"/>
                  <a:pt x="758359" y="2500842"/>
                </a:cubicBezTo>
                <a:cubicBezTo>
                  <a:pt x="636705" y="2503978"/>
                  <a:pt x="194627" y="2479934"/>
                  <a:pt x="0" y="2500842"/>
                </a:cubicBezTo>
                <a:cubicBezTo>
                  <a:pt x="-58263" y="2250147"/>
                  <a:pt x="24585" y="2082407"/>
                  <a:pt x="0" y="1950657"/>
                </a:cubicBezTo>
                <a:cubicBezTo>
                  <a:pt x="-24585" y="1818908"/>
                  <a:pt x="26958" y="1690122"/>
                  <a:pt x="0" y="1500505"/>
                </a:cubicBezTo>
                <a:cubicBezTo>
                  <a:pt x="-26958" y="1310888"/>
                  <a:pt x="8094" y="1209159"/>
                  <a:pt x="0" y="975328"/>
                </a:cubicBezTo>
                <a:cubicBezTo>
                  <a:pt x="-8094" y="741497"/>
                  <a:pt x="43006" y="712300"/>
                  <a:pt x="0" y="550185"/>
                </a:cubicBezTo>
                <a:cubicBezTo>
                  <a:pt x="-43006" y="388070"/>
                  <a:pt x="47941" y="129550"/>
                  <a:pt x="0" y="0"/>
                </a:cubicBezTo>
                <a:close/>
              </a:path>
              <a:path w="5833533" h="2500842" stroke="0" extrusionOk="0">
                <a:moveTo>
                  <a:pt x="0" y="0"/>
                </a:moveTo>
                <a:cubicBezTo>
                  <a:pt x="307589" y="-58176"/>
                  <a:pt x="366750" y="2090"/>
                  <a:pt x="641689" y="0"/>
                </a:cubicBezTo>
                <a:cubicBezTo>
                  <a:pt x="916628" y="-2090"/>
                  <a:pt x="1180295" y="73515"/>
                  <a:pt x="1341713" y="0"/>
                </a:cubicBezTo>
                <a:cubicBezTo>
                  <a:pt x="1503131" y="-73515"/>
                  <a:pt x="1633903" y="48177"/>
                  <a:pt x="1750060" y="0"/>
                </a:cubicBezTo>
                <a:cubicBezTo>
                  <a:pt x="1866217" y="-48177"/>
                  <a:pt x="2187386" y="13705"/>
                  <a:pt x="2333413" y="0"/>
                </a:cubicBezTo>
                <a:cubicBezTo>
                  <a:pt x="2479440" y="-13705"/>
                  <a:pt x="2620759" y="47912"/>
                  <a:pt x="2858431" y="0"/>
                </a:cubicBezTo>
                <a:cubicBezTo>
                  <a:pt x="3096103" y="-47912"/>
                  <a:pt x="3173674" y="24175"/>
                  <a:pt x="3266778" y="0"/>
                </a:cubicBezTo>
                <a:cubicBezTo>
                  <a:pt x="3359882" y="-24175"/>
                  <a:pt x="3616898" y="49386"/>
                  <a:pt x="3791796" y="0"/>
                </a:cubicBezTo>
                <a:cubicBezTo>
                  <a:pt x="3966694" y="-49386"/>
                  <a:pt x="4277979" y="1821"/>
                  <a:pt x="4491820" y="0"/>
                </a:cubicBezTo>
                <a:cubicBezTo>
                  <a:pt x="4705661" y="-1821"/>
                  <a:pt x="4877695" y="29901"/>
                  <a:pt x="5016838" y="0"/>
                </a:cubicBezTo>
                <a:cubicBezTo>
                  <a:pt x="5155981" y="-29901"/>
                  <a:pt x="5612498" y="60586"/>
                  <a:pt x="5833533" y="0"/>
                </a:cubicBezTo>
                <a:cubicBezTo>
                  <a:pt x="5883675" y="178353"/>
                  <a:pt x="5804735" y="249184"/>
                  <a:pt x="5833533" y="450152"/>
                </a:cubicBezTo>
                <a:cubicBezTo>
                  <a:pt x="5862331" y="651120"/>
                  <a:pt x="5818196" y="877965"/>
                  <a:pt x="5833533" y="1000337"/>
                </a:cubicBezTo>
                <a:cubicBezTo>
                  <a:pt x="5848870" y="1122709"/>
                  <a:pt x="5804470" y="1439851"/>
                  <a:pt x="5833533" y="1550522"/>
                </a:cubicBezTo>
                <a:cubicBezTo>
                  <a:pt x="5862596" y="1661193"/>
                  <a:pt x="5787767" y="2223512"/>
                  <a:pt x="5833533" y="2500842"/>
                </a:cubicBezTo>
                <a:cubicBezTo>
                  <a:pt x="5559700" y="2524189"/>
                  <a:pt x="5446654" y="2499476"/>
                  <a:pt x="5250180" y="2500842"/>
                </a:cubicBezTo>
                <a:cubicBezTo>
                  <a:pt x="5053706" y="2502208"/>
                  <a:pt x="4890700" y="2496295"/>
                  <a:pt x="4608491" y="2500842"/>
                </a:cubicBezTo>
                <a:cubicBezTo>
                  <a:pt x="4326282" y="2505389"/>
                  <a:pt x="4359303" y="2494090"/>
                  <a:pt x="4200144" y="2500842"/>
                </a:cubicBezTo>
                <a:cubicBezTo>
                  <a:pt x="4040985" y="2507594"/>
                  <a:pt x="3892188" y="2470470"/>
                  <a:pt x="3791796" y="2500842"/>
                </a:cubicBezTo>
                <a:cubicBezTo>
                  <a:pt x="3691404" y="2531214"/>
                  <a:pt x="3355303" y="2452056"/>
                  <a:pt x="3208443" y="2500842"/>
                </a:cubicBezTo>
                <a:cubicBezTo>
                  <a:pt x="3061583" y="2549628"/>
                  <a:pt x="2740215" y="2440803"/>
                  <a:pt x="2508419" y="2500842"/>
                </a:cubicBezTo>
                <a:cubicBezTo>
                  <a:pt x="2276623" y="2560881"/>
                  <a:pt x="2111559" y="2447797"/>
                  <a:pt x="1925066" y="2500842"/>
                </a:cubicBezTo>
                <a:cubicBezTo>
                  <a:pt x="1738573" y="2553887"/>
                  <a:pt x="1714118" y="2469945"/>
                  <a:pt x="1516719" y="2500842"/>
                </a:cubicBezTo>
                <a:cubicBezTo>
                  <a:pt x="1319320" y="2531739"/>
                  <a:pt x="1270167" y="2460778"/>
                  <a:pt x="1108371" y="2500842"/>
                </a:cubicBezTo>
                <a:cubicBezTo>
                  <a:pt x="946575" y="2540906"/>
                  <a:pt x="268002" y="2405315"/>
                  <a:pt x="0" y="2500842"/>
                </a:cubicBezTo>
                <a:cubicBezTo>
                  <a:pt x="-40319" y="2294959"/>
                  <a:pt x="44902" y="2210945"/>
                  <a:pt x="0" y="2050690"/>
                </a:cubicBezTo>
                <a:cubicBezTo>
                  <a:pt x="-44902" y="1890435"/>
                  <a:pt x="46602" y="1670193"/>
                  <a:pt x="0" y="1525514"/>
                </a:cubicBezTo>
                <a:cubicBezTo>
                  <a:pt x="-46602" y="1380835"/>
                  <a:pt x="61204" y="1185173"/>
                  <a:pt x="0" y="975328"/>
                </a:cubicBezTo>
                <a:cubicBezTo>
                  <a:pt x="-61204" y="765483"/>
                  <a:pt x="45986" y="670795"/>
                  <a:pt x="0" y="550185"/>
                </a:cubicBezTo>
                <a:cubicBezTo>
                  <a:pt x="-45986" y="429575"/>
                  <a:pt x="44715" y="192076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67464159">
                  <ask:type>
                    <ask:lineSketchScribble/>
                  </ask:type>
                </ask:lineSketchStyleProps>
              </a:ext>
            </a:extLst>
          </a:ln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 err="1">
                <a:highlight>
                  <a:srgbClr val="FFFF00"/>
                </a:highlight>
                <a:latin typeface="Consolas" panose="020B0609020204030204" pitchFamily="49" charset="0"/>
              </a:rPr>
              <a:t>MinElement</a:t>
            </a:r>
            <a:r>
              <a:rPr lang="en-IN" dirty="0">
                <a:highlight>
                  <a:srgbClr val="FFFF00"/>
                </a:highlight>
                <a:latin typeface="Consolas" panose="020B0609020204030204" pitchFamily="49" charset="0"/>
              </a:rPr>
              <a:t>(root)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  while </a:t>
            </a:r>
            <a:r>
              <a:rPr lang="en-IN" dirty="0" err="1">
                <a:solidFill>
                  <a:schemeClr val="accent4"/>
                </a:solidFill>
                <a:latin typeface="Consolas" panose="020B0609020204030204" pitchFamily="49" charset="0"/>
              </a:rPr>
              <a:t>root.left</a:t>
            </a:r>
            <a:r>
              <a:rPr lang="en-IN" dirty="0">
                <a:solidFill>
                  <a:schemeClr val="accent4"/>
                </a:solidFill>
                <a:latin typeface="Consolas" panose="020B0609020204030204" pitchFamily="49" charset="0"/>
              </a:rPr>
              <a:t> != NULL</a:t>
            </a:r>
            <a:r>
              <a:rPr lang="en-IN" dirty="0">
                <a:latin typeface="Consolas" panose="020B0609020204030204" pitchFamily="49" charset="0"/>
              </a:rPr>
              <a:t> do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    </a:t>
            </a:r>
            <a:r>
              <a:rPr lang="en-IN" dirty="0">
                <a:solidFill>
                  <a:schemeClr val="accent4"/>
                </a:solidFill>
                <a:latin typeface="Consolas" panose="020B0609020204030204" pitchFamily="49" charset="0"/>
              </a:rPr>
              <a:t>root = </a:t>
            </a:r>
            <a:r>
              <a:rPr lang="en-IN" dirty="0" err="1">
                <a:solidFill>
                  <a:schemeClr val="accent4"/>
                </a:solidFill>
                <a:latin typeface="Consolas" panose="020B0609020204030204" pitchFamily="49" charset="0"/>
              </a:rPr>
              <a:t>root.left</a:t>
            </a:r>
            <a:endParaRPr lang="en-IN" dirty="0">
              <a:solidFill>
                <a:schemeClr val="accent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dirty="0">
                <a:solidFill>
                  <a:schemeClr val="accent4"/>
                </a:solidFill>
                <a:latin typeface="Consolas" panose="020B0609020204030204" pitchFamily="49" charset="0"/>
              </a:rPr>
              <a:t>  </a:t>
            </a:r>
            <a:r>
              <a:rPr lang="en-IN" dirty="0">
                <a:latin typeface="Consolas" panose="020B0609020204030204" pitchFamily="49" charset="0"/>
              </a:rPr>
              <a:t>end while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4"/>
                </a:solidFill>
                <a:latin typeface="Consolas" panose="020B0609020204030204" pitchFamily="49" charset="0"/>
              </a:rPr>
              <a:t>  </a:t>
            </a:r>
            <a:r>
              <a:rPr lang="en-IN" dirty="0">
                <a:latin typeface="Consolas" panose="020B0609020204030204" pitchFamily="49" charset="0"/>
              </a:rPr>
              <a:t>return</a:t>
            </a:r>
            <a:r>
              <a:rPr lang="en-IN" dirty="0">
                <a:solidFill>
                  <a:schemeClr val="accent4"/>
                </a:solidFill>
                <a:latin typeface="Consolas" panose="020B0609020204030204" pitchFamily="49" charset="0"/>
              </a:rPr>
              <a:t> root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032B678-6262-E972-40F5-2EFB79D6E244}"/>
              </a:ext>
            </a:extLst>
          </p:cNvPr>
          <p:cNvGrpSpPr/>
          <p:nvPr/>
        </p:nvGrpSpPr>
        <p:grpSpPr>
          <a:xfrm>
            <a:off x="7631486" y="1825626"/>
            <a:ext cx="3013903" cy="2520866"/>
            <a:chOff x="8291886" y="1825625"/>
            <a:chExt cx="3013903" cy="2520866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93C54C9-FAA3-CB0C-946F-F65FC58D9A6F}"/>
                </a:ext>
              </a:extLst>
            </p:cNvPr>
            <p:cNvSpPr/>
            <p:nvPr/>
          </p:nvSpPr>
          <p:spPr>
            <a:xfrm>
              <a:off x="9593983" y="1825625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12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D3D8C7D-1947-A13F-DE5A-128B8EE067AE}"/>
                </a:ext>
              </a:extLst>
            </p:cNvPr>
            <p:cNvSpPr/>
            <p:nvPr/>
          </p:nvSpPr>
          <p:spPr>
            <a:xfrm>
              <a:off x="8766021" y="2521698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7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DBC15C9B-79D5-B388-BDCA-5828ECFBF776}"/>
                </a:ext>
              </a:extLst>
            </p:cNvPr>
            <p:cNvSpPr/>
            <p:nvPr/>
          </p:nvSpPr>
          <p:spPr>
            <a:xfrm>
              <a:off x="10437558" y="2521698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19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300692F9-11B3-44A0-8C1E-A1529BC4981C}"/>
                </a:ext>
              </a:extLst>
            </p:cNvPr>
            <p:cNvSpPr/>
            <p:nvPr/>
          </p:nvSpPr>
          <p:spPr>
            <a:xfrm>
              <a:off x="8291886" y="3257768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5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7E3698A-BF51-3E9F-8A28-2D3EA5FD94FE}"/>
                </a:ext>
              </a:extLst>
            </p:cNvPr>
            <p:cNvSpPr/>
            <p:nvPr/>
          </p:nvSpPr>
          <p:spPr>
            <a:xfrm>
              <a:off x="10946586" y="3257768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29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DC6B81F-75FC-C016-5144-E3CDACA11F9A}"/>
                </a:ext>
              </a:extLst>
            </p:cNvPr>
            <p:cNvSpPr/>
            <p:nvPr/>
          </p:nvSpPr>
          <p:spPr>
            <a:xfrm>
              <a:off x="9240154" y="3257769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9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57E6CE43-C0FC-235E-7408-36C0ECA5E541}"/>
                </a:ext>
              </a:extLst>
            </p:cNvPr>
            <p:cNvSpPr/>
            <p:nvPr/>
          </p:nvSpPr>
          <p:spPr>
            <a:xfrm>
              <a:off x="10501187" y="3987288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25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2EAC21D-68D5-B967-8457-BC081A8EC2AE}"/>
                </a:ext>
              </a:extLst>
            </p:cNvPr>
            <p:cNvCxnSpPr>
              <a:stCxn id="7" idx="3"/>
              <a:endCxn id="8" idx="0"/>
            </p:cNvCxnSpPr>
            <p:nvPr/>
          </p:nvCxnSpPr>
          <p:spPr>
            <a:xfrm flipH="1">
              <a:off x="8945623" y="2132224"/>
              <a:ext cx="700964" cy="38947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83DBEAF-63E9-D305-5C11-D1BFD7CBE1ED}"/>
                </a:ext>
              </a:extLst>
            </p:cNvPr>
            <p:cNvCxnSpPr>
              <a:stCxn id="7" idx="5"/>
              <a:endCxn id="9" idx="0"/>
            </p:cNvCxnSpPr>
            <p:nvPr/>
          </p:nvCxnSpPr>
          <p:spPr>
            <a:xfrm>
              <a:off x="9900582" y="2132224"/>
              <a:ext cx="716578" cy="38947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38956F8-33EB-4228-6031-72B966EA773B}"/>
                </a:ext>
              </a:extLst>
            </p:cNvPr>
            <p:cNvCxnSpPr>
              <a:stCxn id="8" idx="3"/>
              <a:endCxn id="10" idx="0"/>
            </p:cNvCxnSpPr>
            <p:nvPr/>
          </p:nvCxnSpPr>
          <p:spPr>
            <a:xfrm flipH="1">
              <a:off x="8471488" y="2828297"/>
              <a:ext cx="347137" cy="4294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A527C42-7F77-1FF7-9906-F702E9C1D5F5}"/>
                </a:ext>
              </a:extLst>
            </p:cNvPr>
            <p:cNvCxnSpPr>
              <a:stCxn id="8" idx="5"/>
              <a:endCxn id="12" idx="0"/>
            </p:cNvCxnSpPr>
            <p:nvPr/>
          </p:nvCxnSpPr>
          <p:spPr>
            <a:xfrm>
              <a:off x="9072620" y="2828297"/>
              <a:ext cx="347136" cy="42947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8006799F-7013-D11B-DDD0-B15BD6716E0C}"/>
                </a:ext>
              </a:extLst>
            </p:cNvPr>
            <p:cNvCxnSpPr>
              <a:stCxn id="9" idx="5"/>
              <a:endCxn id="11" idx="0"/>
            </p:cNvCxnSpPr>
            <p:nvPr/>
          </p:nvCxnSpPr>
          <p:spPr>
            <a:xfrm>
              <a:off x="10744157" y="2828297"/>
              <a:ext cx="382031" cy="4294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48B29B9-3ADB-4F88-D465-03F76B8AAC4F}"/>
                </a:ext>
              </a:extLst>
            </p:cNvPr>
            <p:cNvCxnSpPr>
              <a:cxnSpLocks/>
              <a:stCxn id="11" idx="3"/>
              <a:endCxn id="13" idx="0"/>
            </p:cNvCxnSpPr>
            <p:nvPr/>
          </p:nvCxnSpPr>
          <p:spPr>
            <a:xfrm flipH="1">
              <a:off x="10680789" y="3564367"/>
              <a:ext cx="318401" cy="42292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F9D0B4F-6E0E-20C9-00F8-6ABCDA59EA06}"/>
                </a:ext>
              </a:extLst>
            </p:cNvPr>
            <p:cNvSpPr/>
            <p:nvPr/>
          </p:nvSpPr>
          <p:spPr>
            <a:xfrm>
              <a:off x="8880098" y="3983817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8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B2855BD-9EAD-9573-F143-C16D0FC86607}"/>
                </a:ext>
              </a:extLst>
            </p:cNvPr>
            <p:cNvSpPr/>
            <p:nvPr/>
          </p:nvSpPr>
          <p:spPr>
            <a:xfrm>
              <a:off x="9717371" y="3983817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11</a:t>
              </a: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C3B0B5F7-4498-6BFB-8528-24EFD6274BCC}"/>
                </a:ext>
              </a:extLst>
            </p:cNvPr>
            <p:cNvCxnSpPr>
              <a:stCxn id="12" idx="3"/>
              <a:endCxn id="20" idx="0"/>
            </p:cNvCxnSpPr>
            <p:nvPr/>
          </p:nvCxnSpPr>
          <p:spPr>
            <a:xfrm flipH="1">
              <a:off x="9059700" y="3564368"/>
              <a:ext cx="233058" cy="41944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BE8E57F-4846-4B43-CF98-57A08E16250E}"/>
                </a:ext>
              </a:extLst>
            </p:cNvPr>
            <p:cNvCxnSpPr>
              <a:stCxn id="12" idx="5"/>
              <a:endCxn id="21" idx="0"/>
            </p:cNvCxnSpPr>
            <p:nvPr/>
          </p:nvCxnSpPr>
          <p:spPr>
            <a:xfrm>
              <a:off x="9546753" y="3564368"/>
              <a:ext cx="350220" cy="41944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Arrow: Left 23">
            <a:extLst>
              <a:ext uri="{FF2B5EF4-FFF2-40B4-BE49-F238E27FC236}">
                <a16:creationId xmlns:a16="http://schemas.microsoft.com/office/drawing/2014/main" id="{F3F08448-1220-D8D9-7C62-2DCEA69D35EA}"/>
              </a:ext>
            </a:extLst>
          </p:cNvPr>
          <p:cNvSpPr/>
          <p:nvPr/>
        </p:nvSpPr>
        <p:spPr>
          <a:xfrm rot="19884517">
            <a:off x="8269609" y="1998133"/>
            <a:ext cx="362749" cy="279400"/>
          </a:xfrm>
          <a:prstGeom prst="left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Arrow: Left 24">
            <a:extLst>
              <a:ext uri="{FF2B5EF4-FFF2-40B4-BE49-F238E27FC236}">
                <a16:creationId xmlns:a16="http://schemas.microsoft.com/office/drawing/2014/main" id="{DD7B9B60-7746-33E0-4796-11607DF49140}"/>
              </a:ext>
            </a:extLst>
          </p:cNvPr>
          <p:cNvSpPr/>
          <p:nvPr/>
        </p:nvSpPr>
        <p:spPr>
          <a:xfrm rot="18612288">
            <a:off x="7635740" y="2790302"/>
            <a:ext cx="362749" cy="279400"/>
          </a:xfrm>
          <a:prstGeom prst="left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CF9A703-8379-FDFF-17A5-DAD7CE6F5FBD}"/>
              </a:ext>
            </a:extLst>
          </p:cNvPr>
          <p:cNvSpPr/>
          <p:nvPr/>
        </p:nvSpPr>
        <p:spPr>
          <a:xfrm>
            <a:off x="7533252" y="3162616"/>
            <a:ext cx="549507" cy="549507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EAEFC81-0C54-4977-F124-BDEB95B000BE}"/>
              </a:ext>
            </a:extLst>
          </p:cNvPr>
          <p:cNvSpPr txBox="1"/>
          <p:nvPr/>
        </p:nvSpPr>
        <p:spPr>
          <a:xfrm>
            <a:off x="823785" y="4523207"/>
            <a:ext cx="31188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highlight>
                  <a:srgbClr val="00FF00"/>
                </a:highlight>
              </a:rPr>
              <a:t>Time Complexity</a:t>
            </a:r>
            <a:r>
              <a:rPr lang="en-IN" sz="2400" dirty="0"/>
              <a:t>: </a:t>
            </a:r>
            <a:r>
              <a:rPr lang="en-IN" sz="2400" dirty="0">
                <a:highlight>
                  <a:srgbClr val="FF00FF"/>
                </a:highlight>
              </a:rPr>
              <a:t>O(h)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5B279EF-D354-6CEF-ABA0-7312AB9C9F06}"/>
              </a:ext>
            </a:extLst>
          </p:cNvPr>
          <p:cNvSpPr txBox="1"/>
          <p:nvPr/>
        </p:nvSpPr>
        <p:spPr>
          <a:xfrm>
            <a:off x="838200" y="5086734"/>
            <a:ext cx="10591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2400" b="1" dirty="0">
                <a:highlight>
                  <a:srgbClr val="00FFFF"/>
                </a:highlight>
              </a:rPr>
              <a:t>Questions for you</a:t>
            </a:r>
            <a:endParaRPr lang="en-IN" sz="2400" dirty="0"/>
          </a:p>
          <a:p>
            <a:r>
              <a:rPr lang="en-IN" sz="2400" dirty="0"/>
              <a:t>Can you write an algorithm to find the 2</a:t>
            </a:r>
            <a:r>
              <a:rPr lang="en-IN" sz="2400" baseline="30000" dirty="0"/>
              <a:t>nd</a:t>
            </a:r>
            <a:r>
              <a:rPr lang="en-IN" sz="2400" dirty="0"/>
              <a:t> smallest element in BST?</a:t>
            </a:r>
          </a:p>
        </p:txBody>
      </p:sp>
      <p:pic>
        <p:nvPicPr>
          <p:cNvPr id="29" name="Graphic 28" descr="Thought outline">
            <a:extLst>
              <a:ext uri="{FF2B5EF4-FFF2-40B4-BE49-F238E27FC236}">
                <a16:creationId xmlns:a16="http://schemas.microsoft.com/office/drawing/2014/main" id="{B045D85A-F74E-D18F-40F9-3BB6785152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0200" y="5054515"/>
            <a:ext cx="568908" cy="568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939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26" grpId="0" animBg="1"/>
      <p:bldP spid="27" grpId="0"/>
      <p:bldP spid="2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72A89-CE72-6D16-4FBB-D13681F6F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Insertion in BST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1628C-7B2B-E5E5-D0FD-EB58A6424A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639733" cy="494242"/>
          </a:xfrm>
        </p:spPr>
        <p:txBody>
          <a:bodyPr/>
          <a:lstStyle/>
          <a:p>
            <a:r>
              <a:rPr lang="en-IN" dirty="0">
                <a:highlight>
                  <a:srgbClr val="00FF00"/>
                </a:highlight>
              </a:rPr>
              <a:t>Search the spot </a:t>
            </a:r>
            <a:r>
              <a:rPr lang="en-IN" dirty="0"/>
              <a:t>and </a:t>
            </a:r>
            <a:r>
              <a:rPr lang="en-IN" dirty="0">
                <a:highlight>
                  <a:srgbClr val="00FFFF"/>
                </a:highlight>
              </a:rPr>
              <a:t>insert</a:t>
            </a:r>
          </a:p>
          <a:p>
            <a:endParaRPr lang="en-IN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D173438-F96A-E42D-2943-1681660711FD}"/>
              </a:ext>
            </a:extLst>
          </p:cNvPr>
          <p:cNvGrpSpPr/>
          <p:nvPr/>
        </p:nvGrpSpPr>
        <p:grpSpPr>
          <a:xfrm>
            <a:off x="1429255" y="3277701"/>
            <a:ext cx="3013903" cy="2520866"/>
            <a:chOff x="8291886" y="1825625"/>
            <a:chExt cx="3013903" cy="2520866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D191E9C7-4DBE-B7CF-0395-15F7D33C7764}"/>
                </a:ext>
              </a:extLst>
            </p:cNvPr>
            <p:cNvSpPr/>
            <p:nvPr/>
          </p:nvSpPr>
          <p:spPr>
            <a:xfrm>
              <a:off x="9593983" y="1825625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12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9E75F34A-94D4-7335-5815-DBA22DACA633}"/>
                </a:ext>
              </a:extLst>
            </p:cNvPr>
            <p:cNvSpPr/>
            <p:nvPr/>
          </p:nvSpPr>
          <p:spPr>
            <a:xfrm>
              <a:off x="8766021" y="2521698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7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DF60E10D-CF34-991F-45DE-979E2CE04335}"/>
                </a:ext>
              </a:extLst>
            </p:cNvPr>
            <p:cNvSpPr/>
            <p:nvPr/>
          </p:nvSpPr>
          <p:spPr>
            <a:xfrm>
              <a:off x="10437558" y="2521698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19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9FA2AA89-0092-A02E-6704-7D005C203A5E}"/>
                </a:ext>
              </a:extLst>
            </p:cNvPr>
            <p:cNvSpPr/>
            <p:nvPr/>
          </p:nvSpPr>
          <p:spPr>
            <a:xfrm>
              <a:off x="8291886" y="3257768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5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8EF9865-EA4F-57E4-B135-298C3D9213E4}"/>
                </a:ext>
              </a:extLst>
            </p:cNvPr>
            <p:cNvSpPr/>
            <p:nvPr/>
          </p:nvSpPr>
          <p:spPr>
            <a:xfrm>
              <a:off x="10946586" y="3257768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29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CCDF256-23A4-6A67-3039-1844C2BEF63A}"/>
                </a:ext>
              </a:extLst>
            </p:cNvPr>
            <p:cNvSpPr/>
            <p:nvPr/>
          </p:nvSpPr>
          <p:spPr>
            <a:xfrm>
              <a:off x="9240154" y="3257769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9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DCE52A1-B619-89E6-62EE-23DBF2304C38}"/>
                </a:ext>
              </a:extLst>
            </p:cNvPr>
            <p:cNvSpPr/>
            <p:nvPr/>
          </p:nvSpPr>
          <p:spPr>
            <a:xfrm>
              <a:off x="10501187" y="3987288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25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AEE1D11-3053-88D8-D885-DFEA0FF81049}"/>
                </a:ext>
              </a:extLst>
            </p:cNvPr>
            <p:cNvCxnSpPr>
              <a:cxnSpLocks/>
              <a:stCxn id="5" idx="3"/>
              <a:endCxn id="6" idx="0"/>
            </p:cNvCxnSpPr>
            <p:nvPr/>
          </p:nvCxnSpPr>
          <p:spPr>
            <a:xfrm flipH="1">
              <a:off x="8945623" y="2132224"/>
              <a:ext cx="700964" cy="38947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F5CD015-E556-FA2C-067F-5EFAC1CAF8E1}"/>
                </a:ext>
              </a:extLst>
            </p:cNvPr>
            <p:cNvCxnSpPr>
              <a:cxnSpLocks/>
              <a:stCxn id="5" idx="5"/>
              <a:endCxn id="7" idx="0"/>
            </p:cNvCxnSpPr>
            <p:nvPr/>
          </p:nvCxnSpPr>
          <p:spPr>
            <a:xfrm>
              <a:off x="9900582" y="2132224"/>
              <a:ext cx="716578" cy="38947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D85F76C-5E58-2358-5A05-3D01FD57DCDC}"/>
                </a:ext>
              </a:extLst>
            </p:cNvPr>
            <p:cNvCxnSpPr>
              <a:cxnSpLocks/>
              <a:stCxn id="6" idx="3"/>
              <a:endCxn id="8" idx="0"/>
            </p:cNvCxnSpPr>
            <p:nvPr/>
          </p:nvCxnSpPr>
          <p:spPr>
            <a:xfrm flipH="1">
              <a:off x="8471488" y="2828297"/>
              <a:ext cx="347137" cy="4294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B5D9632-DC79-A0DB-1205-27969B23C00E}"/>
                </a:ext>
              </a:extLst>
            </p:cNvPr>
            <p:cNvCxnSpPr>
              <a:cxnSpLocks/>
              <a:stCxn id="6" idx="5"/>
              <a:endCxn id="10" idx="0"/>
            </p:cNvCxnSpPr>
            <p:nvPr/>
          </p:nvCxnSpPr>
          <p:spPr>
            <a:xfrm>
              <a:off x="9072620" y="2828297"/>
              <a:ext cx="347136" cy="42947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79BCD5B-1956-BD11-5B5D-1216A19C2006}"/>
                </a:ext>
              </a:extLst>
            </p:cNvPr>
            <p:cNvCxnSpPr>
              <a:cxnSpLocks/>
              <a:stCxn id="7" idx="5"/>
              <a:endCxn id="9" idx="0"/>
            </p:cNvCxnSpPr>
            <p:nvPr/>
          </p:nvCxnSpPr>
          <p:spPr>
            <a:xfrm>
              <a:off x="10744157" y="2828297"/>
              <a:ext cx="382031" cy="4294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6CFEA1A-716C-2717-0534-6CF24D54C6AC}"/>
                </a:ext>
              </a:extLst>
            </p:cNvPr>
            <p:cNvCxnSpPr>
              <a:cxnSpLocks/>
              <a:stCxn id="9" idx="3"/>
              <a:endCxn id="11" idx="0"/>
            </p:cNvCxnSpPr>
            <p:nvPr/>
          </p:nvCxnSpPr>
          <p:spPr>
            <a:xfrm flipH="1">
              <a:off x="10680789" y="3564367"/>
              <a:ext cx="318401" cy="42292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2F8A9B4F-853B-FED0-AB97-00446406F993}"/>
                </a:ext>
              </a:extLst>
            </p:cNvPr>
            <p:cNvSpPr/>
            <p:nvPr/>
          </p:nvSpPr>
          <p:spPr>
            <a:xfrm>
              <a:off x="8880098" y="3983817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8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38B34C9-B730-E39E-3BA9-4B43C992B368}"/>
                </a:ext>
              </a:extLst>
            </p:cNvPr>
            <p:cNvCxnSpPr>
              <a:cxnSpLocks/>
              <a:stCxn id="10" idx="3"/>
              <a:endCxn id="18" idx="0"/>
            </p:cNvCxnSpPr>
            <p:nvPr/>
          </p:nvCxnSpPr>
          <p:spPr>
            <a:xfrm flipH="1">
              <a:off x="9059700" y="3564368"/>
              <a:ext cx="233058" cy="41944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Oval 23">
            <a:extLst>
              <a:ext uri="{FF2B5EF4-FFF2-40B4-BE49-F238E27FC236}">
                <a16:creationId xmlns:a16="http://schemas.microsoft.com/office/drawing/2014/main" id="{7FF5D417-8FB3-C172-7783-91F56427F0AA}"/>
              </a:ext>
            </a:extLst>
          </p:cNvPr>
          <p:cNvSpPr/>
          <p:nvPr/>
        </p:nvSpPr>
        <p:spPr>
          <a:xfrm>
            <a:off x="2764939" y="5435893"/>
            <a:ext cx="359203" cy="35920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11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99B05B27-843D-E42C-2C36-4CAFF5658A3C}"/>
              </a:ext>
            </a:extLst>
          </p:cNvPr>
          <p:cNvSpPr txBox="1">
            <a:spLocks/>
          </p:cNvSpPr>
          <p:nvPr/>
        </p:nvSpPr>
        <p:spPr>
          <a:xfrm>
            <a:off x="5560793" y="613833"/>
            <a:ext cx="5708333" cy="5630333"/>
          </a:xfrm>
          <a:custGeom>
            <a:avLst/>
            <a:gdLst>
              <a:gd name="csX0" fmla="*/ 0 w 5708333"/>
              <a:gd name="csY0" fmla="*/ 0 h 5630333"/>
              <a:gd name="csX1" fmla="*/ 570833 w 5708333"/>
              <a:gd name="csY1" fmla="*/ 0 h 5630333"/>
              <a:gd name="csX2" fmla="*/ 1198750 w 5708333"/>
              <a:gd name="csY2" fmla="*/ 0 h 5630333"/>
              <a:gd name="csX3" fmla="*/ 1712500 w 5708333"/>
              <a:gd name="csY3" fmla="*/ 0 h 5630333"/>
              <a:gd name="csX4" fmla="*/ 2397500 w 5708333"/>
              <a:gd name="csY4" fmla="*/ 0 h 5630333"/>
              <a:gd name="csX5" fmla="*/ 2854167 w 5708333"/>
              <a:gd name="csY5" fmla="*/ 0 h 5630333"/>
              <a:gd name="csX6" fmla="*/ 3425000 w 5708333"/>
              <a:gd name="csY6" fmla="*/ 0 h 5630333"/>
              <a:gd name="csX7" fmla="*/ 3938750 w 5708333"/>
              <a:gd name="csY7" fmla="*/ 0 h 5630333"/>
              <a:gd name="csX8" fmla="*/ 4338333 w 5708333"/>
              <a:gd name="csY8" fmla="*/ 0 h 5630333"/>
              <a:gd name="csX9" fmla="*/ 4852083 w 5708333"/>
              <a:gd name="csY9" fmla="*/ 0 h 5630333"/>
              <a:gd name="csX10" fmla="*/ 5708333 w 5708333"/>
              <a:gd name="csY10" fmla="*/ 0 h 5630333"/>
              <a:gd name="csX11" fmla="*/ 5708333 w 5708333"/>
              <a:gd name="csY11" fmla="*/ 450427 h 5630333"/>
              <a:gd name="csX12" fmla="*/ 5708333 w 5708333"/>
              <a:gd name="csY12" fmla="*/ 957157 h 5630333"/>
              <a:gd name="csX13" fmla="*/ 5708333 w 5708333"/>
              <a:gd name="csY13" fmla="*/ 1407583 h 5630333"/>
              <a:gd name="csX14" fmla="*/ 5708333 w 5708333"/>
              <a:gd name="csY14" fmla="*/ 2026920 h 5630333"/>
              <a:gd name="csX15" fmla="*/ 5708333 w 5708333"/>
              <a:gd name="csY15" fmla="*/ 2646257 h 5630333"/>
              <a:gd name="csX16" fmla="*/ 5708333 w 5708333"/>
              <a:gd name="csY16" fmla="*/ 3209290 h 5630333"/>
              <a:gd name="csX17" fmla="*/ 5708333 w 5708333"/>
              <a:gd name="csY17" fmla="*/ 3603413 h 5630333"/>
              <a:gd name="csX18" fmla="*/ 5708333 w 5708333"/>
              <a:gd name="csY18" fmla="*/ 4053840 h 5630333"/>
              <a:gd name="csX19" fmla="*/ 5708333 w 5708333"/>
              <a:gd name="csY19" fmla="*/ 4729480 h 5630333"/>
              <a:gd name="csX20" fmla="*/ 5708333 w 5708333"/>
              <a:gd name="csY20" fmla="*/ 5630333 h 5630333"/>
              <a:gd name="csX21" fmla="*/ 5080416 w 5708333"/>
              <a:gd name="csY21" fmla="*/ 5630333 h 5630333"/>
              <a:gd name="csX22" fmla="*/ 4509583 w 5708333"/>
              <a:gd name="csY22" fmla="*/ 5630333 h 5630333"/>
              <a:gd name="csX23" fmla="*/ 3824583 w 5708333"/>
              <a:gd name="csY23" fmla="*/ 5630333 h 5630333"/>
              <a:gd name="csX24" fmla="*/ 3253750 w 5708333"/>
              <a:gd name="csY24" fmla="*/ 5630333 h 5630333"/>
              <a:gd name="csX25" fmla="*/ 2740000 w 5708333"/>
              <a:gd name="csY25" fmla="*/ 5630333 h 5630333"/>
              <a:gd name="csX26" fmla="*/ 2340417 w 5708333"/>
              <a:gd name="csY26" fmla="*/ 5630333 h 5630333"/>
              <a:gd name="csX27" fmla="*/ 1826667 w 5708333"/>
              <a:gd name="csY27" fmla="*/ 5630333 h 5630333"/>
              <a:gd name="csX28" fmla="*/ 1198750 w 5708333"/>
              <a:gd name="csY28" fmla="*/ 5630333 h 5630333"/>
              <a:gd name="csX29" fmla="*/ 570833 w 5708333"/>
              <a:gd name="csY29" fmla="*/ 5630333 h 5630333"/>
              <a:gd name="csX30" fmla="*/ 0 w 5708333"/>
              <a:gd name="csY30" fmla="*/ 5630333 h 5630333"/>
              <a:gd name="csX31" fmla="*/ 0 w 5708333"/>
              <a:gd name="csY31" fmla="*/ 5010996 h 5630333"/>
              <a:gd name="csX32" fmla="*/ 0 w 5708333"/>
              <a:gd name="csY32" fmla="*/ 4616873 h 5630333"/>
              <a:gd name="csX33" fmla="*/ 0 w 5708333"/>
              <a:gd name="csY33" fmla="*/ 3941233 h 5630333"/>
              <a:gd name="csX34" fmla="*/ 0 w 5708333"/>
              <a:gd name="csY34" fmla="*/ 3265593 h 5630333"/>
              <a:gd name="csX35" fmla="*/ 0 w 5708333"/>
              <a:gd name="csY35" fmla="*/ 2589953 h 5630333"/>
              <a:gd name="csX36" fmla="*/ 0 w 5708333"/>
              <a:gd name="csY36" fmla="*/ 2026920 h 5630333"/>
              <a:gd name="csX37" fmla="*/ 0 w 5708333"/>
              <a:gd name="csY37" fmla="*/ 1351280 h 5630333"/>
              <a:gd name="csX38" fmla="*/ 0 w 5708333"/>
              <a:gd name="csY38" fmla="*/ 844550 h 5630333"/>
              <a:gd name="csX39" fmla="*/ 0 w 5708333"/>
              <a:gd name="csY39" fmla="*/ 0 h 56303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</a:cxnLst>
            <a:rect l="l" t="t" r="r" b="b"/>
            <a:pathLst>
              <a:path w="5708333" h="5630333" fill="none" extrusionOk="0">
                <a:moveTo>
                  <a:pt x="0" y="0"/>
                </a:moveTo>
                <a:cubicBezTo>
                  <a:pt x="270825" y="-8757"/>
                  <a:pt x="295642" y="15378"/>
                  <a:pt x="570833" y="0"/>
                </a:cubicBezTo>
                <a:cubicBezTo>
                  <a:pt x="846024" y="-15378"/>
                  <a:pt x="945292" y="37049"/>
                  <a:pt x="1198750" y="0"/>
                </a:cubicBezTo>
                <a:cubicBezTo>
                  <a:pt x="1452208" y="-37049"/>
                  <a:pt x="1469057" y="47209"/>
                  <a:pt x="1712500" y="0"/>
                </a:cubicBezTo>
                <a:cubicBezTo>
                  <a:pt x="1955943" y="-47209"/>
                  <a:pt x="2250025" y="72752"/>
                  <a:pt x="2397500" y="0"/>
                </a:cubicBezTo>
                <a:cubicBezTo>
                  <a:pt x="2544975" y="-72752"/>
                  <a:pt x="2635411" y="43622"/>
                  <a:pt x="2854167" y="0"/>
                </a:cubicBezTo>
                <a:cubicBezTo>
                  <a:pt x="3072923" y="-43622"/>
                  <a:pt x="3167466" y="10712"/>
                  <a:pt x="3425000" y="0"/>
                </a:cubicBezTo>
                <a:cubicBezTo>
                  <a:pt x="3682534" y="-10712"/>
                  <a:pt x="3806977" y="34632"/>
                  <a:pt x="3938750" y="0"/>
                </a:cubicBezTo>
                <a:cubicBezTo>
                  <a:pt x="4070523" y="-34632"/>
                  <a:pt x="4249579" y="6963"/>
                  <a:pt x="4338333" y="0"/>
                </a:cubicBezTo>
                <a:cubicBezTo>
                  <a:pt x="4427087" y="-6963"/>
                  <a:pt x="4614322" y="28416"/>
                  <a:pt x="4852083" y="0"/>
                </a:cubicBezTo>
                <a:cubicBezTo>
                  <a:pt x="5089844" y="-28416"/>
                  <a:pt x="5517846" y="42561"/>
                  <a:pt x="5708333" y="0"/>
                </a:cubicBezTo>
                <a:cubicBezTo>
                  <a:pt x="5747316" y="165879"/>
                  <a:pt x="5697920" y="348997"/>
                  <a:pt x="5708333" y="450427"/>
                </a:cubicBezTo>
                <a:cubicBezTo>
                  <a:pt x="5718746" y="551857"/>
                  <a:pt x="5680283" y="716218"/>
                  <a:pt x="5708333" y="957157"/>
                </a:cubicBezTo>
                <a:cubicBezTo>
                  <a:pt x="5736383" y="1198096"/>
                  <a:pt x="5686706" y="1266172"/>
                  <a:pt x="5708333" y="1407583"/>
                </a:cubicBezTo>
                <a:cubicBezTo>
                  <a:pt x="5729960" y="1548994"/>
                  <a:pt x="5661483" y="1749407"/>
                  <a:pt x="5708333" y="2026920"/>
                </a:cubicBezTo>
                <a:cubicBezTo>
                  <a:pt x="5755183" y="2304433"/>
                  <a:pt x="5656550" y="2379601"/>
                  <a:pt x="5708333" y="2646257"/>
                </a:cubicBezTo>
                <a:cubicBezTo>
                  <a:pt x="5760116" y="2912913"/>
                  <a:pt x="5676485" y="2973872"/>
                  <a:pt x="5708333" y="3209290"/>
                </a:cubicBezTo>
                <a:cubicBezTo>
                  <a:pt x="5740181" y="3444708"/>
                  <a:pt x="5678554" y="3448787"/>
                  <a:pt x="5708333" y="3603413"/>
                </a:cubicBezTo>
                <a:cubicBezTo>
                  <a:pt x="5738112" y="3758039"/>
                  <a:pt x="5671274" y="3862709"/>
                  <a:pt x="5708333" y="4053840"/>
                </a:cubicBezTo>
                <a:cubicBezTo>
                  <a:pt x="5745392" y="4244971"/>
                  <a:pt x="5649841" y="4431646"/>
                  <a:pt x="5708333" y="4729480"/>
                </a:cubicBezTo>
                <a:cubicBezTo>
                  <a:pt x="5766825" y="5027314"/>
                  <a:pt x="5645299" y="5342035"/>
                  <a:pt x="5708333" y="5630333"/>
                </a:cubicBezTo>
                <a:cubicBezTo>
                  <a:pt x="5398532" y="5651092"/>
                  <a:pt x="5370396" y="5599275"/>
                  <a:pt x="5080416" y="5630333"/>
                </a:cubicBezTo>
                <a:cubicBezTo>
                  <a:pt x="4790436" y="5661391"/>
                  <a:pt x="4711754" y="5622895"/>
                  <a:pt x="4509583" y="5630333"/>
                </a:cubicBezTo>
                <a:cubicBezTo>
                  <a:pt x="4307412" y="5637771"/>
                  <a:pt x="4097243" y="5582006"/>
                  <a:pt x="3824583" y="5630333"/>
                </a:cubicBezTo>
                <a:cubicBezTo>
                  <a:pt x="3551923" y="5678660"/>
                  <a:pt x="3447610" y="5593878"/>
                  <a:pt x="3253750" y="5630333"/>
                </a:cubicBezTo>
                <a:cubicBezTo>
                  <a:pt x="3059890" y="5666788"/>
                  <a:pt x="2924783" y="5605828"/>
                  <a:pt x="2740000" y="5630333"/>
                </a:cubicBezTo>
                <a:cubicBezTo>
                  <a:pt x="2555217" y="5654838"/>
                  <a:pt x="2537993" y="5605236"/>
                  <a:pt x="2340417" y="5630333"/>
                </a:cubicBezTo>
                <a:cubicBezTo>
                  <a:pt x="2142841" y="5655430"/>
                  <a:pt x="2082113" y="5594990"/>
                  <a:pt x="1826667" y="5630333"/>
                </a:cubicBezTo>
                <a:cubicBezTo>
                  <a:pt x="1571221" y="5665676"/>
                  <a:pt x="1469215" y="5622022"/>
                  <a:pt x="1198750" y="5630333"/>
                </a:cubicBezTo>
                <a:cubicBezTo>
                  <a:pt x="928285" y="5638644"/>
                  <a:pt x="880261" y="5564070"/>
                  <a:pt x="570833" y="5630333"/>
                </a:cubicBezTo>
                <a:cubicBezTo>
                  <a:pt x="261405" y="5696596"/>
                  <a:pt x="128675" y="5608650"/>
                  <a:pt x="0" y="5630333"/>
                </a:cubicBezTo>
                <a:cubicBezTo>
                  <a:pt x="-36181" y="5398081"/>
                  <a:pt x="25160" y="5244392"/>
                  <a:pt x="0" y="5010996"/>
                </a:cubicBezTo>
                <a:cubicBezTo>
                  <a:pt x="-25160" y="4777600"/>
                  <a:pt x="41529" y="4791748"/>
                  <a:pt x="0" y="4616873"/>
                </a:cubicBezTo>
                <a:cubicBezTo>
                  <a:pt x="-41529" y="4441998"/>
                  <a:pt x="44409" y="4120175"/>
                  <a:pt x="0" y="3941233"/>
                </a:cubicBezTo>
                <a:cubicBezTo>
                  <a:pt x="-44409" y="3762291"/>
                  <a:pt x="61629" y="3461380"/>
                  <a:pt x="0" y="3265593"/>
                </a:cubicBezTo>
                <a:cubicBezTo>
                  <a:pt x="-61629" y="3069806"/>
                  <a:pt x="80458" y="2845511"/>
                  <a:pt x="0" y="2589953"/>
                </a:cubicBezTo>
                <a:cubicBezTo>
                  <a:pt x="-80458" y="2334395"/>
                  <a:pt x="17422" y="2252552"/>
                  <a:pt x="0" y="2026920"/>
                </a:cubicBezTo>
                <a:cubicBezTo>
                  <a:pt x="-17422" y="1801288"/>
                  <a:pt x="33066" y="1558143"/>
                  <a:pt x="0" y="1351280"/>
                </a:cubicBezTo>
                <a:cubicBezTo>
                  <a:pt x="-33066" y="1144417"/>
                  <a:pt x="12487" y="1047207"/>
                  <a:pt x="0" y="844550"/>
                </a:cubicBezTo>
                <a:cubicBezTo>
                  <a:pt x="-12487" y="641893"/>
                  <a:pt x="67793" y="199439"/>
                  <a:pt x="0" y="0"/>
                </a:cubicBezTo>
                <a:close/>
              </a:path>
              <a:path w="5708333" h="5630333" stroke="0" extrusionOk="0">
                <a:moveTo>
                  <a:pt x="0" y="0"/>
                </a:moveTo>
                <a:cubicBezTo>
                  <a:pt x="206239" y="-67831"/>
                  <a:pt x="413050" y="44402"/>
                  <a:pt x="627917" y="0"/>
                </a:cubicBezTo>
                <a:cubicBezTo>
                  <a:pt x="842784" y="-44402"/>
                  <a:pt x="1121616" y="28829"/>
                  <a:pt x="1312917" y="0"/>
                </a:cubicBezTo>
                <a:cubicBezTo>
                  <a:pt x="1504218" y="-28829"/>
                  <a:pt x="1516305" y="15267"/>
                  <a:pt x="1712500" y="0"/>
                </a:cubicBezTo>
                <a:cubicBezTo>
                  <a:pt x="1908695" y="-15267"/>
                  <a:pt x="2163254" y="4198"/>
                  <a:pt x="2283333" y="0"/>
                </a:cubicBezTo>
                <a:cubicBezTo>
                  <a:pt x="2403412" y="-4198"/>
                  <a:pt x="2641972" y="48569"/>
                  <a:pt x="2797083" y="0"/>
                </a:cubicBezTo>
                <a:cubicBezTo>
                  <a:pt x="2952194" y="-48569"/>
                  <a:pt x="3106877" y="38664"/>
                  <a:pt x="3196666" y="0"/>
                </a:cubicBezTo>
                <a:cubicBezTo>
                  <a:pt x="3286455" y="-38664"/>
                  <a:pt x="3594954" y="1238"/>
                  <a:pt x="3710416" y="0"/>
                </a:cubicBezTo>
                <a:cubicBezTo>
                  <a:pt x="3825878" y="-1238"/>
                  <a:pt x="4069361" y="62240"/>
                  <a:pt x="4395416" y="0"/>
                </a:cubicBezTo>
                <a:cubicBezTo>
                  <a:pt x="4721471" y="-62240"/>
                  <a:pt x="4697017" y="48506"/>
                  <a:pt x="4909166" y="0"/>
                </a:cubicBezTo>
                <a:cubicBezTo>
                  <a:pt x="5121315" y="-48506"/>
                  <a:pt x="5460424" y="58222"/>
                  <a:pt x="5708333" y="0"/>
                </a:cubicBezTo>
                <a:cubicBezTo>
                  <a:pt x="5713826" y="128407"/>
                  <a:pt x="5682860" y="273695"/>
                  <a:pt x="5708333" y="450427"/>
                </a:cubicBezTo>
                <a:cubicBezTo>
                  <a:pt x="5733806" y="627159"/>
                  <a:pt x="5693791" y="859349"/>
                  <a:pt x="5708333" y="1126067"/>
                </a:cubicBezTo>
                <a:cubicBezTo>
                  <a:pt x="5722875" y="1392785"/>
                  <a:pt x="5640540" y="1505607"/>
                  <a:pt x="5708333" y="1801707"/>
                </a:cubicBezTo>
                <a:cubicBezTo>
                  <a:pt x="5776126" y="2097807"/>
                  <a:pt x="5668645" y="2236203"/>
                  <a:pt x="5708333" y="2421043"/>
                </a:cubicBezTo>
                <a:cubicBezTo>
                  <a:pt x="5748021" y="2605883"/>
                  <a:pt x="5643048" y="2747763"/>
                  <a:pt x="5708333" y="2984076"/>
                </a:cubicBezTo>
                <a:cubicBezTo>
                  <a:pt x="5773618" y="3220389"/>
                  <a:pt x="5696753" y="3422651"/>
                  <a:pt x="5708333" y="3547110"/>
                </a:cubicBezTo>
                <a:cubicBezTo>
                  <a:pt x="5719913" y="3671569"/>
                  <a:pt x="5682172" y="3911482"/>
                  <a:pt x="5708333" y="4053840"/>
                </a:cubicBezTo>
                <a:cubicBezTo>
                  <a:pt x="5734494" y="4196198"/>
                  <a:pt x="5694626" y="4343702"/>
                  <a:pt x="5708333" y="4616873"/>
                </a:cubicBezTo>
                <a:cubicBezTo>
                  <a:pt x="5722040" y="4890044"/>
                  <a:pt x="5660455" y="5150914"/>
                  <a:pt x="5708333" y="5630333"/>
                </a:cubicBezTo>
                <a:cubicBezTo>
                  <a:pt x="5427412" y="5639010"/>
                  <a:pt x="5196917" y="5582417"/>
                  <a:pt x="5023333" y="5630333"/>
                </a:cubicBezTo>
                <a:cubicBezTo>
                  <a:pt x="4849749" y="5678249"/>
                  <a:pt x="4595204" y="5616513"/>
                  <a:pt x="4452500" y="5630333"/>
                </a:cubicBezTo>
                <a:cubicBezTo>
                  <a:pt x="4309796" y="5644153"/>
                  <a:pt x="4246566" y="5601329"/>
                  <a:pt x="4052916" y="5630333"/>
                </a:cubicBezTo>
                <a:cubicBezTo>
                  <a:pt x="3859266" y="5659337"/>
                  <a:pt x="3762946" y="5599475"/>
                  <a:pt x="3653333" y="5630333"/>
                </a:cubicBezTo>
                <a:cubicBezTo>
                  <a:pt x="3543720" y="5661191"/>
                  <a:pt x="3267707" y="5559705"/>
                  <a:pt x="3025416" y="5630333"/>
                </a:cubicBezTo>
                <a:cubicBezTo>
                  <a:pt x="2783125" y="5700961"/>
                  <a:pt x="2792257" y="5594693"/>
                  <a:pt x="2568750" y="5630333"/>
                </a:cubicBezTo>
                <a:cubicBezTo>
                  <a:pt x="2345243" y="5665973"/>
                  <a:pt x="2213447" y="5566021"/>
                  <a:pt x="1883750" y="5630333"/>
                </a:cubicBezTo>
                <a:cubicBezTo>
                  <a:pt x="1554053" y="5694645"/>
                  <a:pt x="1577104" y="5628386"/>
                  <a:pt x="1427083" y="5630333"/>
                </a:cubicBezTo>
                <a:cubicBezTo>
                  <a:pt x="1277062" y="5632280"/>
                  <a:pt x="941269" y="5582657"/>
                  <a:pt x="742083" y="5630333"/>
                </a:cubicBezTo>
                <a:cubicBezTo>
                  <a:pt x="542897" y="5678009"/>
                  <a:pt x="239240" y="5581273"/>
                  <a:pt x="0" y="5630333"/>
                </a:cubicBezTo>
                <a:cubicBezTo>
                  <a:pt x="-35" y="5424496"/>
                  <a:pt x="72977" y="5168826"/>
                  <a:pt x="0" y="5010996"/>
                </a:cubicBezTo>
                <a:cubicBezTo>
                  <a:pt x="-72977" y="4853166"/>
                  <a:pt x="5417" y="4736726"/>
                  <a:pt x="0" y="4504266"/>
                </a:cubicBezTo>
                <a:cubicBezTo>
                  <a:pt x="-5417" y="4271806"/>
                  <a:pt x="5017" y="4114341"/>
                  <a:pt x="0" y="3828626"/>
                </a:cubicBezTo>
                <a:cubicBezTo>
                  <a:pt x="-5017" y="3542911"/>
                  <a:pt x="73256" y="3434177"/>
                  <a:pt x="0" y="3152986"/>
                </a:cubicBezTo>
                <a:cubicBezTo>
                  <a:pt x="-73256" y="2871795"/>
                  <a:pt x="23940" y="2864673"/>
                  <a:pt x="0" y="2758863"/>
                </a:cubicBezTo>
                <a:cubicBezTo>
                  <a:pt x="-23940" y="2653053"/>
                  <a:pt x="4281" y="2452588"/>
                  <a:pt x="0" y="2308437"/>
                </a:cubicBezTo>
                <a:cubicBezTo>
                  <a:pt x="-4281" y="2164286"/>
                  <a:pt x="43833" y="2012027"/>
                  <a:pt x="0" y="1858010"/>
                </a:cubicBezTo>
                <a:cubicBezTo>
                  <a:pt x="-43833" y="1703993"/>
                  <a:pt x="18967" y="1437344"/>
                  <a:pt x="0" y="1238673"/>
                </a:cubicBezTo>
                <a:cubicBezTo>
                  <a:pt x="-18967" y="1040002"/>
                  <a:pt x="45392" y="1008783"/>
                  <a:pt x="0" y="788247"/>
                </a:cubicBezTo>
                <a:cubicBezTo>
                  <a:pt x="-45392" y="567711"/>
                  <a:pt x="70437" y="164907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6746415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N" dirty="0" err="1">
                <a:highlight>
                  <a:srgbClr val="FFFF00"/>
                </a:highlight>
                <a:latin typeface="Consolas" panose="020B0609020204030204" pitchFamily="49" charset="0"/>
              </a:rPr>
              <a:t>InsertElement</a:t>
            </a:r>
            <a:r>
              <a:rPr lang="en-IN" dirty="0">
                <a:highlight>
                  <a:srgbClr val="FFFF00"/>
                </a:highlight>
                <a:latin typeface="Consolas" panose="020B0609020204030204" pitchFamily="49" charset="0"/>
              </a:rPr>
              <a:t>(root, new)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dirty="0">
                <a:latin typeface="Consolas" panose="020B0609020204030204" pitchFamily="49" charset="0"/>
              </a:rPr>
              <a:t>  set </a:t>
            </a:r>
            <a:r>
              <a:rPr lang="en-IN" dirty="0">
                <a:solidFill>
                  <a:schemeClr val="accent4"/>
                </a:solidFill>
                <a:latin typeface="Consolas" panose="020B0609020204030204" pitchFamily="49" charset="0"/>
              </a:rPr>
              <a:t>parent = root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dirty="0">
                <a:solidFill>
                  <a:schemeClr val="accent4"/>
                </a:solidFill>
                <a:latin typeface="Consolas" panose="020B0609020204030204" pitchFamily="49" charset="0"/>
              </a:rPr>
              <a:t>  </a:t>
            </a:r>
            <a:r>
              <a:rPr lang="en-IN" dirty="0">
                <a:latin typeface="Consolas" panose="020B0609020204030204" pitchFamily="49" charset="0"/>
              </a:rPr>
              <a:t>while</a:t>
            </a:r>
            <a:r>
              <a:rPr lang="en-IN" dirty="0">
                <a:solidFill>
                  <a:schemeClr val="accent4"/>
                </a:solidFill>
                <a:latin typeface="Consolas" panose="020B0609020204030204" pitchFamily="49" charset="0"/>
              </a:rPr>
              <a:t> parent != NULL </a:t>
            </a:r>
            <a:r>
              <a:rPr lang="en-IN" dirty="0">
                <a:latin typeface="Consolas" panose="020B0609020204030204" pitchFamily="49" charset="0"/>
              </a:rPr>
              <a:t>do</a:t>
            </a:r>
            <a:endParaRPr lang="en-IN" dirty="0">
              <a:solidFill>
                <a:schemeClr val="accent4"/>
              </a:solidFill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IN" dirty="0">
                <a:latin typeface="Consolas" panose="020B0609020204030204" pitchFamily="49" charset="0"/>
              </a:rPr>
              <a:t>    if </a:t>
            </a:r>
            <a:r>
              <a:rPr lang="en-IN" dirty="0" err="1">
                <a:solidFill>
                  <a:schemeClr val="accent4"/>
                </a:solidFill>
                <a:latin typeface="Consolas" panose="020B0609020204030204" pitchFamily="49" charset="0"/>
              </a:rPr>
              <a:t>new.data</a:t>
            </a:r>
            <a:r>
              <a:rPr lang="en-IN" dirty="0">
                <a:solidFill>
                  <a:schemeClr val="accent4"/>
                </a:solidFill>
                <a:latin typeface="Consolas" panose="020B0609020204030204" pitchFamily="49" charset="0"/>
              </a:rPr>
              <a:t> &lt;= </a:t>
            </a:r>
            <a:r>
              <a:rPr lang="en-IN" dirty="0" err="1">
                <a:solidFill>
                  <a:schemeClr val="accent4"/>
                </a:solidFill>
                <a:latin typeface="Consolas" panose="020B0609020204030204" pitchFamily="49" charset="0"/>
              </a:rPr>
              <a:t>parent.data</a:t>
            </a:r>
            <a:r>
              <a:rPr lang="en-IN" dirty="0">
                <a:solidFill>
                  <a:schemeClr val="accent4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latin typeface="Consolas" panose="020B0609020204030204" pitchFamily="49" charset="0"/>
              </a:rPr>
              <a:t>then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dirty="0">
                <a:latin typeface="Consolas" panose="020B0609020204030204" pitchFamily="49" charset="0"/>
              </a:rPr>
              <a:t>      set </a:t>
            </a:r>
            <a:r>
              <a:rPr lang="en-IN" dirty="0">
                <a:solidFill>
                  <a:schemeClr val="accent4"/>
                </a:solidFill>
                <a:latin typeface="Consolas" panose="020B0609020204030204" pitchFamily="49" charset="0"/>
              </a:rPr>
              <a:t>parent = </a:t>
            </a:r>
            <a:r>
              <a:rPr lang="en-IN" dirty="0" err="1">
                <a:solidFill>
                  <a:schemeClr val="accent4"/>
                </a:solidFill>
                <a:latin typeface="Consolas" panose="020B0609020204030204" pitchFamily="49" charset="0"/>
              </a:rPr>
              <a:t>parent.left</a:t>
            </a:r>
            <a:endParaRPr lang="en-IN" dirty="0">
              <a:solidFill>
                <a:schemeClr val="accent4"/>
              </a:solidFill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IN" dirty="0">
                <a:latin typeface="Consolas" panose="020B0609020204030204" pitchFamily="49" charset="0"/>
              </a:rPr>
              <a:t>    else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dirty="0">
                <a:latin typeface="Consolas" panose="020B0609020204030204" pitchFamily="49" charset="0"/>
              </a:rPr>
              <a:t>      set </a:t>
            </a:r>
            <a:r>
              <a:rPr lang="en-IN" dirty="0">
                <a:solidFill>
                  <a:schemeClr val="accent4"/>
                </a:solidFill>
                <a:latin typeface="Consolas" panose="020B0609020204030204" pitchFamily="49" charset="0"/>
              </a:rPr>
              <a:t>parent = </a:t>
            </a:r>
            <a:r>
              <a:rPr lang="en-IN" dirty="0" err="1">
                <a:solidFill>
                  <a:schemeClr val="accent4"/>
                </a:solidFill>
                <a:latin typeface="Consolas" panose="020B0609020204030204" pitchFamily="49" charset="0"/>
              </a:rPr>
              <a:t>parent.right</a:t>
            </a:r>
            <a:endParaRPr lang="en-IN" dirty="0">
              <a:solidFill>
                <a:schemeClr val="accent4"/>
              </a:solidFill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IN" dirty="0">
                <a:latin typeface="Consolas" panose="020B0609020204030204" pitchFamily="49" charset="0"/>
              </a:rPr>
              <a:t>  end while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dirty="0">
                <a:latin typeface="Consolas" panose="020B0609020204030204" pitchFamily="49" charset="0"/>
              </a:rPr>
              <a:t>  if </a:t>
            </a:r>
            <a:r>
              <a:rPr lang="en-IN" dirty="0">
                <a:solidFill>
                  <a:schemeClr val="accent4"/>
                </a:solidFill>
                <a:latin typeface="Consolas" panose="020B0609020204030204" pitchFamily="49" charset="0"/>
              </a:rPr>
              <a:t>root = NULL </a:t>
            </a:r>
            <a:r>
              <a:rPr lang="en-IN" dirty="0">
                <a:latin typeface="Consolas" panose="020B0609020204030204" pitchFamily="49" charset="0"/>
              </a:rPr>
              <a:t>then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dirty="0">
                <a:latin typeface="Consolas" panose="020B0609020204030204" pitchFamily="49" charset="0"/>
              </a:rPr>
              <a:t>    set </a:t>
            </a:r>
            <a:r>
              <a:rPr lang="en-IN" dirty="0">
                <a:solidFill>
                  <a:schemeClr val="accent4"/>
                </a:solidFill>
                <a:latin typeface="Consolas" panose="020B0609020204030204" pitchFamily="49" charset="0"/>
              </a:rPr>
              <a:t>root = new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dirty="0">
                <a:latin typeface="Consolas" panose="020B0609020204030204" pitchFamily="49" charset="0"/>
              </a:rPr>
              <a:t>  if </a:t>
            </a:r>
            <a:r>
              <a:rPr lang="en-IN" dirty="0" err="1">
                <a:solidFill>
                  <a:schemeClr val="accent4"/>
                </a:solidFill>
                <a:latin typeface="Consolas" panose="020B0609020204030204" pitchFamily="49" charset="0"/>
              </a:rPr>
              <a:t>new.data</a:t>
            </a:r>
            <a:r>
              <a:rPr lang="en-IN" dirty="0">
                <a:solidFill>
                  <a:schemeClr val="accent4"/>
                </a:solidFill>
                <a:latin typeface="Consolas" panose="020B0609020204030204" pitchFamily="49" charset="0"/>
              </a:rPr>
              <a:t> &lt;= </a:t>
            </a:r>
            <a:r>
              <a:rPr lang="en-IN" dirty="0" err="1">
                <a:solidFill>
                  <a:schemeClr val="accent4"/>
                </a:solidFill>
                <a:latin typeface="Consolas" panose="020B0609020204030204" pitchFamily="49" charset="0"/>
              </a:rPr>
              <a:t>parent.data</a:t>
            </a:r>
            <a:r>
              <a:rPr lang="en-IN" dirty="0">
                <a:solidFill>
                  <a:schemeClr val="accent4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latin typeface="Consolas" panose="020B0609020204030204" pitchFamily="49" charset="0"/>
              </a:rPr>
              <a:t>then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dirty="0">
                <a:latin typeface="Consolas" panose="020B0609020204030204" pitchFamily="49" charset="0"/>
              </a:rPr>
              <a:t>    set </a:t>
            </a:r>
            <a:r>
              <a:rPr lang="en-IN" dirty="0" err="1">
                <a:solidFill>
                  <a:schemeClr val="accent4"/>
                </a:solidFill>
                <a:latin typeface="Consolas" panose="020B0609020204030204" pitchFamily="49" charset="0"/>
              </a:rPr>
              <a:t>parent.left</a:t>
            </a:r>
            <a:r>
              <a:rPr lang="en-IN" dirty="0">
                <a:solidFill>
                  <a:schemeClr val="accent4"/>
                </a:solidFill>
                <a:latin typeface="Consolas" panose="020B0609020204030204" pitchFamily="49" charset="0"/>
              </a:rPr>
              <a:t> = new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dirty="0">
                <a:latin typeface="Consolas" panose="020B0609020204030204" pitchFamily="49" charset="0"/>
              </a:rPr>
              <a:t>  else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dirty="0">
                <a:latin typeface="Consolas" panose="020B0609020204030204" pitchFamily="49" charset="0"/>
              </a:rPr>
              <a:t>    set </a:t>
            </a:r>
            <a:r>
              <a:rPr lang="en-IN" dirty="0" err="1">
                <a:solidFill>
                  <a:schemeClr val="accent4"/>
                </a:solidFill>
                <a:latin typeface="Consolas" panose="020B0609020204030204" pitchFamily="49" charset="0"/>
              </a:rPr>
              <a:t>parent.right</a:t>
            </a:r>
            <a:r>
              <a:rPr lang="en-IN" dirty="0">
                <a:solidFill>
                  <a:schemeClr val="accent4"/>
                </a:solidFill>
                <a:latin typeface="Consolas" panose="020B0609020204030204" pitchFamily="49" charset="0"/>
              </a:rPr>
              <a:t> = new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33D856C-3BEA-67E1-06BD-94965039FDD8}"/>
              </a:ext>
            </a:extLst>
          </p:cNvPr>
          <p:cNvSpPr txBox="1"/>
          <p:nvPr/>
        </p:nvSpPr>
        <p:spPr>
          <a:xfrm>
            <a:off x="10786533" y="2249186"/>
            <a:ext cx="10193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highlight>
                  <a:srgbClr val="00FF00"/>
                </a:highlight>
              </a:rPr>
              <a:t>Search the spot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BB64566-A53D-882A-4B6A-27D1BA05923D}"/>
              </a:ext>
            </a:extLst>
          </p:cNvPr>
          <p:cNvSpPr txBox="1"/>
          <p:nvPr/>
        </p:nvSpPr>
        <p:spPr>
          <a:xfrm>
            <a:off x="10786533" y="4767290"/>
            <a:ext cx="7681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highlight>
                  <a:srgbClr val="00FFFF"/>
                </a:highlight>
              </a:rPr>
              <a:t>Insert</a:t>
            </a:r>
          </a:p>
        </p:txBody>
      </p:sp>
      <p:sp>
        <p:nvSpPr>
          <p:cNvPr id="29" name="Left Bracket 28">
            <a:extLst>
              <a:ext uri="{FF2B5EF4-FFF2-40B4-BE49-F238E27FC236}">
                <a16:creationId xmlns:a16="http://schemas.microsoft.com/office/drawing/2014/main" id="{53848510-95C6-92D7-FD24-3065A3968E68}"/>
              </a:ext>
            </a:extLst>
          </p:cNvPr>
          <p:cNvSpPr/>
          <p:nvPr/>
        </p:nvSpPr>
        <p:spPr>
          <a:xfrm flipH="1">
            <a:off x="10573358" y="1368571"/>
            <a:ext cx="213178" cy="2407562"/>
          </a:xfrm>
          <a:prstGeom prst="leftBracket">
            <a:avLst/>
          </a:prstGeom>
          <a:ln>
            <a:prstDash val="sysDash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Left Bracket 29">
            <a:extLst>
              <a:ext uri="{FF2B5EF4-FFF2-40B4-BE49-F238E27FC236}">
                <a16:creationId xmlns:a16="http://schemas.microsoft.com/office/drawing/2014/main" id="{3E7A69AF-BD6B-073F-08D5-27E3FCA3B173}"/>
              </a:ext>
            </a:extLst>
          </p:cNvPr>
          <p:cNvSpPr/>
          <p:nvPr/>
        </p:nvSpPr>
        <p:spPr>
          <a:xfrm flipH="1">
            <a:off x="10573356" y="3943380"/>
            <a:ext cx="213177" cy="2017153"/>
          </a:xfrm>
          <a:prstGeom prst="leftBracket">
            <a:avLst/>
          </a:prstGeom>
          <a:ln>
            <a:prstDash val="sysDash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6D0F79F-39A2-E967-936F-194473CBDBD4}"/>
              </a:ext>
            </a:extLst>
          </p:cNvPr>
          <p:cNvSpPr txBox="1"/>
          <p:nvPr/>
        </p:nvSpPr>
        <p:spPr>
          <a:xfrm>
            <a:off x="1084925" y="2501526"/>
            <a:ext cx="990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Insert 11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12E7044-6B42-7470-F1A8-EEC5190D431E}"/>
              </a:ext>
            </a:extLst>
          </p:cNvPr>
          <p:cNvCxnSpPr>
            <a:cxnSpLocks/>
            <a:stCxn id="10" idx="5"/>
            <a:endCxn id="24" idx="0"/>
          </p:cNvCxnSpPr>
          <p:nvPr/>
        </p:nvCxnSpPr>
        <p:spPr>
          <a:xfrm>
            <a:off x="2684122" y="5016444"/>
            <a:ext cx="260419" cy="41944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Arrow: Left 34">
            <a:extLst>
              <a:ext uri="{FF2B5EF4-FFF2-40B4-BE49-F238E27FC236}">
                <a16:creationId xmlns:a16="http://schemas.microsoft.com/office/drawing/2014/main" id="{629B8CCD-E3AE-4DCE-E2FF-BD75B3A0EF38}"/>
              </a:ext>
            </a:extLst>
          </p:cNvPr>
          <p:cNvSpPr/>
          <p:nvPr/>
        </p:nvSpPr>
        <p:spPr>
          <a:xfrm rot="19874252">
            <a:off x="1711101" y="3311881"/>
            <a:ext cx="971932" cy="359203"/>
          </a:xfrm>
          <a:prstGeom prst="lef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11 &lt;= 12</a:t>
            </a:r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106F8E5D-B213-E234-4C8C-694743B17090}"/>
              </a:ext>
            </a:extLst>
          </p:cNvPr>
          <p:cNvSpPr/>
          <p:nvPr/>
        </p:nvSpPr>
        <p:spPr>
          <a:xfrm rot="3044964">
            <a:off x="2254350" y="4147790"/>
            <a:ext cx="802232" cy="359203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11 &gt; 7</a:t>
            </a:r>
          </a:p>
        </p:txBody>
      </p:sp>
      <p:sp>
        <p:nvSpPr>
          <p:cNvPr id="38" name="Arrow: Right 37">
            <a:extLst>
              <a:ext uri="{FF2B5EF4-FFF2-40B4-BE49-F238E27FC236}">
                <a16:creationId xmlns:a16="http://schemas.microsoft.com/office/drawing/2014/main" id="{4196A387-9D67-F9EE-31D4-F2348DD66E10}"/>
              </a:ext>
            </a:extLst>
          </p:cNvPr>
          <p:cNvSpPr/>
          <p:nvPr/>
        </p:nvSpPr>
        <p:spPr>
          <a:xfrm rot="3507110">
            <a:off x="2720259" y="4954497"/>
            <a:ext cx="802232" cy="359203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11 &gt; 9</a:t>
            </a:r>
          </a:p>
        </p:txBody>
      </p:sp>
    </p:spTree>
    <p:extLst>
      <p:ext uri="{BB962C8B-B14F-4D97-AF65-F5344CB8AC3E}">
        <p14:creationId xmlns:p14="http://schemas.microsoft.com/office/powerpoint/2010/main" val="2667604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7" grpId="0"/>
      <p:bldP spid="28" grpId="0"/>
      <p:bldP spid="29" grpId="0" animBg="1"/>
      <p:bldP spid="30" grpId="0" animBg="1"/>
      <p:bldP spid="31" grpId="0"/>
      <p:bldP spid="35" grpId="0" animBg="1"/>
      <p:bldP spid="37" grpId="0" animBg="1"/>
      <p:bldP spid="3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82B98-4B70-7326-411C-8F3A88143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Insertion in BST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4E3671-5626-78F4-7559-5B586E66DF8A}"/>
              </a:ext>
            </a:extLst>
          </p:cNvPr>
          <p:cNvSpPr txBox="1"/>
          <p:nvPr/>
        </p:nvSpPr>
        <p:spPr>
          <a:xfrm>
            <a:off x="838200" y="2700867"/>
            <a:ext cx="10591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2400" b="1" dirty="0">
                <a:highlight>
                  <a:srgbClr val="00FFFF"/>
                </a:highlight>
              </a:rPr>
              <a:t>Questions for you</a:t>
            </a:r>
            <a:endParaRPr lang="en-IN" sz="2400" dirty="0"/>
          </a:p>
          <a:p>
            <a:r>
              <a:rPr lang="en-IN" sz="2400" dirty="0"/>
              <a:t>What is the worst case time complexity?</a:t>
            </a:r>
          </a:p>
        </p:txBody>
      </p:sp>
      <p:pic>
        <p:nvPicPr>
          <p:cNvPr id="5" name="Graphic 4" descr="Thought outline">
            <a:extLst>
              <a:ext uri="{FF2B5EF4-FFF2-40B4-BE49-F238E27FC236}">
                <a16:creationId xmlns:a16="http://schemas.microsoft.com/office/drawing/2014/main" id="{56C30F92-21DF-4048-316F-00E05D78CB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6679" y="2700867"/>
            <a:ext cx="568908" cy="568908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B6894D92-D69C-9056-7739-B9215A0CC248}"/>
              </a:ext>
            </a:extLst>
          </p:cNvPr>
          <p:cNvSpPr txBox="1"/>
          <p:nvPr/>
        </p:nvSpPr>
        <p:spPr>
          <a:xfrm>
            <a:off x="838200" y="1804846"/>
            <a:ext cx="22842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highlight>
                  <a:srgbClr val="00FF00"/>
                </a:highlight>
              </a:rPr>
              <a:t>Time complexity</a:t>
            </a:r>
            <a:r>
              <a:rPr lang="en-IN" dirty="0"/>
              <a:t>: </a:t>
            </a:r>
            <a:r>
              <a:rPr lang="en-IN" dirty="0">
                <a:highlight>
                  <a:srgbClr val="FF00FF"/>
                </a:highlight>
              </a:rPr>
              <a:t>O(h)</a:t>
            </a:r>
          </a:p>
        </p:txBody>
      </p:sp>
    </p:spTree>
    <p:extLst>
      <p:ext uri="{BB962C8B-B14F-4D97-AF65-F5344CB8AC3E}">
        <p14:creationId xmlns:p14="http://schemas.microsoft.com/office/powerpoint/2010/main" val="12305984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D66E6-306A-FD4B-FC4A-090ED8072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Deletion in BST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0FB02E-9852-63B0-7583-6861F80F5C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733024"/>
          </a:xfrm>
        </p:spPr>
        <p:txBody>
          <a:bodyPr>
            <a:normAutofit fontScale="92500" lnSpcReduction="20000"/>
          </a:bodyPr>
          <a:lstStyle/>
          <a:p>
            <a:r>
              <a:rPr lang="en-IN" dirty="0"/>
              <a:t>Three cases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dirty="0"/>
              <a:t>Delete </a:t>
            </a:r>
            <a:r>
              <a:rPr lang="en-IN" dirty="0">
                <a:highlight>
                  <a:srgbClr val="FFFF00"/>
                </a:highlight>
              </a:rPr>
              <a:t>leaf node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dirty="0"/>
              <a:t>Delete an internal </a:t>
            </a:r>
            <a:r>
              <a:rPr lang="en-IN" dirty="0">
                <a:highlight>
                  <a:srgbClr val="FFFF00"/>
                </a:highlight>
              </a:rPr>
              <a:t>node with one child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dirty="0"/>
              <a:t>Delete an internal </a:t>
            </a:r>
            <a:r>
              <a:rPr lang="en-IN" dirty="0">
                <a:highlight>
                  <a:srgbClr val="FFFF00"/>
                </a:highlight>
              </a:rPr>
              <a:t>node with two children</a:t>
            </a:r>
          </a:p>
          <a:p>
            <a:pPr marL="0" indent="0">
              <a:buNone/>
            </a:pPr>
            <a:r>
              <a:rPr lang="en-IN" dirty="0">
                <a:highlight>
                  <a:srgbClr val="FFFF00"/>
                </a:highlight>
              </a:rPr>
              <a:t>Case-1: Delete a leaf node</a:t>
            </a:r>
          </a:p>
          <a:p>
            <a:pPr marL="914400" lvl="1" indent="-457200">
              <a:buFont typeface="+mj-lt"/>
              <a:buAutoNum type="arabicPeriod"/>
            </a:pPr>
            <a:endParaRPr lang="en-IN" dirty="0">
              <a:highlight>
                <a:srgbClr val="FFFF00"/>
              </a:highlight>
            </a:endParaRPr>
          </a:p>
          <a:p>
            <a:endParaRPr lang="en-IN" dirty="0">
              <a:highlight>
                <a:srgbClr val="FFFF00"/>
              </a:highlight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3465A5E-2B15-7EBA-7BE7-7FD9D1FAD5DA}"/>
              </a:ext>
            </a:extLst>
          </p:cNvPr>
          <p:cNvGrpSpPr/>
          <p:nvPr/>
        </p:nvGrpSpPr>
        <p:grpSpPr>
          <a:xfrm>
            <a:off x="2641370" y="3783653"/>
            <a:ext cx="3013903" cy="1791347"/>
            <a:chOff x="8291886" y="1825625"/>
            <a:chExt cx="3013903" cy="1791347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E6AB0BF5-8FEB-63F2-DDFF-093C287873CE}"/>
                </a:ext>
              </a:extLst>
            </p:cNvPr>
            <p:cNvSpPr/>
            <p:nvPr/>
          </p:nvSpPr>
          <p:spPr>
            <a:xfrm>
              <a:off x="9593983" y="1825625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12</a:t>
              </a: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3BCACA53-0716-8989-6199-99FB1B12DE32}"/>
                </a:ext>
              </a:extLst>
            </p:cNvPr>
            <p:cNvSpPr/>
            <p:nvPr/>
          </p:nvSpPr>
          <p:spPr>
            <a:xfrm>
              <a:off x="8766021" y="2521698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7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69071E4A-8DEA-2094-5D5F-E7139F9EDD54}"/>
                </a:ext>
              </a:extLst>
            </p:cNvPr>
            <p:cNvSpPr/>
            <p:nvPr/>
          </p:nvSpPr>
          <p:spPr>
            <a:xfrm>
              <a:off x="10437558" y="2521698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19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9099EB7E-F65F-4178-DD90-A7D0928D0655}"/>
                </a:ext>
              </a:extLst>
            </p:cNvPr>
            <p:cNvSpPr/>
            <p:nvPr/>
          </p:nvSpPr>
          <p:spPr>
            <a:xfrm>
              <a:off x="8291886" y="3257768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5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E9FDC9C4-2B80-F645-8A74-0F7536085E32}"/>
                </a:ext>
              </a:extLst>
            </p:cNvPr>
            <p:cNvSpPr/>
            <p:nvPr/>
          </p:nvSpPr>
          <p:spPr>
            <a:xfrm>
              <a:off x="10946586" y="3257768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29</a:t>
              </a: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C48BC2E7-9EA5-2D89-FC99-07F224B778C8}"/>
                </a:ext>
              </a:extLst>
            </p:cNvPr>
            <p:cNvSpPr/>
            <p:nvPr/>
          </p:nvSpPr>
          <p:spPr>
            <a:xfrm>
              <a:off x="9240154" y="3257769"/>
              <a:ext cx="359203" cy="359203"/>
            </a:xfrm>
            <a:prstGeom prst="ellips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9</a:t>
              </a:r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7329143-60D1-BEF7-9D3A-6FE43F4FEB90}"/>
                </a:ext>
              </a:extLst>
            </p:cNvPr>
            <p:cNvCxnSpPr>
              <a:cxnSpLocks/>
              <a:stCxn id="23" idx="3"/>
              <a:endCxn id="24" idx="0"/>
            </p:cNvCxnSpPr>
            <p:nvPr/>
          </p:nvCxnSpPr>
          <p:spPr>
            <a:xfrm flipH="1">
              <a:off x="8945623" y="2132224"/>
              <a:ext cx="700964" cy="38947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C0E14B1-59C1-9061-8191-E00E5532D410}"/>
                </a:ext>
              </a:extLst>
            </p:cNvPr>
            <p:cNvCxnSpPr>
              <a:cxnSpLocks/>
              <a:stCxn id="23" idx="5"/>
              <a:endCxn id="25" idx="0"/>
            </p:cNvCxnSpPr>
            <p:nvPr/>
          </p:nvCxnSpPr>
          <p:spPr>
            <a:xfrm>
              <a:off x="9900582" y="2132224"/>
              <a:ext cx="716578" cy="38947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42311C8-C08B-1F7C-2901-4C1F63446E26}"/>
                </a:ext>
              </a:extLst>
            </p:cNvPr>
            <p:cNvCxnSpPr>
              <a:cxnSpLocks/>
              <a:stCxn id="24" idx="3"/>
              <a:endCxn id="26" idx="0"/>
            </p:cNvCxnSpPr>
            <p:nvPr/>
          </p:nvCxnSpPr>
          <p:spPr>
            <a:xfrm flipH="1">
              <a:off x="8471488" y="2828297"/>
              <a:ext cx="347137" cy="4294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303E94C7-BA3E-4BFF-F28D-A65B4D2482DE}"/>
                </a:ext>
              </a:extLst>
            </p:cNvPr>
            <p:cNvCxnSpPr>
              <a:cxnSpLocks/>
              <a:stCxn id="24" idx="5"/>
              <a:endCxn id="28" idx="0"/>
            </p:cNvCxnSpPr>
            <p:nvPr/>
          </p:nvCxnSpPr>
          <p:spPr>
            <a:xfrm>
              <a:off x="9072620" y="2828297"/>
              <a:ext cx="347136" cy="42947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945DD47-AD61-69D9-9462-FE8F67D6CD7D}"/>
                </a:ext>
              </a:extLst>
            </p:cNvPr>
            <p:cNvCxnSpPr>
              <a:cxnSpLocks/>
              <a:stCxn id="25" idx="5"/>
              <a:endCxn id="27" idx="0"/>
            </p:cNvCxnSpPr>
            <p:nvPr/>
          </p:nvCxnSpPr>
          <p:spPr>
            <a:xfrm>
              <a:off x="10744157" y="2828297"/>
              <a:ext cx="382031" cy="4294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755E0D2F-0041-7525-CA7A-F987A56D66C2}"/>
              </a:ext>
            </a:extLst>
          </p:cNvPr>
          <p:cNvGrpSpPr/>
          <p:nvPr/>
        </p:nvGrpSpPr>
        <p:grpSpPr>
          <a:xfrm>
            <a:off x="6096000" y="3783653"/>
            <a:ext cx="3013903" cy="1791346"/>
            <a:chOff x="8291886" y="1825625"/>
            <a:chExt cx="3013903" cy="1791346"/>
          </a:xfrm>
        </p:grpSpPr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8DE45C1D-87D6-D7D3-61CB-7B89EAD0B81F}"/>
                </a:ext>
              </a:extLst>
            </p:cNvPr>
            <p:cNvSpPr/>
            <p:nvPr/>
          </p:nvSpPr>
          <p:spPr>
            <a:xfrm>
              <a:off x="9593983" y="1825625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12</a:t>
              </a: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21D0CBFB-AD57-FFE3-C263-65BC297F8BDF}"/>
                </a:ext>
              </a:extLst>
            </p:cNvPr>
            <p:cNvSpPr/>
            <p:nvPr/>
          </p:nvSpPr>
          <p:spPr>
            <a:xfrm>
              <a:off x="8766021" y="2521698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7</a:t>
              </a:r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0AD3ED4B-7B9B-B6CA-A8F1-8C5D9DEA20F5}"/>
                </a:ext>
              </a:extLst>
            </p:cNvPr>
            <p:cNvSpPr/>
            <p:nvPr/>
          </p:nvSpPr>
          <p:spPr>
            <a:xfrm>
              <a:off x="10437558" y="2521698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19</a:t>
              </a:r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34C28AE0-D6A8-7EA1-9310-FB62656D667C}"/>
                </a:ext>
              </a:extLst>
            </p:cNvPr>
            <p:cNvSpPr/>
            <p:nvPr/>
          </p:nvSpPr>
          <p:spPr>
            <a:xfrm>
              <a:off x="8291886" y="3257768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5</a:t>
              </a:r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4C200A64-35FF-6A53-60B7-2BB25273437D}"/>
                </a:ext>
              </a:extLst>
            </p:cNvPr>
            <p:cNvSpPr/>
            <p:nvPr/>
          </p:nvSpPr>
          <p:spPr>
            <a:xfrm>
              <a:off x="10946586" y="3257768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29</a:t>
              </a:r>
            </a:p>
          </p:txBody>
        </p: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B8742EDC-92D3-E622-AC6C-D7ED96BBD4F9}"/>
                </a:ext>
              </a:extLst>
            </p:cNvPr>
            <p:cNvCxnSpPr>
              <a:cxnSpLocks/>
              <a:stCxn id="52" idx="3"/>
              <a:endCxn id="53" idx="0"/>
            </p:cNvCxnSpPr>
            <p:nvPr/>
          </p:nvCxnSpPr>
          <p:spPr>
            <a:xfrm flipH="1">
              <a:off x="8945623" y="2132224"/>
              <a:ext cx="700964" cy="38947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9E938F97-9E7A-5FCE-FADF-DD49E41E6EFA}"/>
                </a:ext>
              </a:extLst>
            </p:cNvPr>
            <p:cNvCxnSpPr>
              <a:cxnSpLocks/>
              <a:stCxn id="52" idx="5"/>
              <a:endCxn id="54" idx="0"/>
            </p:cNvCxnSpPr>
            <p:nvPr/>
          </p:nvCxnSpPr>
          <p:spPr>
            <a:xfrm>
              <a:off x="9900582" y="2132224"/>
              <a:ext cx="716578" cy="38947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2470677A-7394-7D60-3FDB-852E9F28B963}"/>
                </a:ext>
              </a:extLst>
            </p:cNvPr>
            <p:cNvCxnSpPr>
              <a:cxnSpLocks/>
              <a:stCxn id="53" idx="3"/>
              <a:endCxn id="55" idx="0"/>
            </p:cNvCxnSpPr>
            <p:nvPr/>
          </p:nvCxnSpPr>
          <p:spPr>
            <a:xfrm flipH="1">
              <a:off x="8471488" y="2828297"/>
              <a:ext cx="347137" cy="4294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DA974EEE-1B3C-39F6-D2F2-C092BF692573}"/>
                </a:ext>
              </a:extLst>
            </p:cNvPr>
            <p:cNvCxnSpPr>
              <a:cxnSpLocks/>
              <a:stCxn id="54" idx="5"/>
              <a:endCxn id="56" idx="0"/>
            </p:cNvCxnSpPr>
            <p:nvPr/>
          </p:nvCxnSpPr>
          <p:spPr>
            <a:xfrm>
              <a:off x="10744157" y="2828297"/>
              <a:ext cx="382031" cy="4294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3" name="Arrow: Right 62">
            <a:extLst>
              <a:ext uri="{FF2B5EF4-FFF2-40B4-BE49-F238E27FC236}">
                <a16:creationId xmlns:a16="http://schemas.microsoft.com/office/drawing/2014/main" id="{1CC289BC-13CA-C064-33E0-76E828FEC36E}"/>
              </a:ext>
            </a:extLst>
          </p:cNvPr>
          <p:cNvSpPr/>
          <p:nvPr/>
        </p:nvSpPr>
        <p:spPr>
          <a:xfrm>
            <a:off x="5655273" y="4298827"/>
            <a:ext cx="508774" cy="18089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1125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872CC-BE03-37EC-D258-02F1FD54D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1B207-0D13-830B-1DF7-EBB68A1FF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Deletion in BST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2F68F6-0BFA-4875-1D91-9BE0234C7D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858948"/>
          </a:xfrm>
        </p:spPr>
        <p:txBody>
          <a:bodyPr/>
          <a:lstStyle/>
          <a:p>
            <a:pPr marL="0" indent="0">
              <a:buNone/>
            </a:pPr>
            <a:r>
              <a:rPr lang="en-IN" dirty="0">
                <a:highlight>
                  <a:srgbClr val="FFFF00"/>
                </a:highlight>
              </a:rPr>
              <a:t>Case-2: Delete an internal node with one child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1655483-93BA-D222-BD00-8E7D595BDC19}"/>
              </a:ext>
            </a:extLst>
          </p:cNvPr>
          <p:cNvGrpSpPr/>
          <p:nvPr/>
        </p:nvGrpSpPr>
        <p:grpSpPr>
          <a:xfrm>
            <a:off x="1423971" y="3004719"/>
            <a:ext cx="3013903" cy="1791347"/>
            <a:chOff x="8291886" y="1825625"/>
            <a:chExt cx="3013903" cy="1791347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B528507B-E3EB-1E34-517E-3D7B4F533616}"/>
                </a:ext>
              </a:extLst>
            </p:cNvPr>
            <p:cNvSpPr/>
            <p:nvPr/>
          </p:nvSpPr>
          <p:spPr>
            <a:xfrm>
              <a:off x="9593983" y="1825625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12</a:t>
              </a: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799F24F9-618A-9884-0F99-5695CCDD6197}"/>
                </a:ext>
              </a:extLst>
            </p:cNvPr>
            <p:cNvSpPr/>
            <p:nvPr/>
          </p:nvSpPr>
          <p:spPr>
            <a:xfrm>
              <a:off x="8766021" y="2521698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7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6462EF23-D155-BBFB-D536-BB31C6993CB4}"/>
                </a:ext>
              </a:extLst>
            </p:cNvPr>
            <p:cNvSpPr/>
            <p:nvPr/>
          </p:nvSpPr>
          <p:spPr>
            <a:xfrm>
              <a:off x="10437558" y="2521698"/>
              <a:ext cx="359203" cy="359203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19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4E74AC4B-16CC-E2A8-ECB3-E31F09A730DB}"/>
                </a:ext>
              </a:extLst>
            </p:cNvPr>
            <p:cNvSpPr/>
            <p:nvPr/>
          </p:nvSpPr>
          <p:spPr>
            <a:xfrm>
              <a:off x="8291886" y="3257768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5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B3715646-73BB-12A0-E25C-0E813E248B5A}"/>
                </a:ext>
              </a:extLst>
            </p:cNvPr>
            <p:cNvSpPr/>
            <p:nvPr/>
          </p:nvSpPr>
          <p:spPr>
            <a:xfrm>
              <a:off x="10946586" y="3257768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29</a:t>
              </a: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AF77F594-4EA0-053E-8AD0-2AED32ECDEB1}"/>
                </a:ext>
              </a:extLst>
            </p:cNvPr>
            <p:cNvSpPr/>
            <p:nvPr/>
          </p:nvSpPr>
          <p:spPr>
            <a:xfrm>
              <a:off x="9240154" y="3257769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9</a:t>
              </a:r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BB562A2-1FD0-747E-60C9-10003194F8EC}"/>
                </a:ext>
              </a:extLst>
            </p:cNvPr>
            <p:cNvCxnSpPr>
              <a:cxnSpLocks/>
              <a:stCxn id="23" idx="3"/>
              <a:endCxn id="24" idx="0"/>
            </p:cNvCxnSpPr>
            <p:nvPr/>
          </p:nvCxnSpPr>
          <p:spPr>
            <a:xfrm flipH="1">
              <a:off x="8945623" y="2132224"/>
              <a:ext cx="700964" cy="38947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5F23DDBC-1FB6-331B-B70F-95EF73021FC0}"/>
                </a:ext>
              </a:extLst>
            </p:cNvPr>
            <p:cNvCxnSpPr>
              <a:cxnSpLocks/>
              <a:stCxn id="23" idx="5"/>
              <a:endCxn id="25" idx="0"/>
            </p:cNvCxnSpPr>
            <p:nvPr/>
          </p:nvCxnSpPr>
          <p:spPr>
            <a:xfrm>
              <a:off x="9900582" y="2132224"/>
              <a:ext cx="716578" cy="38947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E794433E-4253-905E-FFFA-E11412FE4BF8}"/>
                </a:ext>
              </a:extLst>
            </p:cNvPr>
            <p:cNvCxnSpPr>
              <a:cxnSpLocks/>
              <a:stCxn id="24" idx="3"/>
              <a:endCxn id="26" idx="0"/>
            </p:cNvCxnSpPr>
            <p:nvPr/>
          </p:nvCxnSpPr>
          <p:spPr>
            <a:xfrm flipH="1">
              <a:off x="8471488" y="2828297"/>
              <a:ext cx="347137" cy="4294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5DF11C3-C99F-9FFF-1B8D-C5613E3C603D}"/>
                </a:ext>
              </a:extLst>
            </p:cNvPr>
            <p:cNvCxnSpPr>
              <a:cxnSpLocks/>
              <a:stCxn id="24" idx="5"/>
              <a:endCxn id="28" idx="0"/>
            </p:cNvCxnSpPr>
            <p:nvPr/>
          </p:nvCxnSpPr>
          <p:spPr>
            <a:xfrm>
              <a:off x="9072620" y="2828297"/>
              <a:ext cx="347136" cy="42947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6A124DA5-26AB-3ACA-76C5-18B7E80111D3}"/>
                </a:ext>
              </a:extLst>
            </p:cNvPr>
            <p:cNvCxnSpPr>
              <a:cxnSpLocks/>
              <a:stCxn id="25" idx="5"/>
              <a:endCxn id="27" idx="0"/>
            </p:cNvCxnSpPr>
            <p:nvPr/>
          </p:nvCxnSpPr>
          <p:spPr>
            <a:xfrm>
              <a:off x="10744157" y="2828297"/>
              <a:ext cx="382031" cy="4294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9E62CBF4-44DB-BF8F-3B59-0059E2AF1716}"/>
              </a:ext>
            </a:extLst>
          </p:cNvPr>
          <p:cNvGrpSpPr/>
          <p:nvPr/>
        </p:nvGrpSpPr>
        <p:grpSpPr>
          <a:xfrm>
            <a:off x="7609417" y="3111717"/>
            <a:ext cx="2504875" cy="1791347"/>
            <a:chOff x="8291886" y="1825625"/>
            <a:chExt cx="2504875" cy="1791347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63FEFF27-3ED7-7433-08A8-5430A3EFDF24}"/>
                </a:ext>
              </a:extLst>
            </p:cNvPr>
            <p:cNvSpPr/>
            <p:nvPr/>
          </p:nvSpPr>
          <p:spPr>
            <a:xfrm>
              <a:off x="9593983" y="1825625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12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B0520807-24E6-E27F-4BF0-0939ADE61C30}"/>
                </a:ext>
              </a:extLst>
            </p:cNvPr>
            <p:cNvSpPr/>
            <p:nvPr/>
          </p:nvSpPr>
          <p:spPr>
            <a:xfrm>
              <a:off x="8766021" y="2521698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7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E23B11AB-E072-9FFB-179C-815050F1DF77}"/>
                </a:ext>
              </a:extLst>
            </p:cNvPr>
            <p:cNvSpPr/>
            <p:nvPr/>
          </p:nvSpPr>
          <p:spPr>
            <a:xfrm>
              <a:off x="10437558" y="2521698"/>
              <a:ext cx="359203" cy="359203"/>
            </a:xfrm>
            <a:prstGeom prst="ellips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29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C0D52E43-63A1-5A80-FF42-5D68C03E9A03}"/>
                </a:ext>
              </a:extLst>
            </p:cNvPr>
            <p:cNvSpPr/>
            <p:nvPr/>
          </p:nvSpPr>
          <p:spPr>
            <a:xfrm>
              <a:off x="8291886" y="3257768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5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32C4F2B-84C4-77A9-C6B8-922FC76D5DBC}"/>
                </a:ext>
              </a:extLst>
            </p:cNvPr>
            <p:cNvSpPr/>
            <p:nvPr/>
          </p:nvSpPr>
          <p:spPr>
            <a:xfrm>
              <a:off x="9240154" y="3257769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9</a:t>
              </a: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439CD38-C4C2-7E9B-E6AE-4D96DF8FCAE8}"/>
                </a:ext>
              </a:extLst>
            </p:cNvPr>
            <p:cNvCxnSpPr>
              <a:cxnSpLocks/>
              <a:stCxn id="5" idx="3"/>
              <a:endCxn id="6" idx="0"/>
            </p:cNvCxnSpPr>
            <p:nvPr/>
          </p:nvCxnSpPr>
          <p:spPr>
            <a:xfrm flipH="1">
              <a:off x="8945623" y="2132224"/>
              <a:ext cx="700964" cy="38947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9F48F7A-5F15-0E66-0A36-255FEB6C8CA1}"/>
                </a:ext>
              </a:extLst>
            </p:cNvPr>
            <p:cNvCxnSpPr>
              <a:cxnSpLocks/>
              <a:stCxn id="5" idx="5"/>
              <a:endCxn id="7" idx="0"/>
            </p:cNvCxnSpPr>
            <p:nvPr/>
          </p:nvCxnSpPr>
          <p:spPr>
            <a:xfrm>
              <a:off x="9900582" y="2132224"/>
              <a:ext cx="716578" cy="38947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25FCA82-333B-632B-DF3B-E8FA2AF0AF8F}"/>
                </a:ext>
              </a:extLst>
            </p:cNvPr>
            <p:cNvCxnSpPr>
              <a:cxnSpLocks/>
              <a:stCxn id="6" idx="3"/>
              <a:endCxn id="8" idx="0"/>
            </p:cNvCxnSpPr>
            <p:nvPr/>
          </p:nvCxnSpPr>
          <p:spPr>
            <a:xfrm flipH="1">
              <a:off x="8471488" y="2828297"/>
              <a:ext cx="347137" cy="4294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919AF4A-AFF5-8EA4-2667-52CFDEB35849}"/>
                </a:ext>
              </a:extLst>
            </p:cNvPr>
            <p:cNvCxnSpPr>
              <a:cxnSpLocks/>
              <a:stCxn id="6" idx="5"/>
              <a:endCxn id="10" idx="0"/>
            </p:cNvCxnSpPr>
            <p:nvPr/>
          </p:nvCxnSpPr>
          <p:spPr>
            <a:xfrm>
              <a:off x="9072620" y="2828297"/>
              <a:ext cx="347136" cy="42947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Arrow: Curved Up 15">
            <a:extLst>
              <a:ext uri="{FF2B5EF4-FFF2-40B4-BE49-F238E27FC236}">
                <a16:creationId xmlns:a16="http://schemas.microsoft.com/office/drawing/2014/main" id="{AE9DA77F-4ADA-50D1-9474-9E7BD2B5F07B}"/>
              </a:ext>
            </a:extLst>
          </p:cNvPr>
          <p:cNvSpPr/>
          <p:nvPr/>
        </p:nvSpPr>
        <p:spPr>
          <a:xfrm rot="14334638">
            <a:off x="4193938" y="3756048"/>
            <a:ext cx="878750" cy="522184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76A45A5-D06B-0C92-B52B-65A978B45E9D}"/>
              </a:ext>
            </a:extLst>
          </p:cNvPr>
          <p:cNvSpPr txBox="1"/>
          <p:nvPr/>
        </p:nvSpPr>
        <p:spPr>
          <a:xfrm>
            <a:off x="4962543" y="3696787"/>
            <a:ext cx="13779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Move up to replace 19</a:t>
            </a: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6F88996F-147C-E309-46C6-04ED552256BD}"/>
              </a:ext>
            </a:extLst>
          </p:cNvPr>
          <p:cNvSpPr/>
          <p:nvPr/>
        </p:nvSpPr>
        <p:spPr>
          <a:xfrm>
            <a:off x="6900609" y="3714244"/>
            <a:ext cx="461712" cy="27314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7853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/>
      <p:bldP spid="1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BCB16-75DF-5135-C4DB-6274DCD46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Deletion in BST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9260E-9AE2-9EC0-0C90-8C84C36B49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280708"/>
          </a:xfrm>
        </p:spPr>
        <p:txBody>
          <a:bodyPr>
            <a:normAutofit fontScale="92500" lnSpcReduction="20000"/>
          </a:bodyPr>
          <a:lstStyle/>
          <a:p>
            <a:r>
              <a:rPr lang="en-IN" dirty="0"/>
              <a:t>Case-3: Delete an internal </a:t>
            </a:r>
            <a:r>
              <a:rPr lang="en-IN" dirty="0">
                <a:highlight>
                  <a:srgbClr val="FFFF00"/>
                </a:highlight>
              </a:rPr>
              <a:t>node with two children</a:t>
            </a:r>
            <a:endParaRPr lang="en-IN" dirty="0"/>
          </a:p>
          <a:p>
            <a:pPr lvl="1"/>
            <a:r>
              <a:rPr lang="en-IN" dirty="0">
                <a:highlight>
                  <a:srgbClr val="00FFFF"/>
                </a:highlight>
              </a:rPr>
              <a:t>Find</a:t>
            </a:r>
            <a:r>
              <a:rPr lang="en-IN" dirty="0"/>
              <a:t> the target node to delete.</a:t>
            </a:r>
          </a:p>
          <a:p>
            <a:pPr lvl="1"/>
            <a:r>
              <a:rPr lang="en-IN" dirty="0"/>
              <a:t>Go to its right child, then follow the left pointer all the way down until you hit the bottom. This is the </a:t>
            </a:r>
            <a:r>
              <a:rPr lang="en-IN" dirty="0">
                <a:highlight>
                  <a:srgbClr val="FFFF00"/>
                </a:highlight>
              </a:rPr>
              <a:t>in-order successor</a:t>
            </a:r>
            <a:r>
              <a:rPr lang="en-IN" dirty="0"/>
              <a:t>.</a:t>
            </a:r>
          </a:p>
          <a:p>
            <a:pPr lvl="1"/>
            <a:r>
              <a:rPr lang="en-IN" dirty="0">
                <a:highlight>
                  <a:srgbClr val="FF00FF"/>
                </a:highlight>
              </a:rPr>
              <a:t>Copy</a:t>
            </a:r>
            <a:r>
              <a:rPr lang="en-IN" dirty="0"/>
              <a:t> the value of the successor into the target node.</a:t>
            </a:r>
          </a:p>
          <a:p>
            <a:pPr lvl="1"/>
            <a:r>
              <a:rPr lang="en-IN" dirty="0">
                <a:highlight>
                  <a:srgbClr val="00FF00"/>
                </a:highlight>
              </a:rPr>
              <a:t>Recursively delete the original successor </a:t>
            </a:r>
            <a:r>
              <a:rPr lang="en-IN" dirty="0"/>
              <a:t>node from the right subtree (it will always fall into Case 1 or Case 2, making it easy to delete).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5C9DFCE-CBA9-209D-9160-8E3736FC224A}"/>
              </a:ext>
            </a:extLst>
          </p:cNvPr>
          <p:cNvGrpSpPr/>
          <p:nvPr/>
        </p:nvGrpSpPr>
        <p:grpSpPr>
          <a:xfrm>
            <a:off x="1929500" y="4097334"/>
            <a:ext cx="3077181" cy="2207156"/>
            <a:chOff x="8333319" y="1681689"/>
            <a:chExt cx="3077181" cy="2207156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49951870-03DE-64FE-8DF2-E811C32DFE63}"/>
                </a:ext>
              </a:extLst>
            </p:cNvPr>
            <p:cNvSpPr/>
            <p:nvPr/>
          </p:nvSpPr>
          <p:spPr>
            <a:xfrm>
              <a:off x="9653252" y="1681689"/>
              <a:ext cx="359203" cy="359203"/>
            </a:xfrm>
            <a:prstGeom prst="ellips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12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AC2C1E2-5958-394B-FA63-2846E488A69E}"/>
                </a:ext>
              </a:extLst>
            </p:cNvPr>
            <p:cNvSpPr/>
            <p:nvPr/>
          </p:nvSpPr>
          <p:spPr>
            <a:xfrm>
              <a:off x="8750891" y="2294626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7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C8A7B80D-15D9-E8D9-C8ED-6C2922A51BC4}"/>
                </a:ext>
              </a:extLst>
            </p:cNvPr>
            <p:cNvSpPr/>
            <p:nvPr/>
          </p:nvSpPr>
          <p:spPr>
            <a:xfrm>
              <a:off x="10580986" y="2299505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19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AF36B05-C4FD-715F-2362-6E2D2A9F99A5}"/>
                </a:ext>
              </a:extLst>
            </p:cNvPr>
            <p:cNvSpPr/>
            <p:nvPr/>
          </p:nvSpPr>
          <p:spPr>
            <a:xfrm>
              <a:off x="8333319" y="2898564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5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41777B98-A6AE-941F-54B0-741B0BEEFB5B}"/>
                </a:ext>
              </a:extLst>
            </p:cNvPr>
            <p:cNvSpPr/>
            <p:nvPr/>
          </p:nvSpPr>
          <p:spPr>
            <a:xfrm>
              <a:off x="11051297" y="2898562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29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21C61E6A-5413-21EF-CE48-135A93E1E7A2}"/>
                </a:ext>
              </a:extLst>
            </p:cNvPr>
            <p:cNvSpPr/>
            <p:nvPr/>
          </p:nvSpPr>
          <p:spPr>
            <a:xfrm>
              <a:off x="9198598" y="2898566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9</a:t>
              </a: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0A68793-2AED-0B44-0453-216D5CDFD9A4}"/>
                </a:ext>
              </a:extLst>
            </p:cNvPr>
            <p:cNvCxnSpPr>
              <a:cxnSpLocks/>
              <a:stCxn id="5" idx="3"/>
              <a:endCxn id="6" idx="0"/>
            </p:cNvCxnSpPr>
            <p:nvPr/>
          </p:nvCxnSpPr>
          <p:spPr>
            <a:xfrm flipH="1">
              <a:off x="8930493" y="1988288"/>
              <a:ext cx="775363" cy="30633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A1C588A-F221-F073-8799-22B56AEC1740}"/>
                </a:ext>
              </a:extLst>
            </p:cNvPr>
            <p:cNvCxnSpPr>
              <a:cxnSpLocks/>
              <a:stCxn id="5" idx="5"/>
              <a:endCxn id="7" idx="0"/>
            </p:cNvCxnSpPr>
            <p:nvPr/>
          </p:nvCxnSpPr>
          <p:spPr>
            <a:xfrm>
              <a:off x="9959851" y="1988288"/>
              <a:ext cx="800737" cy="31121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AC64538-D8F7-3C11-DC0A-584ADD9A9B68}"/>
                </a:ext>
              </a:extLst>
            </p:cNvPr>
            <p:cNvCxnSpPr>
              <a:cxnSpLocks/>
              <a:stCxn id="6" idx="3"/>
              <a:endCxn id="8" idx="0"/>
            </p:cNvCxnSpPr>
            <p:nvPr/>
          </p:nvCxnSpPr>
          <p:spPr>
            <a:xfrm flipH="1">
              <a:off x="8512921" y="2601225"/>
              <a:ext cx="290574" cy="29733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0D808E4-E251-ACFF-274C-C77ACFE66B80}"/>
                </a:ext>
              </a:extLst>
            </p:cNvPr>
            <p:cNvCxnSpPr>
              <a:cxnSpLocks/>
              <a:stCxn id="6" idx="5"/>
              <a:endCxn id="10" idx="0"/>
            </p:cNvCxnSpPr>
            <p:nvPr/>
          </p:nvCxnSpPr>
          <p:spPr>
            <a:xfrm>
              <a:off x="9057490" y="2601225"/>
              <a:ext cx="320710" cy="29734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137E611-F02D-227D-B359-5ADCE912997C}"/>
                </a:ext>
              </a:extLst>
            </p:cNvPr>
            <p:cNvCxnSpPr>
              <a:cxnSpLocks/>
              <a:stCxn id="7" idx="5"/>
              <a:endCxn id="9" idx="0"/>
            </p:cNvCxnSpPr>
            <p:nvPr/>
          </p:nvCxnSpPr>
          <p:spPr>
            <a:xfrm>
              <a:off x="10887585" y="2606104"/>
              <a:ext cx="343314" cy="2924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0B14473A-6EB2-3284-C758-32A34D68A33B}"/>
                </a:ext>
              </a:extLst>
            </p:cNvPr>
            <p:cNvSpPr/>
            <p:nvPr/>
          </p:nvSpPr>
          <p:spPr>
            <a:xfrm>
              <a:off x="10137650" y="2898563"/>
              <a:ext cx="359203" cy="359203"/>
            </a:xfrm>
            <a:prstGeom prst="ellipse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17</a:t>
              </a: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8A5921E-E693-4673-81EF-A330DE85A3AF}"/>
                </a:ext>
              </a:extLst>
            </p:cNvPr>
            <p:cNvCxnSpPr>
              <a:cxnSpLocks/>
              <a:stCxn id="7" idx="3"/>
              <a:endCxn id="17" idx="0"/>
            </p:cNvCxnSpPr>
            <p:nvPr/>
          </p:nvCxnSpPr>
          <p:spPr>
            <a:xfrm flipH="1">
              <a:off x="10317252" y="2606104"/>
              <a:ext cx="316338" cy="29245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870950B0-7F3C-E605-2FEB-91BF82467DB3}"/>
                </a:ext>
              </a:extLst>
            </p:cNvPr>
            <p:cNvSpPr/>
            <p:nvPr/>
          </p:nvSpPr>
          <p:spPr>
            <a:xfrm>
              <a:off x="10496254" y="3529642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18</a:t>
              </a:r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6E4DA97-E0BF-75A6-69F6-FC7CCCD1667A}"/>
                </a:ext>
              </a:extLst>
            </p:cNvPr>
            <p:cNvCxnSpPr>
              <a:cxnSpLocks/>
              <a:stCxn id="17" idx="5"/>
              <a:endCxn id="29" idx="0"/>
            </p:cNvCxnSpPr>
            <p:nvPr/>
          </p:nvCxnSpPr>
          <p:spPr>
            <a:xfrm>
              <a:off x="10444249" y="3205162"/>
              <a:ext cx="231607" cy="32448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837872D-BF2F-9A14-C9DC-925C5C68DE25}"/>
              </a:ext>
            </a:extLst>
          </p:cNvPr>
          <p:cNvGrpSpPr/>
          <p:nvPr/>
        </p:nvGrpSpPr>
        <p:grpSpPr>
          <a:xfrm>
            <a:off x="6780900" y="4106333"/>
            <a:ext cx="3077181" cy="2207156"/>
            <a:chOff x="8333319" y="1681689"/>
            <a:chExt cx="3077181" cy="2207156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E1F6C235-820F-B1FD-F931-6EE4A00A5CE1}"/>
                </a:ext>
              </a:extLst>
            </p:cNvPr>
            <p:cNvSpPr/>
            <p:nvPr/>
          </p:nvSpPr>
          <p:spPr>
            <a:xfrm>
              <a:off x="9653252" y="1681689"/>
              <a:ext cx="359203" cy="359203"/>
            </a:xfrm>
            <a:prstGeom prst="ellips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17</a:t>
              </a: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B8102551-8714-EB4A-0F91-D31C09DD8962}"/>
                </a:ext>
              </a:extLst>
            </p:cNvPr>
            <p:cNvSpPr/>
            <p:nvPr/>
          </p:nvSpPr>
          <p:spPr>
            <a:xfrm>
              <a:off x="8750891" y="2294626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7</a:t>
              </a: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FB840ABC-A5F6-8BA8-A3FD-D31462C6CAF4}"/>
                </a:ext>
              </a:extLst>
            </p:cNvPr>
            <p:cNvSpPr/>
            <p:nvPr/>
          </p:nvSpPr>
          <p:spPr>
            <a:xfrm>
              <a:off x="10580986" y="2299505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19</a:t>
              </a: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571E3E07-43F9-42CC-175F-2E667C450348}"/>
                </a:ext>
              </a:extLst>
            </p:cNvPr>
            <p:cNvSpPr/>
            <p:nvPr/>
          </p:nvSpPr>
          <p:spPr>
            <a:xfrm>
              <a:off x="8333319" y="2898564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5</a:t>
              </a: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9D958A5C-B0B8-18AD-E1B8-EE752F4B12A4}"/>
                </a:ext>
              </a:extLst>
            </p:cNvPr>
            <p:cNvSpPr/>
            <p:nvPr/>
          </p:nvSpPr>
          <p:spPr>
            <a:xfrm>
              <a:off x="11051297" y="2898562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29</a:t>
              </a: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C495DA6B-BEA5-3FFF-8164-9CFF24ECC276}"/>
                </a:ext>
              </a:extLst>
            </p:cNvPr>
            <p:cNvSpPr/>
            <p:nvPr/>
          </p:nvSpPr>
          <p:spPr>
            <a:xfrm>
              <a:off x="9198598" y="2898566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9</a:t>
              </a:r>
            </a:p>
          </p:txBody>
        </p: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F9B0CA90-3329-3F43-9168-2076CE3ED533}"/>
                </a:ext>
              </a:extLst>
            </p:cNvPr>
            <p:cNvCxnSpPr>
              <a:cxnSpLocks/>
              <a:stCxn id="37" idx="3"/>
              <a:endCxn id="38" idx="0"/>
            </p:cNvCxnSpPr>
            <p:nvPr/>
          </p:nvCxnSpPr>
          <p:spPr>
            <a:xfrm flipH="1">
              <a:off x="8930493" y="1988288"/>
              <a:ext cx="775363" cy="30633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0BBF4EA3-56EA-8D9D-4FB1-7DDEB7D67E36}"/>
                </a:ext>
              </a:extLst>
            </p:cNvPr>
            <p:cNvCxnSpPr>
              <a:cxnSpLocks/>
              <a:stCxn id="37" idx="5"/>
              <a:endCxn id="39" idx="0"/>
            </p:cNvCxnSpPr>
            <p:nvPr/>
          </p:nvCxnSpPr>
          <p:spPr>
            <a:xfrm>
              <a:off x="9959851" y="1988288"/>
              <a:ext cx="800737" cy="31121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67EEFCCF-B91C-FD20-EEEF-A02FF0B95A03}"/>
                </a:ext>
              </a:extLst>
            </p:cNvPr>
            <p:cNvCxnSpPr>
              <a:cxnSpLocks/>
              <a:stCxn id="38" idx="3"/>
              <a:endCxn id="40" idx="0"/>
            </p:cNvCxnSpPr>
            <p:nvPr/>
          </p:nvCxnSpPr>
          <p:spPr>
            <a:xfrm flipH="1">
              <a:off x="8512921" y="2601225"/>
              <a:ext cx="290574" cy="29733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F4C97E-03D2-C3CA-F704-1B897BF6C1EB}"/>
                </a:ext>
              </a:extLst>
            </p:cNvPr>
            <p:cNvCxnSpPr>
              <a:cxnSpLocks/>
              <a:stCxn id="38" idx="5"/>
              <a:endCxn id="42" idx="0"/>
            </p:cNvCxnSpPr>
            <p:nvPr/>
          </p:nvCxnSpPr>
          <p:spPr>
            <a:xfrm>
              <a:off x="9057490" y="2601225"/>
              <a:ext cx="320710" cy="29734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3F6A39E0-5401-A222-4923-6FBACF020111}"/>
                </a:ext>
              </a:extLst>
            </p:cNvPr>
            <p:cNvCxnSpPr>
              <a:cxnSpLocks/>
              <a:stCxn id="39" idx="5"/>
              <a:endCxn id="41" idx="0"/>
            </p:cNvCxnSpPr>
            <p:nvPr/>
          </p:nvCxnSpPr>
          <p:spPr>
            <a:xfrm>
              <a:off x="10887585" y="2606104"/>
              <a:ext cx="343314" cy="2924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008EB07D-B773-C662-20F2-8118741A80A1}"/>
                </a:ext>
              </a:extLst>
            </p:cNvPr>
            <p:cNvSpPr/>
            <p:nvPr/>
          </p:nvSpPr>
          <p:spPr>
            <a:xfrm>
              <a:off x="10137650" y="2898563"/>
              <a:ext cx="359203" cy="359203"/>
            </a:xfrm>
            <a:prstGeom prst="ellipse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17</a:t>
              </a:r>
            </a:p>
          </p:txBody>
        </p: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18BF39C6-4B9C-BB87-B2C5-4B44F41410F2}"/>
                </a:ext>
              </a:extLst>
            </p:cNvPr>
            <p:cNvCxnSpPr>
              <a:cxnSpLocks/>
              <a:stCxn id="39" idx="3"/>
              <a:endCxn id="48" idx="0"/>
            </p:cNvCxnSpPr>
            <p:nvPr/>
          </p:nvCxnSpPr>
          <p:spPr>
            <a:xfrm flipH="1">
              <a:off x="10317252" y="2606104"/>
              <a:ext cx="316338" cy="29245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64C94ADE-F43D-E129-D54B-389B9CADD839}"/>
                </a:ext>
              </a:extLst>
            </p:cNvPr>
            <p:cNvSpPr/>
            <p:nvPr/>
          </p:nvSpPr>
          <p:spPr>
            <a:xfrm>
              <a:off x="10496254" y="3529642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18</a:t>
              </a: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2DD5A000-BFA0-CE9A-B541-3A23A8C3D63B}"/>
                </a:ext>
              </a:extLst>
            </p:cNvPr>
            <p:cNvCxnSpPr>
              <a:cxnSpLocks/>
              <a:stCxn id="48" idx="5"/>
              <a:endCxn id="50" idx="0"/>
            </p:cNvCxnSpPr>
            <p:nvPr/>
          </p:nvCxnSpPr>
          <p:spPr>
            <a:xfrm>
              <a:off x="10444249" y="3205162"/>
              <a:ext cx="231607" cy="32448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Arrow: Right 51">
            <a:extLst>
              <a:ext uri="{FF2B5EF4-FFF2-40B4-BE49-F238E27FC236}">
                <a16:creationId xmlns:a16="http://schemas.microsoft.com/office/drawing/2014/main" id="{8B50852C-C883-1D74-DD25-62E961CD83E6}"/>
              </a:ext>
            </a:extLst>
          </p:cNvPr>
          <p:cNvSpPr/>
          <p:nvPr/>
        </p:nvSpPr>
        <p:spPr>
          <a:xfrm>
            <a:off x="5681133" y="4889872"/>
            <a:ext cx="429612" cy="2924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BDB8CC8-7EE3-3DE5-F9A4-DFBC7C9B98B2}"/>
              </a:ext>
            </a:extLst>
          </p:cNvPr>
          <p:cNvSpPr txBox="1"/>
          <p:nvPr/>
        </p:nvSpPr>
        <p:spPr>
          <a:xfrm>
            <a:off x="9203301" y="4095132"/>
            <a:ext cx="1532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17 copied here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1FE614F4-C30D-93EC-FABB-78ADC896C7F4}"/>
              </a:ext>
            </a:extLst>
          </p:cNvPr>
          <p:cNvCxnSpPr>
            <a:cxnSpLocks/>
            <a:stCxn id="53" idx="1"/>
            <a:endCxn id="37" idx="6"/>
          </p:cNvCxnSpPr>
          <p:nvPr/>
        </p:nvCxnSpPr>
        <p:spPr>
          <a:xfrm flipH="1">
            <a:off x="8460036" y="4279798"/>
            <a:ext cx="743265" cy="6137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278929CF-68C9-3404-D3EA-65A10F03B417}"/>
              </a:ext>
            </a:extLst>
          </p:cNvPr>
          <p:cNvSpPr txBox="1"/>
          <p:nvPr/>
        </p:nvSpPr>
        <p:spPr>
          <a:xfrm>
            <a:off x="6375146" y="5982153"/>
            <a:ext cx="22598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Delete 17 using case-2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F13C58E9-A1B4-B3B3-39CC-D77EE4B1E83D}"/>
              </a:ext>
            </a:extLst>
          </p:cNvPr>
          <p:cNvCxnSpPr>
            <a:cxnSpLocks/>
            <a:stCxn id="58" idx="0"/>
            <a:endCxn id="48" idx="3"/>
          </p:cNvCxnSpPr>
          <p:nvPr/>
        </p:nvCxnSpPr>
        <p:spPr>
          <a:xfrm flipV="1">
            <a:off x="7505071" y="5629806"/>
            <a:ext cx="1132764" cy="352347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069E542E-6A0F-575A-06E1-078A5810C9C4}"/>
              </a:ext>
            </a:extLst>
          </p:cNvPr>
          <p:cNvSpPr txBox="1"/>
          <p:nvPr/>
        </p:nvSpPr>
        <p:spPr>
          <a:xfrm>
            <a:off x="4451698" y="4095132"/>
            <a:ext cx="791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Target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0B24E2A4-4E75-214C-3A81-42FDA3343C21}"/>
              </a:ext>
            </a:extLst>
          </p:cNvPr>
          <p:cNvCxnSpPr>
            <a:stCxn id="64" idx="1"/>
            <a:endCxn id="5" idx="6"/>
          </p:cNvCxnSpPr>
          <p:nvPr/>
        </p:nvCxnSpPr>
        <p:spPr>
          <a:xfrm flipH="1" flipV="1">
            <a:off x="3608636" y="4276936"/>
            <a:ext cx="843062" cy="2862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770AAA2C-5B6C-3F6A-4F7D-3D2308035238}"/>
              </a:ext>
            </a:extLst>
          </p:cNvPr>
          <p:cNvSpPr txBox="1"/>
          <p:nvPr/>
        </p:nvSpPr>
        <p:spPr>
          <a:xfrm>
            <a:off x="1985044" y="5925672"/>
            <a:ext cx="19529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In-order successor</a:t>
            </a: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0B3519AC-0C9B-E9B2-C229-5C13250F86BA}"/>
              </a:ext>
            </a:extLst>
          </p:cNvPr>
          <p:cNvCxnSpPr>
            <a:cxnSpLocks/>
            <a:stCxn id="68" idx="0"/>
            <a:endCxn id="17" idx="3"/>
          </p:cNvCxnSpPr>
          <p:nvPr/>
        </p:nvCxnSpPr>
        <p:spPr>
          <a:xfrm flipV="1">
            <a:off x="2961530" y="5620807"/>
            <a:ext cx="824905" cy="304865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0654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53" grpId="0"/>
      <p:bldP spid="58" grpId="0"/>
      <p:bldP spid="64" grpId="0"/>
      <p:bldP spid="6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24368-8AFB-A333-5D94-338A19688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AVL (Adelson-</a:t>
            </a:r>
            <a:r>
              <a:rPr lang="en-IN" dirty="0" err="1"/>
              <a:t>Velskii</a:t>
            </a:r>
            <a:r>
              <a:rPr lang="en-IN" dirty="0"/>
              <a:t> and Landis)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0DA0C4-89CF-8FD0-EE07-BA060A6BEE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1732" y="1825625"/>
            <a:ext cx="7812639" cy="4351338"/>
          </a:xfrm>
        </p:spPr>
        <p:txBody>
          <a:bodyPr>
            <a:normAutofit/>
          </a:bodyPr>
          <a:lstStyle/>
          <a:p>
            <a:r>
              <a:rPr lang="en-IN" dirty="0"/>
              <a:t>Motivation:</a:t>
            </a:r>
          </a:p>
          <a:p>
            <a:pPr lvl="1"/>
            <a:r>
              <a:rPr lang="en-IN" dirty="0"/>
              <a:t>Lets </a:t>
            </a:r>
            <a:r>
              <a:rPr lang="en-IN" dirty="0">
                <a:highlight>
                  <a:srgbClr val="FFFF00"/>
                </a:highlight>
              </a:rPr>
              <a:t>build a </a:t>
            </a:r>
            <a:r>
              <a:rPr lang="en-IN" dirty="0" err="1">
                <a:highlight>
                  <a:srgbClr val="FFFF00"/>
                </a:highlight>
              </a:rPr>
              <a:t>bst</a:t>
            </a:r>
            <a:r>
              <a:rPr lang="en-IN" dirty="0">
                <a:highlight>
                  <a:srgbClr val="FFFF00"/>
                </a:highlight>
              </a:rPr>
              <a:t> </a:t>
            </a:r>
            <a:r>
              <a:rPr lang="en-IN" dirty="0"/>
              <a:t>using the following sequence of elements:</a:t>
            </a:r>
          </a:p>
          <a:p>
            <a:pPr lvl="1"/>
            <a:r>
              <a:rPr lang="en-IN" dirty="0"/>
              <a:t>20 2 27 5 21 43 28 45 35</a:t>
            </a:r>
          </a:p>
          <a:p>
            <a:r>
              <a:rPr lang="en-IN" dirty="0"/>
              <a:t>Analogy:</a:t>
            </a:r>
          </a:p>
          <a:p>
            <a:pPr lvl="1"/>
            <a:r>
              <a:rPr lang="en-IN" dirty="0"/>
              <a:t>Office Workload</a:t>
            </a:r>
          </a:p>
          <a:p>
            <a:r>
              <a:rPr lang="en-IN" dirty="0"/>
              <a:t>Balance Factor</a:t>
            </a:r>
          </a:p>
          <a:p>
            <a:pPr lvl="1"/>
            <a:r>
              <a:rPr lang="en-IN" dirty="0"/>
              <a:t>Height difference between the left and right subtrees is called the Balance Factor (BF).</a:t>
            </a:r>
          </a:p>
          <a:p>
            <a:pPr lvl="1"/>
            <a:r>
              <a:rPr lang="en-IN" dirty="0"/>
              <a:t>It is calculated per node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167A24B-6592-D798-B3C0-0B886A975862}"/>
              </a:ext>
            </a:extLst>
          </p:cNvPr>
          <p:cNvSpPr/>
          <p:nvPr/>
        </p:nvSpPr>
        <p:spPr>
          <a:xfrm>
            <a:off x="9509318" y="2305436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20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FC5E7A3-49DA-1D3E-2F81-000DE288FAD6}"/>
              </a:ext>
            </a:extLst>
          </p:cNvPr>
          <p:cNvSpPr/>
          <p:nvPr/>
        </p:nvSpPr>
        <p:spPr>
          <a:xfrm>
            <a:off x="8831986" y="3020244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D8FB4ED-C2AE-50F5-C68A-05D46DB17E53}"/>
              </a:ext>
            </a:extLst>
          </p:cNvPr>
          <p:cNvSpPr/>
          <p:nvPr/>
        </p:nvSpPr>
        <p:spPr>
          <a:xfrm>
            <a:off x="10228985" y="3020244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27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C80AAC5-1F87-BF1E-FAC9-7C02AF7E3F54}"/>
              </a:ext>
            </a:extLst>
          </p:cNvPr>
          <p:cNvSpPr/>
          <p:nvPr/>
        </p:nvSpPr>
        <p:spPr>
          <a:xfrm>
            <a:off x="9183983" y="3745727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347E551-FC06-B1D8-2219-DFC2AEA30F9E}"/>
              </a:ext>
            </a:extLst>
          </p:cNvPr>
          <p:cNvSpPr/>
          <p:nvPr/>
        </p:nvSpPr>
        <p:spPr>
          <a:xfrm>
            <a:off x="9907258" y="3729208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19AC1E9-9244-C145-06DE-BB64D79E0F42}"/>
              </a:ext>
            </a:extLst>
          </p:cNvPr>
          <p:cNvSpPr/>
          <p:nvPr/>
        </p:nvSpPr>
        <p:spPr>
          <a:xfrm>
            <a:off x="10626919" y="3745728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43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4817FC8-9AB1-9C15-5215-35C6C4E0C490}"/>
              </a:ext>
            </a:extLst>
          </p:cNvPr>
          <p:cNvSpPr/>
          <p:nvPr/>
        </p:nvSpPr>
        <p:spPr>
          <a:xfrm>
            <a:off x="10228985" y="4438176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3FDFCE7-7D19-4E36-4044-9DC1B33BF6B3}"/>
              </a:ext>
            </a:extLst>
          </p:cNvPr>
          <p:cNvSpPr/>
          <p:nvPr/>
        </p:nvSpPr>
        <p:spPr>
          <a:xfrm>
            <a:off x="10999731" y="4438176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45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08C19AF-504F-7FDE-394B-1E9EB4111407}"/>
              </a:ext>
            </a:extLst>
          </p:cNvPr>
          <p:cNvSpPr/>
          <p:nvPr/>
        </p:nvSpPr>
        <p:spPr>
          <a:xfrm>
            <a:off x="10626924" y="5166310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35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BBA1026-071B-302E-0227-00F35DA1C616}"/>
              </a:ext>
            </a:extLst>
          </p:cNvPr>
          <p:cNvCxnSpPr>
            <a:stCxn id="5" idx="3"/>
            <a:endCxn id="6" idx="0"/>
          </p:cNvCxnSpPr>
          <p:nvPr/>
        </p:nvCxnSpPr>
        <p:spPr>
          <a:xfrm flipH="1">
            <a:off x="9011588" y="2612035"/>
            <a:ext cx="550334" cy="40820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263C434-E902-D405-9B21-2E4DF201172A}"/>
              </a:ext>
            </a:extLst>
          </p:cNvPr>
          <p:cNvCxnSpPr>
            <a:stCxn id="5" idx="5"/>
            <a:endCxn id="7" idx="0"/>
          </p:cNvCxnSpPr>
          <p:nvPr/>
        </p:nvCxnSpPr>
        <p:spPr>
          <a:xfrm>
            <a:off x="9815917" y="2612035"/>
            <a:ext cx="592670" cy="40820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B8538B4-2E41-7A1D-7595-1E2D3C183156}"/>
              </a:ext>
            </a:extLst>
          </p:cNvPr>
          <p:cNvCxnSpPr>
            <a:cxnSpLocks/>
            <a:stCxn id="6" idx="5"/>
            <a:endCxn id="8" idx="0"/>
          </p:cNvCxnSpPr>
          <p:nvPr/>
        </p:nvCxnSpPr>
        <p:spPr>
          <a:xfrm>
            <a:off x="9138585" y="3326843"/>
            <a:ext cx="225000" cy="41888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094A7E6-ABF5-0860-D48D-49BD0B405EC0}"/>
              </a:ext>
            </a:extLst>
          </p:cNvPr>
          <p:cNvCxnSpPr>
            <a:cxnSpLocks/>
            <a:stCxn id="7" idx="3"/>
            <a:endCxn id="9" idx="0"/>
          </p:cNvCxnSpPr>
          <p:nvPr/>
        </p:nvCxnSpPr>
        <p:spPr>
          <a:xfrm flipH="1">
            <a:off x="10086860" y="3326843"/>
            <a:ext cx="194729" cy="40236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6C38524-2584-FDEB-34B3-60884C5AE95A}"/>
              </a:ext>
            </a:extLst>
          </p:cNvPr>
          <p:cNvCxnSpPr>
            <a:cxnSpLocks/>
            <a:stCxn id="7" idx="5"/>
            <a:endCxn id="10" idx="0"/>
          </p:cNvCxnSpPr>
          <p:nvPr/>
        </p:nvCxnSpPr>
        <p:spPr>
          <a:xfrm>
            <a:off x="10535584" y="3326843"/>
            <a:ext cx="270937" cy="41888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286BA99-9B31-7090-2909-6B610DE2A839}"/>
              </a:ext>
            </a:extLst>
          </p:cNvPr>
          <p:cNvCxnSpPr>
            <a:cxnSpLocks/>
            <a:stCxn id="10" idx="3"/>
            <a:endCxn id="11" idx="0"/>
          </p:cNvCxnSpPr>
          <p:nvPr/>
        </p:nvCxnSpPr>
        <p:spPr>
          <a:xfrm flipH="1">
            <a:off x="10408587" y="4052327"/>
            <a:ext cx="270936" cy="38584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081CF8B-0213-3C58-D1A5-15FD7EB7364A}"/>
              </a:ext>
            </a:extLst>
          </p:cNvPr>
          <p:cNvCxnSpPr>
            <a:cxnSpLocks/>
            <a:stCxn id="10" idx="5"/>
            <a:endCxn id="12" idx="0"/>
          </p:cNvCxnSpPr>
          <p:nvPr/>
        </p:nvCxnSpPr>
        <p:spPr>
          <a:xfrm>
            <a:off x="10933518" y="4052327"/>
            <a:ext cx="245815" cy="38584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FB4F538-D77A-3958-0A5C-58920D5330E3}"/>
              </a:ext>
            </a:extLst>
          </p:cNvPr>
          <p:cNvCxnSpPr>
            <a:stCxn id="11" idx="5"/>
            <a:endCxn id="13" idx="0"/>
          </p:cNvCxnSpPr>
          <p:nvPr/>
        </p:nvCxnSpPr>
        <p:spPr>
          <a:xfrm>
            <a:off x="10535584" y="4744775"/>
            <a:ext cx="270942" cy="4215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16ACD68-9650-CFA1-55A5-A89207CBA5CA}"/>
                  </a:ext>
                </a:extLst>
              </p:cNvPr>
              <p:cNvSpPr txBox="1"/>
              <p:nvPr/>
            </p:nvSpPr>
            <p:spPr>
              <a:xfrm>
                <a:off x="1921934" y="6038463"/>
                <a:ext cx="408496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𝐵𝑎𝑙𝑎𝑛𝑐𝑒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𝐹𝑎𝑐𝑡𝑜𝑟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𝐻𝑒𝑔h𝑡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𝑙𝑠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− 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𝐻𝑒𝑖𝑔h𝑡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𝑟𝑠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16ACD68-9650-CFA1-55A5-A89207CBA5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1934" y="6038463"/>
                <a:ext cx="4084964" cy="276999"/>
              </a:xfrm>
              <a:prstGeom prst="rect">
                <a:avLst/>
              </a:prstGeom>
              <a:blipFill>
                <a:blip r:embed="rId2"/>
                <a:stretch>
                  <a:fillRect l="-746" t="-8889" b="-311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4181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4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E9B4A-6744-DEBA-BE6A-94390232C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AVL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A915CF-996B-46A6-B462-002BDE510D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98733" cy="4351338"/>
          </a:xfrm>
        </p:spPr>
        <p:txBody>
          <a:bodyPr/>
          <a:lstStyle/>
          <a:p>
            <a:r>
              <a:rPr lang="en-IN" dirty="0"/>
              <a:t>Healthy AVL tree</a:t>
            </a:r>
          </a:p>
          <a:p>
            <a:pPr lvl="1"/>
            <a:r>
              <a:rPr lang="en-IN" dirty="0"/>
              <a:t>Balance Factor of Every single node is strictly </a:t>
            </a:r>
            <a:r>
              <a:rPr lang="en-IN" dirty="0">
                <a:highlight>
                  <a:srgbClr val="FFFF00"/>
                </a:highlight>
              </a:rPr>
              <a:t>-1, 0, or 1</a:t>
            </a:r>
          </a:p>
          <a:p>
            <a:r>
              <a:rPr lang="en-IN" dirty="0"/>
              <a:t>C structure</a:t>
            </a:r>
          </a:p>
          <a:p>
            <a:pPr marL="457200" lvl="1" indent="0">
              <a:buNone/>
            </a:pPr>
            <a:endParaRPr lang="en-IN" dirty="0">
              <a:highlight>
                <a:srgbClr val="FFFF00"/>
              </a:highlight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BA6746E-1C1A-6CA0-788B-CFDA7B5686BB}"/>
              </a:ext>
            </a:extLst>
          </p:cNvPr>
          <p:cNvSpPr/>
          <p:nvPr/>
        </p:nvSpPr>
        <p:spPr>
          <a:xfrm>
            <a:off x="9509318" y="2305436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20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9B88E99-7C88-C439-4EB5-EA7271C0FC00}"/>
              </a:ext>
            </a:extLst>
          </p:cNvPr>
          <p:cNvSpPr/>
          <p:nvPr/>
        </p:nvSpPr>
        <p:spPr>
          <a:xfrm>
            <a:off x="8831986" y="3020244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88B6E90-5B51-40DE-5239-3846CDCBECB1}"/>
              </a:ext>
            </a:extLst>
          </p:cNvPr>
          <p:cNvSpPr/>
          <p:nvPr/>
        </p:nvSpPr>
        <p:spPr>
          <a:xfrm>
            <a:off x="10228985" y="3020244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27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3D28817-ADC6-029D-34E9-676DE795EB76}"/>
              </a:ext>
            </a:extLst>
          </p:cNvPr>
          <p:cNvSpPr/>
          <p:nvPr/>
        </p:nvSpPr>
        <p:spPr>
          <a:xfrm>
            <a:off x="9183983" y="3745727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5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7951781-DCBE-0B56-D34C-F5FB57400E9D}"/>
              </a:ext>
            </a:extLst>
          </p:cNvPr>
          <p:cNvSpPr/>
          <p:nvPr/>
        </p:nvSpPr>
        <p:spPr>
          <a:xfrm>
            <a:off x="9907258" y="3729208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21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94D6568-3B27-B9FF-3520-D741174E4186}"/>
              </a:ext>
            </a:extLst>
          </p:cNvPr>
          <p:cNvSpPr/>
          <p:nvPr/>
        </p:nvSpPr>
        <p:spPr>
          <a:xfrm>
            <a:off x="10626919" y="3745728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43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D36BCCE-7F91-EBBC-A8FE-1F3A301103BB}"/>
              </a:ext>
            </a:extLst>
          </p:cNvPr>
          <p:cNvSpPr/>
          <p:nvPr/>
        </p:nvSpPr>
        <p:spPr>
          <a:xfrm>
            <a:off x="10228985" y="4438176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28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B615565-E772-F527-7B4E-E453F32961BB}"/>
              </a:ext>
            </a:extLst>
          </p:cNvPr>
          <p:cNvSpPr/>
          <p:nvPr/>
        </p:nvSpPr>
        <p:spPr>
          <a:xfrm>
            <a:off x="10999731" y="4438176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45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B43715C-6A44-2A60-60BD-1B7395370342}"/>
              </a:ext>
            </a:extLst>
          </p:cNvPr>
          <p:cNvSpPr/>
          <p:nvPr/>
        </p:nvSpPr>
        <p:spPr>
          <a:xfrm>
            <a:off x="10626924" y="5166310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35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F3DD3D0-5C02-C543-8154-D44CC5F79246}"/>
              </a:ext>
            </a:extLst>
          </p:cNvPr>
          <p:cNvCxnSpPr>
            <a:stCxn id="4" idx="3"/>
            <a:endCxn id="5" idx="0"/>
          </p:cNvCxnSpPr>
          <p:nvPr/>
        </p:nvCxnSpPr>
        <p:spPr>
          <a:xfrm flipH="1">
            <a:off x="9011588" y="2612035"/>
            <a:ext cx="550334" cy="40820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9B55499-8270-D56A-5C2B-F2FA5670BDF7}"/>
              </a:ext>
            </a:extLst>
          </p:cNvPr>
          <p:cNvCxnSpPr>
            <a:stCxn id="4" idx="5"/>
            <a:endCxn id="6" idx="0"/>
          </p:cNvCxnSpPr>
          <p:nvPr/>
        </p:nvCxnSpPr>
        <p:spPr>
          <a:xfrm>
            <a:off x="9815917" y="2612035"/>
            <a:ext cx="592670" cy="40820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7FE9FF4-A88C-63A5-342D-1587189D7AA5}"/>
              </a:ext>
            </a:extLst>
          </p:cNvPr>
          <p:cNvCxnSpPr>
            <a:cxnSpLocks/>
            <a:stCxn id="5" idx="5"/>
            <a:endCxn id="7" idx="0"/>
          </p:cNvCxnSpPr>
          <p:nvPr/>
        </p:nvCxnSpPr>
        <p:spPr>
          <a:xfrm>
            <a:off x="9138585" y="3326843"/>
            <a:ext cx="225000" cy="41888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2552675-CDE7-8718-273D-1C707D8963CE}"/>
              </a:ext>
            </a:extLst>
          </p:cNvPr>
          <p:cNvCxnSpPr>
            <a:cxnSpLocks/>
            <a:stCxn id="6" idx="3"/>
            <a:endCxn id="8" idx="0"/>
          </p:cNvCxnSpPr>
          <p:nvPr/>
        </p:nvCxnSpPr>
        <p:spPr>
          <a:xfrm flipH="1">
            <a:off x="10086860" y="3326843"/>
            <a:ext cx="194729" cy="40236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28CF9B7-9176-A9F8-EBA3-36833D7FC89C}"/>
              </a:ext>
            </a:extLst>
          </p:cNvPr>
          <p:cNvCxnSpPr>
            <a:cxnSpLocks/>
            <a:stCxn id="6" idx="5"/>
            <a:endCxn id="9" idx="0"/>
          </p:cNvCxnSpPr>
          <p:nvPr/>
        </p:nvCxnSpPr>
        <p:spPr>
          <a:xfrm>
            <a:off x="10535584" y="3326843"/>
            <a:ext cx="270937" cy="41888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012AEB7-05A8-4FF2-E6FD-AD277A58453E}"/>
              </a:ext>
            </a:extLst>
          </p:cNvPr>
          <p:cNvCxnSpPr>
            <a:cxnSpLocks/>
            <a:stCxn id="9" idx="3"/>
            <a:endCxn id="10" idx="0"/>
          </p:cNvCxnSpPr>
          <p:nvPr/>
        </p:nvCxnSpPr>
        <p:spPr>
          <a:xfrm flipH="1">
            <a:off x="10408587" y="4052327"/>
            <a:ext cx="270936" cy="38584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EE2DE46-6987-B090-7EB3-6CD5634EEA39}"/>
              </a:ext>
            </a:extLst>
          </p:cNvPr>
          <p:cNvCxnSpPr>
            <a:cxnSpLocks/>
            <a:stCxn id="9" idx="5"/>
            <a:endCxn id="11" idx="0"/>
          </p:cNvCxnSpPr>
          <p:nvPr/>
        </p:nvCxnSpPr>
        <p:spPr>
          <a:xfrm>
            <a:off x="10933518" y="4052327"/>
            <a:ext cx="245815" cy="38584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B55EE90-EF3A-EAB3-5AC5-3CCA3DBA08B7}"/>
              </a:ext>
            </a:extLst>
          </p:cNvPr>
          <p:cNvCxnSpPr>
            <a:stCxn id="10" idx="5"/>
            <a:endCxn id="12" idx="0"/>
          </p:cNvCxnSpPr>
          <p:nvPr/>
        </p:nvCxnSpPr>
        <p:spPr>
          <a:xfrm>
            <a:off x="10535584" y="4744775"/>
            <a:ext cx="270942" cy="4215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5E06D81-9F7D-0550-AB3F-38B2600B3AF9}"/>
              </a:ext>
            </a:extLst>
          </p:cNvPr>
          <p:cNvSpPr txBox="1"/>
          <p:nvPr/>
        </p:nvSpPr>
        <p:spPr>
          <a:xfrm>
            <a:off x="8878283" y="3529825"/>
            <a:ext cx="312906" cy="369332"/>
          </a:xfrm>
          <a:custGeom>
            <a:avLst/>
            <a:gdLst>
              <a:gd name="csX0" fmla="*/ 0 w 312906"/>
              <a:gd name="csY0" fmla="*/ 0 h 369332"/>
              <a:gd name="csX1" fmla="*/ 312906 w 312906"/>
              <a:gd name="csY1" fmla="*/ 0 h 369332"/>
              <a:gd name="csX2" fmla="*/ 312906 w 312906"/>
              <a:gd name="csY2" fmla="*/ 369332 h 369332"/>
              <a:gd name="csX3" fmla="*/ 0 w 312906"/>
              <a:gd name="csY3" fmla="*/ 369332 h 369332"/>
              <a:gd name="csX4" fmla="*/ 0 w 312906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2906" h="369332" extrusionOk="0">
                <a:moveTo>
                  <a:pt x="0" y="0"/>
                </a:moveTo>
                <a:cubicBezTo>
                  <a:pt x="80898" y="-3640"/>
                  <a:pt x="226557" y="5067"/>
                  <a:pt x="312906" y="0"/>
                </a:cubicBezTo>
                <a:cubicBezTo>
                  <a:pt x="351255" y="79044"/>
                  <a:pt x="287529" y="212660"/>
                  <a:pt x="312906" y="369332"/>
                </a:cubicBezTo>
                <a:cubicBezTo>
                  <a:pt x="165362" y="380260"/>
                  <a:pt x="151671" y="336666"/>
                  <a:pt x="0" y="369332"/>
                </a:cubicBezTo>
                <a:cubicBezTo>
                  <a:pt x="-3946" y="290986"/>
                  <a:pt x="27881" y="13947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63331945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1DB80AC-3458-016E-801A-A0C3ABE3BFBA}"/>
              </a:ext>
            </a:extLst>
          </p:cNvPr>
          <p:cNvSpPr txBox="1"/>
          <p:nvPr/>
        </p:nvSpPr>
        <p:spPr>
          <a:xfrm>
            <a:off x="8526895" y="2742081"/>
            <a:ext cx="356188" cy="369332"/>
          </a:xfrm>
          <a:custGeom>
            <a:avLst/>
            <a:gdLst>
              <a:gd name="csX0" fmla="*/ 0 w 356188"/>
              <a:gd name="csY0" fmla="*/ 0 h 369332"/>
              <a:gd name="csX1" fmla="*/ 356188 w 356188"/>
              <a:gd name="csY1" fmla="*/ 0 h 369332"/>
              <a:gd name="csX2" fmla="*/ 356188 w 356188"/>
              <a:gd name="csY2" fmla="*/ 369332 h 369332"/>
              <a:gd name="csX3" fmla="*/ 0 w 356188"/>
              <a:gd name="csY3" fmla="*/ 369332 h 369332"/>
              <a:gd name="csX4" fmla="*/ 0 w 356188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6188" h="369332" extrusionOk="0">
                <a:moveTo>
                  <a:pt x="0" y="0"/>
                </a:moveTo>
                <a:cubicBezTo>
                  <a:pt x="92043" y="-5519"/>
                  <a:pt x="252498" y="13100"/>
                  <a:pt x="356188" y="0"/>
                </a:cubicBezTo>
                <a:cubicBezTo>
                  <a:pt x="373515" y="114205"/>
                  <a:pt x="344696" y="211136"/>
                  <a:pt x="356188" y="369332"/>
                </a:cubicBezTo>
                <a:cubicBezTo>
                  <a:pt x="275784" y="378725"/>
                  <a:pt x="102197" y="357612"/>
                  <a:pt x="0" y="369332"/>
                </a:cubicBezTo>
                <a:cubicBezTo>
                  <a:pt x="-7245" y="230613"/>
                  <a:pt x="33019" y="171704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96640899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-1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8D807B2-17A2-4DF8-DD1B-18FBDCD0D25D}"/>
              </a:ext>
            </a:extLst>
          </p:cNvPr>
          <p:cNvSpPr txBox="1"/>
          <p:nvPr/>
        </p:nvSpPr>
        <p:spPr>
          <a:xfrm>
            <a:off x="10347580" y="4962478"/>
            <a:ext cx="312906" cy="369332"/>
          </a:xfrm>
          <a:custGeom>
            <a:avLst/>
            <a:gdLst>
              <a:gd name="csX0" fmla="*/ 0 w 312906"/>
              <a:gd name="csY0" fmla="*/ 0 h 369332"/>
              <a:gd name="csX1" fmla="*/ 312906 w 312906"/>
              <a:gd name="csY1" fmla="*/ 0 h 369332"/>
              <a:gd name="csX2" fmla="*/ 312906 w 312906"/>
              <a:gd name="csY2" fmla="*/ 369332 h 369332"/>
              <a:gd name="csX3" fmla="*/ 0 w 312906"/>
              <a:gd name="csY3" fmla="*/ 369332 h 369332"/>
              <a:gd name="csX4" fmla="*/ 0 w 312906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2906" h="369332" extrusionOk="0">
                <a:moveTo>
                  <a:pt x="0" y="0"/>
                </a:moveTo>
                <a:cubicBezTo>
                  <a:pt x="80898" y="-3640"/>
                  <a:pt x="226557" y="5067"/>
                  <a:pt x="312906" y="0"/>
                </a:cubicBezTo>
                <a:cubicBezTo>
                  <a:pt x="351255" y="79044"/>
                  <a:pt x="287529" y="212660"/>
                  <a:pt x="312906" y="369332"/>
                </a:cubicBezTo>
                <a:cubicBezTo>
                  <a:pt x="165362" y="380260"/>
                  <a:pt x="151671" y="336666"/>
                  <a:pt x="0" y="369332"/>
                </a:cubicBezTo>
                <a:cubicBezTo>
                  <a:pt x="-3946" y="290986"/>
                  <a:pt x="27881" y="13947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63331945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DEF21BF-A79E-6665-D3DD-3D7F3D9242C0}"/>
              </a:ext>
            </a:extLst>
          </p:cNvPr>
          <p:cNvSpPr txBox="1"/>
          <p:nvPr/>
        </p:nvSpPr>
        <p:spPr>
          <a:xfrm>
            <a:off x="9874953" y="4229192"/>
            <a:ext cx="356188" cy="369332"/>
          </a:xfrm>
          <a:custGeom>
            <a:avLst/>
            <a:gdLst>
              <a:gd name="csX0" fmla="*/ 0 w 356188"/>
              <a:gd name="csY0" fmla="*/ 0 h 369332"/>
              <a:gd name="csX1" fmla="*/ 356188 w 356188"/>
              <a:gd name="csY1" fmla="*/ 0 h 369332"/>
              <a:gd name="csX2" fmla="*/ 356188 w 356188"/>
              <a:gd name="csY2" fmla="*/ 369332 h 369332"/>
              <a:gd name="csX3" fmla="*/ 0 w 356188"/>
              <a:gd name="csY3" fmla="*/ 369332 h 369332"/>
              <a:gd name="csX4" fmla="*/ 0 w 356188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6188" h="369332" extrusionOk="0">
                <a:moveTo>
                  <a:pt x="0" y="0"/>
                </a:moveTo>
                <a:cubicBezTo>
                  <a:pt x="92043" y="-5519"/>
                  <a:pt x="252498" y="13100"/>
                  <a:pt x="356188" y="0"/>
                </a:cubicBezTo>
                <a:cubicBezTo>
                  <a:pt x="373515" y="114205"/>
                  <a:pt x="344696" y="211136"/>
                  <a:pt x="356188" y="369332"/>
                </a:cubicBezTo>
                <a:cubicBezTo>
                  <a:pt x="275784" y="378725"/>
                  <a:pt x="102197" y="357612"/>
                  <a:pt x="0" y="369332"/>
                </a:cubicBezTo>
                <a:cubicBezTo>
                  <a:pt x="-7245" y="230613"/>
                  <a:pt x="33019" y="171704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96640899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-1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8AB3FE3-9844-8ADD-8EE0-B5BED07A5030}"/>
              </a:ext>
            </a:extLst>
          </p:cNvPr>
          <p:cNvSpPr txBox="1"/>
          <p:nvPr/>
        </p:nvSpPr>
        <p:spPr>
          <a:xfrm>
            <a:off x="10889463" y="3429000"/>
            <a:ext cx="261610" cy="369332"/>
          </a:xfrm>
          <a:custGeom>
            <a:avLst/>
            <a:gdLst>
              <a:gd name="csX0" fmla="*/ 0 w 261610"/>
              <a:gd name="csY0" fmla="*/ 0 h 369332"/>
              <a:gd name="csX1" fmla="*/ 261610 w 261610"/>
              <a:gd name="csY1" fmla="*/ 0 h 369332"/>
              <a:gd name="csX2" fmla="*/ 261610 w 261610"/>
              <a:gd name="csY2" fmla="*/ 369332 h 369332"/>
              <a:gd name="csX3" fmla="*/ 0 w 261610"/>
              <a:gd name="csY3" fmla="*/ 369332 h 369332"/>
              <a:gd name="csX4" fmla="*/ 0 w 261610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61610" h="369332" extrusionOk="0">
                <a:moveTo>
                  <a:pt x="0" y="0"/>
                </a:moveTo>
                <a:cubicBezTo>
                  <a:pt x="65077" y="-10839"/>
                  <a:pt x="135258" y="30206"/>
                  <a:pt x="261610" y="0"/>
                </a:cubicBezTo>
                <a:cubicBezTo>
                  <a:pt x="278937" y="114205"/>
                  <a:pt x="250118" y="211136"/>
                  <a:pt x="261610" y="369332"/>
                </a:cubicBezTo>
                <a:cubicBezTo>
                  <a:pt x="207120" y="376895"/>
                  <a:pt x="126675" y="366294"/>
                  <a:pt x="0" y="369332"/>
                </a:cubicBezTo>
                <a:cubicBezTo>
                  <a:pt x="-7245" y="230613"/>
                  <a:pt x="33019" y="171704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96640899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D52A728-6981-2481-7B4C-87DC58320C53}"/>
              </a:ext>
            </a:extLst>
          </p:cNvPr>
          <p:cNvSpPr txBox="1"/>
          <p:nvPr/>
        </p:nvSpPr>
        <p:spPr>
          <a:xfrm>
            <a:off x="11268694" y="4111773"/>
            <a:ext cx="312906" cy="369332"/>
          </a:xfrm>
          <a:custGeom>
            <a:avLst/>
            <a:gdLst>
              <a:gd name="csX0" fmla="*/ 0 w 312906"/>
              <a:gd name="csY0" fmla="*/ 0 h 369332"/>
              <a:gd name="csX1" fmla="*/ 312906 w 312906"/>
              <a:gd name="csY1" fmla="*/ 0 h 369332"/>
              <a:gd name="csX2" fmla="*/ 312906 w 312906"/>
              <a:gd name="csY2" fmla="*/ 369332 h 369332"/>
              <a:gd name="csX3" fmla="*/ 0 w 312906"/>
              <a:gd name="csY3" fmla="*/ 369332 h 369332"/>
              <a:gd name="csX4" fmla="*/ 0 w 312906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2906" h="369332" extrusionOk="0">
                <a:moveTo>
                  <a:pt x="0" y="0"/>
                </a:moveTo>
                <a:cubicBezTo>
                  <a:pt x="80898" y="-3640"/>
                  <a:pt x="226557" y="5067"/>
                  <a:pt x="312906" y="0"/>
                </a:cubicBezTo>
                <a:cubicBezTo>
                  <a:pt x="351255" y="79044"/>
                  <a:pt x="287529" y="212660"/>
                  <a:pt x="312906" y="369332"/>
                </a:cubicBezTo>
                <a:cubicBezTo>
                  <a:pt x="165362" y="380260"/>
                  <a:pt x="151671" y="336666"/>
                  <a:pt x="0" y="369332"/>
                </a:cubicBezTo>
                <a:cubicBezTo>
                  <a:pt x="-3946" y="290986"/>
                  <a:pt x="27881" y="13947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63331945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2348109-48FF-2862-0C3D-F19DC0EB823B}"/>
              </a:ext>
            </a:extLst>
          </p:cNvPr>
          <p:cNvSpPr txBox="1"/>
          <p:nvPr/>
        </p:nvSpPr>
        <p:spPr>
          <a:xfrm>
            <a:off x="10504033" y="2713645"/>
            <a:ext cx="386644" cy="369332"/>
          </a:xfrm>
          <a:custGeom>
            <a:avLst/>
            <a:gdLst>
              <a:gd name="csX0" fmla="*/ 0 w 386644"/>
              <a:gd name="csY0" fmla="*/ 0 h 369332"/>
              <a:gd name="csX1" fmla="*/ 386644 w 386644"/>
              <a:gd name="csY1" fmla="*/ 0 h 369332"/>
              <a:gd name="csX2" fmla="*/ 386644 w 386644"/>
              <a:gd name="csY2" fmla="*/ 369332 h 369332"/>
              <a:gd name="csX3" fmla="*/ 0 w 386644"/>
              <a:gd name="csY3" fmla="*/ 369332 h 369332"/>
              <a:gd name="csX4" fmla="*/ 0 w 386644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86644" h="369332" extrusionOk="0">
                <a:moveTo>
                  <a:pt x="0" y="0"/>
                </a:moveTo>
                <a:cubicBezTo>
                  <a:pt x="183916" y="-28560"/>
                  <a:pt x="300336" y="7269"/>
                  <a:pt x="386644" y="0"/>
                </a:cubicBezTo>
                <a:cubicBezTo>
                  <a:pt x="403971" y="114205"/>
                  <a:pt x="375152" y="211136"/>
                  <a:pt x="386644" y="369332"/>
                </a:cubicBezTo>
                <a:cubicBezTo>
                  <a:pt x="228432" y="389884"/>
                  <a:pt x="152364" y="338981"/>
                  <a:pt x="0" y="369332"/>
                </a:cubicBezTo>
                <a:cubicBezTo>
                  <a:pt x="-7245" y="230613"/>
                  <a:pt x="33019" y="171704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96640899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-2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B0104F8-7682-AB54-5C8B-E7C71E0BE580}"/>
              </a:ext>
            </a:extLst>
          </p:cNvPr>
          <p:cNvSpPr txBox="1"/>
          <p:nvPr/>
        </p:nvSpPr>
        <p:spPr>
          <a:xfrm>
            <a:off x="9688564" y="3384142"/>
            <a:ext cx="312906" cy="369332"/>
          </a:xfrm>
          <a:custGeom>
            <a:avLst/>
            <a:gdLst>
              <a:gd name="csX0" fmla="*/ 0 w 312906"/>
              <a:gd name="csY0" fmla="*/ 0 h 369332"/>
              <a:gd name="csX1" fmla="*/ 312906 w 312906"/>
              <a:gd name="csY1" fmla="*/ 0 h 369332"/>
              <a:gd name="csX2" fmla="*/ 312906 w 312906"/>
              <a:gd name="csY2" fmla="*/ 369332 h 369332"/>
              <a:gd name="csX3" fmla="*/ 0 w 312906"/>
              <a:gd name="csY3" fmla="*/ 369332 h 369332"/>
              <a:gd name="csX4" fmla="*/ 0 w 312906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2906" h="369332" extrusionOk="0">
                <a:moveTo>
                  <a:pt x="0" y="0"/>
                </a:moveTo>
                <a:cubicBezTo>
                  <a:pt x="80898" y="-3640"/>
                  <a:pt x="226557" y="5067"/>
                  <a:pt x="312906" y="0"/>
                </a:cubicBezTo>
                <a:cubicBezTo>
                  <a:pt x="351255" y="79044"/>
                  <a:pt x="287529" y="212660"/>
                  <a:pt x="312906" y="369332"/>
                </a:cubicBezTo>
                <a:cubicBezTo>
                  <a:pt x="165362" y="380260"/>
                  <a:pt x="151671" y="336666"/>
                  <a:pt x="0" y="369332"/>
                </a:cubicBezTo>
                <a:cubicBezTo>
                  <a:pt x="-3946" y="290986"/>
                  <a:pt x="27881" y="13947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63331945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63F4DCC-FEC9-384F-6C6F-D8BB5204F6ED}"/>
              </a:ext>
            </a:extLst>
          </p:cNvPr>
          <p:cNvSpPr txBox="1"/>
          <p:nvPr/>
        </p:nvSpPr>
        <p:spPr>
          <a:xfrm>
            <a:off x="9797580" y="1987647"/>
            <a:ext cx="386644" cy="369332"/>
          </a:xfrm>
          <a:custGeom>
            <a:avLst/>
            <a:gdLst>
              <a:gd name="csX0" fmla="*/ 0 w 386644"/>
              <a:gd name="csY0" fmla="*/ 0 h 369332"/>
              <a:gd name="csX1" fmla="*/ 386644 w 386644"/>
              <a:gd name="csY1" fmla="*/ 0 h 369332"/>
              <a:gd name="csX2" fmla="*/ 386644 w 386644"/>
              <a:gd name="csY2" fmla="*/ 369332 h 369332"/>
              <a:gd name="csX3" fmla="*/ 0 w 386644"/>
              <a:gd name="csY3" fmla="*/ 369332 h 369332"/>
              <a:gd name="csX4" fmla="*/ 0 w 386644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86644" h="369332" extrusionOk="0">
                <a:moveTo>
                  <a:pt x="0" y="0"/>
                </a:moveTo>
                <a:cubicBezTo>
                  <a:pt x="183916" y="-28560"/>
                  <a:pt x="300336" y="7269"/>
                  <a:pt x="386644" y="0"/>
                </a:cubicBezTo>
                <a:cubicBezTo>
                  <a:pt x="403971" y="114205"/>
                  <a:pt x="375152" y="211136"/>
                  <a:pt x="386644" y="369332"/>
                </a:cubicBezTo>
                <a:cubicBezTo>
                  <a:pt x="228432" y="389884"/>
                  <a:pt x="152364" y="338981"/>
                  <a:pt x="0" y="369332"/>
                </a:cubicBezTo>
                <a:cubicBezTo>
                  <a:pt x="-7245" y="230613"/>
                  <a:pt x="33019" y="171704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96640899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-2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3FCD3CF-7859-92D0-035C-7D7425D15594}"/>
              </a:ext>
            </a:extLst>
          </p:cNvPr>
          <p:cNvSpPr txBox="1"/>
          <p:nvPr/>
        </p:nvSpPr>
        <p:spPr>
          <a:xfrm>
            <a:off x="9836926" y="1951651"/>
            <a:ext cx="386644" cy="369332"/>
          </a:xfrm>
          <a:custGeom>
            <a:avLst/>
            <a:gdLst>
              <a:gd name="csX0" fmla="*/ 0 w 386644"/>
              <a:gd name="csY0" fmla="*/ 0 h 369332"/>
              <a:gd name="csX1" fmla="*/ 386644 w 386644"/>
              <a:gd name="csY1" fmla="*/ 0 h 369332"/>
              <a:gd name="csX2" fmla="*/ 386644 w 386644"/>
              <a:gd name="csY2" fmla="*/ 369332 h 369332"/>
              <a:gd name="csX3" fmla="*/ 0 w 386644"/>
              <a:gd name="csY3" fmla="*/ 369332 h 369332"/>
              <a:gd name="csX4" fmla="*/ 0 w 386644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86644" h="369332" fill="none" extrusionOk="0">
                <a:moveTo>
                  <a:pt x="0" y="0"/>
                </a:moveTo>
                <a:cubicBezTo>
                  <a:pt x="85393" y="-26117"/>
                  <a:pt x="206095" y="3714"/>
                  <a:pt x="386644" y="0"/>
                </a:cubicBezTo>
                <a:cubicBezTo>
                  <a:pt x="391344" y="108612"/>
                  <a:pt x="349228" y="212780"/>
                  <a:pt x="386644" y="369332"/>
                </a:cubicBezTo>
                <a:cubicBezTo>
                  <a:pt x="285530" y="371766"/>
                  <a:pt x="122248" y="365416"/>
                  <a:pt x="0" y="369332"/>
                </a:cubicBezTo>
                <a:cubicBezTo>
                  <a:pt x="-28476" y="212235"/>
                  <a:pt x="14642" y="125806"/>
                  <a:pt x="0" y="0"/>
                </a:cubicBezTo>
                <a:close/>
              </a:path>
              <a:path w="386644" h="369332" stroke="0" extrusionOk="0">
                <a:moveTo>
                  <a:pt x="0" y="0"/>
                </a:moveTo>
                <a:cubicBezTo>
                  <a:pt x="183916" y="-28560"/>
                  <a:pt x="300336" y="7269"/>
                  <a:pt x="386644" y="0"/>
                </a:cubicBezTo>
                <a:cubicBezTo>
                  <a:pt x="403971" y="114205"/>
                  <a:pt x="375152" y="211136"/>
                  <a:pt x="386644" y="369332"/>
                </a:cubicBezTo>
                <a:cubicBezTo>
                  <a:pt x="228432" y="389884"/>
                  <a:pt x="152364" y="338981"/>
                  <a:pt x="0" y="369332"/>
                </a:cubicBezTo>
                <a:cubicBezTo>
                  <a:pt x="-7245" y="230613"/>
                  <a:pt x="33019" y="171704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96640899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IN" dirty="0"/>
              <a:t>-2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D5694CE-8301-F11B-52FD-A9B324BF5034}"/>
              </a:ext>
            </a:extLst>
          </p:cNvPr>
          <p:cNvSpPr txBox="1"/>
          <p:nvPr/>
        </p:nvSpPr>
        <p:spPr>
          <a:xfrm>
            <a:off x="10546874" y="2675134"/>
            <a:ext cx="386644" cy="369332"/>
          </a:xfrm>
          <a:custGeom>
            <a:avLst/>
            <a:gdLst>
              <a:gd name="csX0" fmla="*/ 0 w 386644"/>
              <a:gd name="csY0" fmla="*/ 0 h 369332"/>
              <a:gd name="csX1" fmla="*/ 386644 w 386644"/>
              <a:gd name="csY1" fmla="*/ 0 h 369332"/>
              <a:gd name="csX2" fmla="*/ 386644 w 386644"/>
              <a:gd name="csY2" fmla="*/ 369332 h 369332"/>
              <a:gd name="csX3" fmla="*/ 0 w 386644"/>
              <a:gd name="csY3" fmla="*/ 369332 h 369332"/>
              <a:gd name="csX4" fmla="*/ 0 w 386644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86644" h="369332" fill="none" extrusionOk="0">
                <a:moveTo>
                  <a:pt x="0" y="0"/>
                </a:moveTo>
                <a:cubicBezTo>
                  <a:pt x="85393" y="-26117"/>
                  <a:pt x="206095" y="3714"/>
                  <a:pt x="386644" y="0"/>
                </a:cubicBezTo>
                <a:cubicBezTo>
                  <a:pt x="391344" y="108612"/>
                  <a:pt x="349228" y="212780"/>
                  <a:pt x="386644" y="369332"/>
                </a:cubicBezTo>
                <a:cubicBezTo>
                  <a:pt x="285530" y="371766"/>
                  <a:pt x="122248" y="365416"/>
                  <a:pt x="0" y="369332"/>
                </a:cubicBezTo>
                <a:cubicBezTo>
                  <a:pt x="-28476" y="212235"/>
                  <a:pt x="14642" y="125806"/>
                  <a:pt x="0" y="0"/>
                </a:cubicBezTo>
                <a:close/>
              </a:path>
              <a:path w="386644" h="369332" stroke="0" extrusionOk="0">
                <a:moveTo>
                  <a:pt x="0" y="0"/>
                </a:moveTo>
                <a:cubicBezTo>
                  <a:pt x="183916" y="-28560"/>
                  <a:pt x="300336" y="7269"/>
                  <a:pt x="386644" y="0"/>
                </a:cubicBezTo>
                <a:cubicBezTo>
                  <a:pt x="403971" y="114205"/>
                  <a:pt x="375152" y="211136"/>
                  <a:pt x="386644" y="369332"/>
                </a:cubicBezTo>
                <a:cubicBezTo>
                  <a:pt x="228432" y="389884"/>
                  <a:pt x="152364" y="338981"/>
                  <a:pt x="0" y="369332"/>
                </a:cubicBezTo>
                <a:cubicBezTo>
                  <a:pt x="-7245" y="230613"/>
                  <a:pt x="33019" y="171704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96640899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IN" dirty="0"/>
              <a:t>-2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5B94432-6ABF-7903-2B37-0825EBAD8AA0}"/>
              </a:ext>
            </a:extLst>
          </p:cNvPr>
          <p:cNvSpPr txBox="1"/>
          <p:nvPr/>
        </p:nvSpPr>
        <p:spPr>
          <a:xfrm>
            <a:off x="1209912" y="3714491"/>
            <a:ext cx="6282544" cy="203132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left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right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/* ◄ NEW: AVL trees need this to calculate Balance Factors instantly! */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73226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2" grpId="0" animBg="1"/>
      <p:bldP spid="3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0DA95-2C1A-2964-06CC-099543935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AVL tree rotations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89484-E8C8-7686-A8BA-1FC81AEC01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444579" cy="2358878"/>
          </a:xfrm>
        </p:spPr>
        <p:txBody>
          <a:bodyPr>
            <a:normAutofit/>
          </a:bodyPr>
          <a:lstStyle/>
          <a:p>
            <a:r>
              <a:rPr lang="en-IN" dirty="0"/>
              <a:t>Four type of rotations</a:t>
            </a:r>
          </a:p>
          <a:p>
            <a:pPr lvl="1"/>
            <a:r>
              <a:rPr lang="en-IN" dirty="0">
                <a:highlight>
                  <a:srgbClr val="FFFF00"/>
                </a:highlight>
              </a:rPr>
              <a:t>Left-Left</a:t>
            </a:r>
            <a:r>
              <a:rPr lang="en-IN" dirty="0"/>
              <a:t>: Left child’s left subtree of A</a:t>
            </a:r>
          </a:p>
          <a:p>
            <a:pPr lvl="1"/>
            <a:r>
              <a:rPr lang="en-IN" dirty="0">
                <a:highlight>
                  <a:srgbClr val="00FF00"/>
                </a:highlight>
              </a:rPr>
              <a:t>Right-Right</a:t>
            </a:r>
            <a:r>
              <a:rPr lang="en-IN" dirty="0"/>
              <a:t>: Right child’s right subtree of A</a:t>
            </a:r>
          </a:p>
          <a:p>
            <a:pPr lvl="1"/>
            <a:r>
              <a:rPr lang="en-IN" dirty="0">
                <a:highlight>
                  <a:srgbClr val="00FFFF"/>
                </a:highlight>
              </a:rPr>
              <a:t>Left-Right</a:t>
            </a:r>
            <a:r>
              <a:rPr lang="en-IN" dirty="0"/>
              <a:t>: Left child’s right subtree of A </a:t>
            </a:r>
          </a:p>
          <a:p>
            <a:pPr lvl="1"/>
            <a:r>
              <a:rPr lang="en-IN" dirty="0">
                <a:highlight>
                  <a:srgbClr val="FF00FF"/>
                </a:highlight>
              </a:rPr>
              <a:t>Right-Left</a:t>
            </a:r>
            <a:r>
              <a:rPr lang="en-IN" dirty="0"/>
              <a:t>: Right child’s left subtree of A</a:t>
            </a:r>
          </a:p>
          <a:p>
            <a:endParaRPr lang="en-IN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30F168D-A3B0-2C60-30B2-56CA8BCF8801}"/>
              </a:ext>
            </a:extLst>
          </p:cNvPr>
          <p:cNvSpPr/>
          <p:nvPr/>
        </p:nvSpPr>
        <p:spPr>
          <a:xfrm>
            <a:off x="9441585" y="964426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20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E591F9F-F67E-6820-DEC3-96C09045B2B8}"/>
              </a:ext>
            </a:extLst>
          </p:cNvPr>
          <p:cNvSpPr/>
          <p:nvPr/>
        </p:nvSpPr>
        <p:spPr>
          <a:xfrm>
            <a:off x="8764253" y="1679234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C74D122-0771-81D0-C2FC-6EE7D87C532A}"/>
              </a:ext>
            </a:extLst>
          </p:cNvPr>
          <p:cNvSpPr/>
          <p:nvPr/>
        </p:nvSpPr>
        <p:spPr>
          <a:xfrm>
            <a:off x="10161252" y="1679234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27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4A47548-23DC-5CFE-9C0B-737A9FC876C6}"/>
              </a:ext>
            </a:extLst>
          </p:cNvPr>
          <p:cNvSpPr/>
          <p:nvPr/>
        </p:nvSpPr>
        <p:spPr>
          <a:xfrm>
            <a:off x="9116250" y="2404717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5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A9BBB62D-1C3C-9D16-BD4A-A7213EF3CD0B}"/>
              </a:ext>
            </a:extLst>
          </p:cNvPr>
          <p:cNvSpPr/>
          <p:nvPr/>
        </p:nvSpPr>
        <p:spPr>
          <a:xfrm>
            <a:off x="9839525" y="2388198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21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8A7E47E1-DA78-3FF4-D11E-362D98EA0060}"/>
              </a:ext>
            </a:extLst>
          </p:cNvPr>
          <p:cNvSpPr/>
          <p:nvPr/>
        </p:nvSpPr>
        <p:spPr>
          <a:xfrm>
            <a:off x="10559186" y="2404718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43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099307FB-231C-1594-54EF-62F1EB3AA655}"/>
              </a:ext>
            </a:extLst>
          </p:cNvPr>
          <p:cNvSpPr/>
          <p:nvPr/>
        </p:nvSpPr>
        <p:spPr>
          <a:xfrm>
            <a:off x="10161252" y="3097166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28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97BCEFE3-6FD8-268F-9636-A5DF0ABFB49E}"/>
              </a:ext>
            </a:extLst>
          </p:cNvPr>
          <p:cNvSpPr/>
          <p:nvPr/>
        </p:nvSpPr>
        <p:spPr>
          <a:xfrm>
            <a:off x="10931998" y="3097166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45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547D9CB0-0264-5853-F882-839FCDCA0678}"/>
              </a:ext>
            </a:extLst>
          </p:cNvPr>
          <p:cNvSpPr/>
          <p:nvPr/>
        </p:nvSpPr>
        <p:spPr>
          <a:xfrm>
            <a:off x="10559191" y="3825300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35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E9E6F6E-66E6-5536-B628-99544340DA7F}"/>
              </a:ext>
            </a:extLst>
          </p:cNvPr>
          <p:cNvCxnSpPr>
            <a:stCxn id="21" idx="3"/>
            <a:endCxn id="22" idx="0"/>
          </p:cNvCxnSpPr>
          <p:nvPr/>
        </p:nvCxnSpPr>
        <p:spPr>
          <a:xfrm flipH="1">
            <a:off x="8943855" y="1271025"/>
            <a:ext cx="550334" cy="40820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FFDD5C2-4BAC-56D2-5C10-9F32E9044B61}"/>
              </a:ext>
            </a:extLst>
          </p:cNvPr>
          <p:cNvCxnSpPr>
            <a:stCxn id="21" idx="5"/>
            <a:endCxn id="23" idx="0"/>
          </p:cNvCxnSpPr>
          <p:nvPr/>
        </p:nvCxnSpPr>
        <p:spPr>
          <a:xfrm>
            <a:off x="9748184" y="1271025"/>
            <a:ext cx="592670" cy="40820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27A344E-F9DA-1660-3E6A-73893D0F8933}"/>
              </a:ext>
            </a:extLst>
          </p:cNvPr>
          <p:cNvCxnSpPr>
            <a:cxnSpLocks/>
            <a:stCxn id="22" idx="5"/>
            <a:endCxn id="24" idx="0"/>
          </p:cNvCxnSpPr>
          <p:nvPr/>
        </p:nvCxnSpPr>
        <p:spPr>
          <a:xfrm>
            <a:off x="9070852" y="1985833"/>
            <a:ext cx="225000" cy="41888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957A9C9-5D70-FFD2-F488-2AA15C990738}"/>
              </a:ext>
            </a:extLst>
          </p:cNvPr>
          <p:cNvCxnSpPr>
            <a:cxnSpLocks/>
            <a:stCxn id="23" idx="3"/>
            <a:endCxn id="25" idx="0"/>
          </p:cNvCxnSpPr>
          <p:nvPr/>
        </p:nvCxnSpPr>
        <p:spPr>
          <a:xfrm flipH="1">
            <a:off x="10019127" y="1985833"/>
            <a:ext cx="194729" cy="40236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367D073-1991-5D10-AF53-947FA947DB99}"/>
              </a:ext>
            </a:extLst>
          </p:cNvPr>
          <p:cNvCxnSpPr>
            <a:cxnSpLocks/>
            <a:stCxn id="23" idx="5"/>
            <a:endCxn id="26" idx="0"/>
          </p:cNvCxnSpPr>
          <p:nvPr/>
        </p:nvCxnSpPr>
        <p:spPr>
          <a:xfrm>
            <a:off x="10467851" y="1985833"/>
            <a:ext cx="270937" cy="41888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FDC586E-1D5B-811E-A429-280109B7D870}"/>
              </a:ext>
            </a:extLst>
          </p:cNvPr>
          <p:cNvCxnSpPr>
            <a:cxnSpLocks/>
            <a:stCxn id="26" idx="3"/>
            <a:endCxn id="27" idx="0"/>
          </p:cNvCxnSpPr>
          <p:nvPr/>
        </p:nvCxnSpPr>
        <p:spPr>
          <a:xfrm flipH="1">
            <a:off x="10340854" y="2711317"/>
            <a:ext cx="270936" cy="38584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3974708-35EA-9F6C-E1CE-852AB102F2C5}"/>
              </a:ext>
            </a:extLst>
          </p:cNvPr>
          <p:cNvCxnSpPr>
            <a:cxnSpLocks/>
            <a:stCxn id="26" idx="5"/>
            <a:endCxn id="28" idx="0"/>
          </p:cNvCxnSpPr>
          <p:nvPr/>
        </p:nvCxnSpPr>
        <p:spPr>
          <a:xfrm>
            <a:off x="10865785" y="2711317"/>
            <a:ext cx="245815" cy="38584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A6FA4ED-0494-B80D-C524-A80CBCBEFB71}"/>
              </a:ext>
            </a:extLst>
          </p:cNvPr>
          <p:cNvCxnSpPr>
            <a:stCxn id="27" idx="5"/>
            <a:endCxn id="29" idx="0"/>
          </p:cNvCxnSpPr>
          <p:nvPr/>
        </p:nvCxnSpPr>
        <p:spPr>
          <a:xfrm>
            <a:off x="10467851" y="3403765"/>
            <a:ext cx="270942" cy="4215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678252A6-668D-9428-24F5-D5A2AE5C774B}"/>
              </a:ext>
            </a:extLst>
          </p:cNvPr>
          <p:cNvSpPr txBox="1"/>
          <p:nvPr/>
        </p:nvSpPr>
        <p:spPr>
          <a:xfrm>
            <a:off x="8810550" y="2188815"/>
            <a:ext cx="312906" cy="369332"/>
          </a:xfrm>
          <a:custGeom>
            <a:avLst/>
            <a:gdLst>
              <a:gd name="csX0" fmla="*/ 0 w 312906"/>
              <a:gd name="csY0" fmla="*/ 0 h 369332"/>
              <a:gd name="csX1" fmla="*/ 312906 w 312906"/>
              <a:gd name="csY1" fmla="*/ 0 h 369332"/>
              <a:gd name="csX2" fmla="*/ 312906 w 312906"/>
              <a:gd name="csY2" fmla="*/ 369332 h 369332"/>
              <a:gd name="csX3" fmla="*/ 0 w 312906"/>
              <a:gd name="csY3" fmla="*/ 369332 h 369332"/>
              <a:gd name="csX4" fmla="*/ 0 w 312906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2906" h="369332" extrusionOk="0">
                <a:moveTo>
                  <a:pt x="0" y="0"/>
                </a:moveTo>
                <a:cubicBezTo>
                  <a:pt x="80898" y="-3640"/>
                  <a:pt x="226557" y="5067"/>
                  <a:pt x="312906" y="0"/>
                </a:cubicBezTo>
                <a:cubicBezTo>
                  <a:pt x="351255" y="79044"/>
                  <a:pt x="287529" y="212660"/>
                  <a:pt x="312906" y="369332"/>
                </a:cubicBezTo>
                <a:cubicBezTo>
                  <a:pt x="165362" y="380260"/>
                  <a:pt x="151671" y="336666"/>
                  <a:pt x="0" y="369332"/>
                </a:cubicBezTo>
                <a:cubicBezTo>
                  <a:pt x="-3946" y="290986"/>
                  <a:pt x="27881" y="13947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63331945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BC09CF6-0348-CE7D-A06A-F03748F23783}"/>
              </a:ext>
            </a:extLst>
          </p:cNvPr>
          <p:cNvSpPr txBox="1"/>
          <p:nvPr/>
        </p:nvSpPr>
        <p:spPr>
          <a:xfrm>
            <a:off x="8459162" y="1401071"/>
            <a:ext cx="356188" cy="369332"/>
          </a:xfrm>
          <a:custGeom>
            <a:avLst/>
            <a:gdLst>
              <a:gd name="csX0" fmla="*/ 0 w 356188"/>
              <a:gd name="csY0" fmla="*/ 0 h 369332"/>
              <a:gd name="csX1" fmla="*/ 356188 w 356188"/>
              <a:gd name="csY1" fmla="*/ 0 h 369332"/>
              <a:gd name="csX2" fmla="*/ 356188 w 356188"/>
              <a:gd name="csY2" fmla="*/ 369332 h 369332"/>
              <a:gd name="csX3" fmla="*/ 0 w 356188"/>
              <a:gd name="csY3" fmla="*/ 369332 h 369332"/>
              <a:gd name="csX4" fmla="*/ 0 w 356188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6188" h="369332" extrusionOk="0">
                <a:moveTo>
                  <a:pt x="0" y="0"/>
                </a:moveTo>
                <a:cubicBezTo>
                  <a:pt x="92043" y="-5519"/>
                  <a:pt x="252498" y="13100"/>
                  <a:pt x="356188" y="0"/>
                </a:cubicBezTo>
                <a:cubicBezTo>
                  <a:pt x="373515" y="114205"/>
                  <a:pt x="344696" y="211136"/>
                  <a:pt x="356188" y="369332"/>
                </a:cubicBezTo>
                <a:cubicBezTo>
                  <a:pt x="275784" y="378725"/>
                  <a:pt x="102197" y="357612"/>
                  <a:pt x="0" y="369332"/>
                </a:cubicBezTo>
                <a:cubicBezTo>
                  <a:pt x="-7245" y="230613"/>
                  <a:pt x="33019" y="171704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96640899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-1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222D88D-1EB4-3E8F-DFFC-65078D43AB53}"/>
              </a:ext>
            </a:extLst>
          </p:cNvPr>
          <p:cNvSpPr txBox="1"/>
          <p:nvPr/>
        </p:nvSpPr>
        <p:spPr>
          <a:xfrm>
            <a:off x="10279847" y="3621468"/>
            <a:ext cx="312906" cy="369332"/>
          </a:xfrm>
          <a:custGeom>
            <a:avLst/>
            <a:gdLst>
              <a:gd name="csX0" fmla="*/ 0 w 312906"/>
              <a:gd name="csY0" fmla="*/ 0 h 369332"/>
              <a:gd name="csX1" fmla="*/ 312906 w 312906"/>
              <a:gd name="csY1" fmla="*/ 0 h 369332"/>
              <a:gd name="csX2" fmla="*/ 312906 w 312906"/>
              <a:gd name="csY2" fmla="*/ 369332 h 369332"/>
              <a:gd name="csX3" fmla="*/ 0 w 312906"/>
              <a:gd name="csY3" fmla="*/ 369332 h 369332"/>
              <a:gd name="csX4" fmla="*/ 0 w 312906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2906" h="369332" fill="none" extrusionOk="0">
                <a:moveTo>
                  <a:pt x="0" y="0"/>
                </a:moveTo>
                <a:cubicBezTo>
                  <a:pt x="94572" y="-2379"/>
                  <a:pt x="247811" y="31159"/>
                  <a:pt x="312906" y="0"/>
                </a:cubicBezTo>
                <a:cubicBezTo>
                  <a:pt x="319202" y="134588"/>
                  <a:pt x="305520" y="236743"/>
                  <a:pt x="312906" y="369332"/>
                </a:cubicBezTo>
                <a:cubicBezTo>
                  <a:pt x="239268" y="388424"/>
                  <a:pt x="126022" y="343768"/>
                  <a:pt x="0" y="369332"/>
                </a:cubicBezTo>
                <a:cubicBezTo>
                  <a:pt x="-5296" y="260511"/>
                  <a:pt x="2920" y="115699"/>
                  <a:pt x="0" y="0"/>
                </a:cubicBezTo>
                <a:close/>
              </a:path>
              <a:path w="312906" h="369332" stroke="0" extrusionOk="0">
                <a:moveTo>
                  <a:pt x="0" y="0"/>
                </a:moveTo>
                <a:cubicBezTo>
                  <a:pt x="80898" y="-3640"/>
                  <a:pt x="226557" y="5067"/>
                  <a:pt x="312906" y="0"/>
                </a:cubicBezTo>
                <a:cubicBezTo>
                  <a:pt x="351255" y="79044"/>
                  <a:pt x="287529" y="212660"/>
                  <a:pt x="312906" y="369332"/>
                </a:cubicBezTo>
                <a:cubicBezTo>
                  <a:pt x="165362" y="380260"/>
                  <a:pt x="151671" y="336666"/>
                  <a:pt x="0" y="369332"/>
                </a:cubicBezTo>
                <a:cubicBezTo>
                  <a:pt x="-3946" y="290986"/>
                  <a:pt x="27881" y="139473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63331945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570CE8A-28DD-965F-F2F0-E86F8B401A44}"/>
              </a:ext>
            </a:extLst>
          </p:cNvPr>
          <p:cNvSpPr txBox="1"/>
          <p:nvPr/>
        </p:nvSpPr>
        <p:spPr>
          <a:xfrm>
            <a:off x="9858022" y="2888182"/>
            <a:ext cx="312906" cy="369332"/>
          </a:xfrm>
          <a:custGeom>
            <a:avLst/>
            <a:gdLst>
              <a:gd name="csX0" fmla="*/ 0 w 312906"/>
              <a:gd name="csY0" fmla="*/ 0 h 369332"/>
              <a:gd name="csX1" fmla="*/ 312906 w 312906"/>
              <a:gd name="csY1" fmla="*/ 0 h 369332"/>
              <a:gd name="csX2" fmla="*/ 312906 w 312906"/>
              <a:gd name="csY2" fmla="*/ 369332 h 369332"/>
              <a:gd name="csX3" fmla="*/ 0 w 312906"/>
              <a:gd name="csY3" fmla="*/ 369332 h 369332"/>
              <a:gd name="csX4" fmla="*/ 0 w 312906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2906" h="369332" extrusionOk="0">
                <a:moveTo>
                  <a:pt x="0" y="0"/>
                </a:moveTo>
                <a:cubicBezTo>
                  <a:pt x="146809" y="-32036"/>
                  <a:pt x="224785" y="20549"/>
                  <a:pt x="312906" y="0"/>
                </a:cubicBezTo>
                <a:cubicBezTo>
                  <a:pt x="330233" y="114205"/>
                  <a:pt x="301414" y="211136"/>
                  <a:pt x="312906" y="369332"/>
                </a:cubicBezTo>
                <a:cubicBezTo>
                  <a:pt x="199392" y="403660"/>
                  <a:pt x="74718" y="334777"/>
                  <a:pt x="0" y="369332"/>
                </a:cubicBezTo>
                <a:cubicBezTo>
                  <a:pt x="-7245" y="230613"/>
                  <a:pt x="33019" y="171704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96640899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6AE1EFD-95FD-1B87-D823-C238263E2DA3}"/>
              </a:ext>
            </a:extLst>
          </p:cNvPr>
          <p:cNvSpPr txBox="1"/>
          <p:nvPr/>
        </p:nvSpPr>
        <p:spPr>
          <a:xfrm>
            <a:off x="10821730" y="2087990"/>
            <a:ext cx="312906" cy="369332"/>
          </a:xfrm>
          <a:custGeom>
            <a:avLst/>
            <a:gdLst>
              <a:gd name="csX0" fmla="*/ 0 w 312906"/>
              <a:gd name="csY0" fmla="*/ 0 h 369332"/>
              <a:gd name="csX1" fmla="*/ 312906 w 312906"/>
              <a:gd name="csY1" fmla="*/ 0 h 369332"/>
              <a:gd name="csX2" fmla="*/ 312906 w 312906"/>
              <a:gd name="csY2" fmla="*/ 369332 h 369332"/>
              <a:gd name="csX3" fmla="*/ 0 w 312906"/>
              <a:gd name="csY3" fmla="*/ 369332 h 369332"/>
              <a:gd name="csX4" fmla="*/ 0 w 312906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2906" h="369332" extrusionOk="0">
                <a:moveTo>
                  <a:pt x="0" y="0"/>
                </a:moveTo>
                <a:cubicBezTo>
                  <a:pt x="146809" y="-32036"/>
                  <a:pt x="224785" y="20549"/>
                  <a:pt x="312906" y="0"/>
                </a:cubicBezTo>
                <a:cubicBezTo>
                  <a:pt x="330233" y="114205"/>
                  <a:pt x="301414" y="211136"/>
                  <a:pt x="312906" y="369332"/>
                </a:cubicBezTo>
                <a:cubicBezTo>
                  <a:pt x="199392" y="403660"/>
                  <a:pt x="74718" y="334777"/>
                  <a:pt x="0" y="369332"/>
                </a:cubicBezTo>
                <a:cubicBezTo>
                  <a:pt x="-7245" y="230613"/>
                  <a:pt x="33019" y="171704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96640899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5FEB717-DE56-76EA-2D6E-391A0F645B80}"/>
              </a:ext>
            </a:extLst>
          </p:cNvPr>
          <p:cNvSpPr txBox="1"/>
          <p:nvPr/>
        </p:nvSpPr>
        <p:spPr>
          <a:xfrm>
            <a:off x="11200961" y="2770763"/>
            <a:ext cx="312906" cy="369332"/>
          </a:xfrm>
          <a:custGeom>
            <a:avLst/>
            <a:gdLst>
              <a:gd name="csX0" fmla="*/ 0 w 312906"/>
              <a:gd name="csY0" fmla="*/ 0 h 369332"/>
              <a:gd name="csX1" fmla="*/ 312906 w 312906"/>
              <a:gd name="csY1" fmla="*/ 0 h 369332"/>
              <a:gd name="csX2" fmla="*/ 312906 w 312906"/>
              <a:gd name="csY2" fmla="*/ 369332 h 369332"/>
              <a:gd name="csX3" fmla="*/ 0 w 312906"/>
              <a:gd name="csY3" fmla="*/ 369332 h 369332"/>
              <a:gd name="csX4" fmla="*/ 0 w 312906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2906" h="369332" extrusionOk="0">
                <a:moveTo>
                  <a:pt x="0" y="0"/>
                </a:moveTo>
                <a:cubicBezTo>
                  <a:pt x="80898" y="-3640"/>
                  <a:pt x="226557" y="5067"/>
                  <a:pt x="312906" y="0"/>
                </a:cubicBezTo>
                <a:cubicBezTo>
                  <a:pt x="351255" y="79044"/>
                  <a:pt x="287529" y="212660"/>
                  <a:pt x="312906" y="369332"/>
                </a:cubicBezTo>
                <a:cubicBezTo>
                  <a:pt x="165362" y="380260"/>
                  <a:pt x="151671" y="336666"/>
                  <a:pt x="0" y="369332"/>
                </a:cubicBezTo>
                <a:cubicBezTo>
                  <a:pt x="-3946" y="290986"/>
                  <a:pt x="27881" y="13947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63331945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5297CD2-3AB3-BC22-89CB-160393E8D019}"/>
              </a:ext>
            </a:extLst>
          </p:cNvPr>
          <p:cNvSpPr txBox="1"/>
          <p:nvPr/>
        </p:nvSpPr>
        <p:spPr>
          <a:xfrm>
            <a:off x="10436300" y="1372635"/>
            <a:ext cx="356188" cy="369332"/>
          </a:xfrm>
          <a:custGeom>
            <a:avLst/>
            <a:gdLst>
              <a:gd name="csX0" fmla="*/ 0 w 356188"/>
              <a:gd name="csY0" fmla="*/ 0 h 369332"/>
              <a:gd name="csX1" fmla="*/ 356188 w 356188"/>
              <a:gd name="csY1" fmla="*/ 0 h 369332"/>
              <a:gd name="csX2" fmla="*/ 356188 w 356188"/>
              <a:gd name="csY2" fmla="*/ 369332 h 369332"/>
              <a:gd name="csX3" fmla="*/ 0 w 356188"/>
              <a:gd name="csY3" fmla="*/ 369332 h 369332"/>
              <a:gd name="csX4" fmla="*/ 0 w 356188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6188" h="369332" extrusionOk="0">
                <a:moveTo>
                  <a:pt x="0" y="0"/>
                </a:moveTo>
                <a:cubicBezTo>
                  <a:pt x="92043" y="-5519"/>
                  <a:pt x="252498" y="13100"/>
                  <a:pt x="356188" y="0"/>
                </a:cubicBezTo>
                <a:cubicBezTo>
                  <a:pt x="373515" y="114205"/>
                  <a:pt x="344696" y="211136"/>
                  <a:pt x="356188" y="369332"/>
                </a:cubicBezTo>
                <a:cubicBezTo>
                  <a:pt x="275784" y="378725"/>
                  <a:pt x="102197" y="357612"/>
                  <a:pt x="0" y="369332"/>
                </a:cubicBezTo>
                <a:cubicBezTo>
                  <a:pt x="-7245" y="230613"/>
                  <a:pt x="33019" y="171704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96640899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-1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88C4A02-69AE-3371-D07E-A2D1A28FD7D4}"/>
              </a:ext>
            </a:extLst>
          </p:cNvPr>
          <p:cNvSpPr txBox="1"/>
          <p:nvPr/>
        </p:nvSpPr>
        <p:spPr>
          <a:xfrm>
            <a:off x="9620831" y="2043132"/>
            <a:ext cx="312906" cy="369332"/>
          </a:xfrm>
          <a:custGeom>
            <a:avLst/>
            <a:gdLst>
              <a:gd name="csX0" fmla="*/ 0 w 312906"/>
              <a:gd name="csY0" fmla="*/ 0 h 369332"/>
              <a:gd name="csX1" fmla="*/ 312906 w 312906"/>
              <a:gd name="csY1" fmla="*/ 0 h 369332"/>
              <a:gd name="csX2" fmla="*/ 312906 w 312906"/>
              <a:gd name="csY2" fmla="*/ 369332 h 369332"/>
              <a:gd name="csX3" fmla="*/ 0 w 312906"/>
              <a:gd name="csY3" fmla="*/ 369332 h 369332"/>
              <a:gd name="csX4" fmla="*/ 0 w 312906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2906" h="369332" extrusionOk="0">
                <a:moveTo>
                  <a:pt x="0" y="0"/>
                </a:moveTo>
                <a:cubicBezTo>
                  <a:pt x="80898" y="-3640"/>
                  <a:pt x="226557" y="5067"/>
                  <a:pt x="312906" y="0"/>
                </a:cubicBezTo>
                <a:cubicBezTo>
                  <a:pt x="351255" y="79044"/>
                  <a:pt x="287529" y="212660"/>
                  <a:pt x="312906" y="369332"/>
                </a:cubicBezTo>
                <a:cubicBezTo>
                  <a:pt x="165362" y="380260"/>
                  <a:pt x="151671" y="336666"/>
                  <a:pt x="0" y="369332"/>
                </a:cubicBezTo>
                <a:cubicBezTo>
                  <a:pt x="-3946" y="290986"/>
                  <a:pt x="27881" y="13947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63331945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D466F01-1EFD-6557-6E34-360001550D77}"/>
              </a:ext>
            </a:extLst>
          </p:cNvPr>
          <p:cNvSpPr txBox="1"/>
          <p:nvPr/>
        </p:nvSpPr>
        <p:spPr>
          <a:xfrm>
            <a:off x="9729847" y="646637"/>
            <a:ext cx="356188" cy="369332"/>
          </a:xfrm>
          <a:custGeom>
            <a:avLst/>
            <a:gdLst>
              <a:gd name="csX0" fmla="*/ 0 w 356188"/>
              <a:gd name="csY0" fmla="*/ 0 h 369332"/>
              <a:gd name="csX1" fmla="*/ 356188 w 356188"/>
              <a:gd name="csY1" fmla="*/ 0 h 369332"/>
              <a:gd name="csX2" fmla="*/ 356188 w 356188"/>
              <a:gd name="csY2" fmla="*/ 369332 h 369332"/>
              <a:gd name="csX3" fmla="*/ 0 w 356188"/>
              <a:gd name="csY3" fmla="*/ 369332 h 369332"/>
              <a:gd name="csX4" fmla="*/ 0 w 356188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6188" h="369332" extrusionOk="0">
                <a:moveTo>
                  <a:pt x="0" y="0"/>
                </a:moveTo>
                <a:cubicBezTo>
                  <a:pt x="92043" y="-5519"/>
                  <a:pt x="252498" y="13100"/>
                  <a:pt x="356188" y="0"/>
                </a:cubicBezTo>
                <a:cubicBezTo>
                  <a:pt x="373515" y="114205"/>
                  <a:pt x="344696" y="211136"/>
                  <a:pt x="356188" y="369332"/>
                </a:cubicBezTo>
                <a:cubicBezTo>
                  <a:pt x="275784" y="378725"/>
                  <a:pt x="102197" y="357612"/>
                  <a:pt x="0" y="369332"/>
                </a:cubicBezTo>
                <a:cubicBezTo>
                  <a:pt x="-7245" y="230613"/>
                  <a:pt x="33019" y="171704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96640899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-1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B11136F-6D2B-7A6F-1EE3-32684EF94FBE}"/>
              </a:ext>
            </a:extLst>
          </p:cNvPr>
          <p:cNvSpPr txBox="1"/>
          <p:nvPr/>
        </p:nvSpPr>
        <p:spPr>
          <a:xfrm>
            <a:off x="11256967" y="2727834"/>
            <a:ext cx="312906" cy="369332"/>
          </a:xfrm>
          <a:custGeom>
            <a:avLst/>
            <a:gdLst>
              <a:gd name="csX0" fmla="*/ 0 w 312906"/>
              <a:gd name="csY0" fmla="*/ 0 h 369332"/>
              <a:gd name="csX1" fmla="*/ 312906 w 312906"/>
              <a:gd name="csY1" fmla="*/ 0 h 369332"/>
              <a:gd name="csX2" fmla="*/ 312906 w 312906"/>
              <a:gd name="csY2" fmla="*/ 369332 h 369332"/>
              <a:gd name="csX3" fmla="*/ 0 w 312906"/>
              <a:gd name="csY3" fmla="*/ 369332 h 369332"/>
              <a:gd name="csX4" fmla="*/ 0 w 312906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2906" h="369332" fill="none" extrusionOk="0">
                <a:moveTo>
                  <a:pt x="0" y="0"/>
                </a:moveTo>
                <a:cubicBezTo>
                  <a:pt x="94572" y="-2379"/>
                  <a:pt x="247811" y="31159"/>
                  <a:pt x="312906" y="0"/>
                </a:cubicBezTo>
                <a:cubicBezTo>
                  <a:pt x="319202" y="134588"/>
                  <a:pt x="305520" y="236743"/>
                  <a:pt x="312906" y="369332"/>
                </a:cubicBezTo>
                <a:cubicBezTo>
                  <a:pt x="239268" y="388424"/>
                  <a:pt x="126022" y="343768"/>
                  <a:pt x="0" y="369332"/>
                </a:cubicBezTo>
                <a:cubicBezTo>
                  <a:pt x="-5296" y="260511"/>
                  <a:pt x="2920" y="115699"/>
                  <a:pt x="0" y="0"/>
                </a:cubicBezTo>
                <a:close/>
              </a:path>
              <a:path w="312906" h="369332" stroke="0" extrusionOk="0">
                <a:moveTo>
                  <a:pt x="0" y="0"/>
                </a:moveTo>
                <a:cubicBezTo>
                  <a:pt x="80898" y="-3640"/>
                  <a:pt x="226557" y="5067"/>
                  <a:pt x="312906" y="0"/>
                </a:cubicBezTo>
                <a:cubicBezTo>
                  <a:pt x="351255" y="79044"/>
                  <a:pt x="287529" y="212660"/>
                  <a:pt x="312906" y="369332"/>
                </a:cubicBezTo>
                <a:cubicBezTo>
                  <a:pt x="165362" y="380260"/>
                  <a:pt x="151671" y="336666"/>
                  <a:pt x="0" y="369332"/>
                </a:cubicBezTo>
                <a:cubicBezTo>
                  <a:pt x="-3946" y="290986"/>
                  <a:pt x="27881" y="139473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63331945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EAA58BB-1B3D-BB65-8DBB-D39117BB41C1}"/>
              </a:ext>
            </a:extLst>
          </p:cNvPr>
          <p:cNvSpPr txBox="1"/>
          <p:nvPr/>
        </p:nvSpPr>
        <p:spPr>
          <a:xfrm>
            <a:off x="9767573" y="2849199"/>
            <a:ext cx="356188" cy="369332"/>
          </a:xfrm>
          <a:custGeom>
            <a:avLst/>
            <a:gdLst>
              <a:gd name="csX0" fmla="*/ 0 w 356188"/>
              <a:gd name="csY0" fmla="*/ 0 h 369332"/>
              <a:gd name="csX1" fmla="*/ 356188 w 356188"/>
              <a:gd name="csY1" fmla="*/ 0 h 369332"/>
              <a:gd name="csX2" fmla="*/ 356188 w 356188"/>
              <a:gd name="csY2" fmla="*/ 369332 h 369332"/>
              <a:gd name="csX3" fmla="*/ 0 w 356188"/>
              <a:gd name="csY3" fmla="*/ 369332 h 369332"/>
              <a:gd name="csX4" fmla="*/ 0 w 356188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6188" h="369332" fill="none" extrusionOk="0">
                <a:moveTo>
                  <a:pt x="0" y="0"/>
                </a:moveTo>
                <a:cubicBezTo>
                  <a:pt x="115801" y="-25228"/>
                  <a:pt x="246838" y="3240"/>
                  <a:pt x="356188" y="0"/>
                </a:cubicBezTo>
                <a:cubicBezTo>
                  <a:pt x="362484" y="134588"/>
                  <a:pt x="348802" y="236743"/>
                  <a:pt x="356188" y="369332"/>
                </a:cubicBezTo>
                <a:cubicBezTo>
                  <a:pt x="270159" y="407756"/>
                  <a:pt x="131594" y="336614"/>
                  <a:pt x="0" y="369332"/>
                </a:cubicBezTo>
                <a:cubicBezTo>
                  <a:pt x="-5296" y="260511"/>
                  <a:pt x="2920" y="115699"/>
                  <a:pt x="0" y="0"/>
                </a:cubicBezTo>
                <a:close/>
              </a:path>
              <a:path w="356188" h="369332" stroke="0" extrusionOk="0">
                <a:moveTo>
                  <a:pt x="0" y="0"/>
                </a:moveTo>
                <a:cubicBezTo>
                  <a:pt x="162151" y="-40614"/>
                  <a:pt x="205878" y="26768"/>
                  <a:pt x="356188" y="0"/>
                </a:cubicBezTo>
                <a:cubicBezTo>
                  <a:pt x="394537" y="79044"/>
                  <a:pt x="330811" y="212660"/>
                  <a:pt x="356188" y="369332"/>
                </a:cubicBezTo>
                <a:cubicBezTo>
                  <a:pt x="275404" y="408790"/>
                  <a:pt x="118708" y="350468"/>
                  <a:pt x="0" y="369332"/>
                </a:cubicBezTo>
                <a:cubicBezTo>
                  <a:pt x="-3946" y="290986"/>
                  <a:pt x="27881" y="139473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63331945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IN" dirty="0"/>
              <a:t>-1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DEC8D07-D912-FF2E-CE70-1AC8C0D32DB7}"/>
              </a:ext>
            </a:extLst>
          </p:cNvPr>
          <p:cNvSpPr txBox="1"/>
          <p:nvPr/>
        </p:nvSpPr>
        <p:spPr>
          <a:xfrm>
            <a:off x="10880919" y="2055438"/>
            <a:ext cx="261610" cy="369332"/>
          </a:xfrm>
          <a:custGeom>
            <a:avLst/>
            <a:gdLst>
              <a:gd name="csX0" fmla="*/ 0 w 261610"/>
              <a:gd name="csY0" fmla="*/ 0 h 369332"/>
              <a:gd name="csX1" fmla="*/ 261610 w 261610"/>
              <a:gd name="csY1" fmla="*/ 0 h 369332"/>
              <a:gd name="csX2" fmla="*/ 261610 w 261610"/>
              <a:gd name="csY2" fmla="*/ 369332 h 369332"/>
              <a:gd name="csX3" fmla="*/ 0 w 261610"/>
              <a:gd name="csY3" fmla="*/ 369332 h 369332"/>
              <a:gd name="csX4" fmla="*/ 0 w 261610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61610" h="369332" fill="none" extrusionOk="0">
                <a:moveTo>
                  <a:pt x="0" y="0"/>
                </a:moveTo>
                <a:cubicBezTo>
                  <a:pt x="117554" y="-21081"/>
                  <a:pt x="170341" y="11696"/>
                  <a:pt x="261610" y="0"/>
                </a:cubicBezTo>
                <a:cubicBezTo>
                  <a:pt x="267906" y="134588"/>
                  <a:pt x="254224" y="236743"/>
                  <a:pt x="261610" y="369332"/>
                </a:cubicBezTo>
                <a:cubicBezTo>
                  <a:pt x="206239" y="394315"/>
                  <a:pt x="58693" y="348229"/>
                  <a:pt x="0" y="369332"/>
                </a:cubicBezTo>
                <a:cubicBezTo>
                  <a:pt x="-5296" y="260511"/>
                  <a:pt x="2920" y="115699"/>
                  <a:pt x="0" y="0"/>
                </a:cubicBezTo>
                <a:close/>
              </a:path>
              <a:path w="261610" h="369332" stroke="0" extrusionOk="0">
                <a:moveTo>
                  <a:pt x="0" y="0"/>
                </a:moveTo>
                <a:cubicBezTo>
                  <a:pt x="84454" y="-13882"/>
                  <a:pt x="163193" y="9254"/>
                  <a:pt x="261610" y="0"/>
                </a:cubicBezTo>
                <a:cubicBezTo>
                  <a:pt x="299959" y="79044"/>
                  <a:pt x="236233" y="212660"/>
                  <a:pt x="261610" y="369332"/>
                </a:cubicBezTo>
                <a:cubicBezTo>
                  <a:pt x="197736" y="389068"/>
                  <a:pt x="71569" y="366508"/>
                  <a:pt x="0" y="369332"/>
                </a:cubicBezTo>
                <a:cubicBezTo>
                  <a:pt x="-3946" y="290986"/>
                  <a:pt x="27881" y="139473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63331945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7D11512-B7B5-7BFA-F172-DDFBA75E9B35}"/>
              </a:ext>
            </a:extLst>
          </p:cNvPr>
          <p:cNvSpPr txBox="1"/>
          <p:nvPr/>
        </p:nvSpPr>
        <p:spPr>
          <a:xfrm>
            <a:off x="10496307" y="1321356"/>
            <a:ext cx="386644" cy="369332"/>
          </a:xfrm>
          <a:custGeom>
            <a:avLst/>
            <a:gdLst>
              <a:gd name="csX0" fmla="*/ 0 w 386644"/>
              <a:gd name="csY0" fmla="*/ 0 h 369332"/>
              <a:gd name="csX1" fmla="*/ 386644 w 386644"/>
              <a:gd name="csY1" fmla="*/ 0 h 369332"/>
              <a:gd name="csX2" fmla="*/ 386644 w 386644"/>
              <a:gd name="csY2" fmla="*/ 369332 h 369332"/>
              <a:gd name="csX3" fmla="*/ 0 w 386644"/>
              <a:gd name="csY3" fmla="*/ 369332 h 369332"/>
              <a:gd name="csX4" fmla="*/ 0 w 386644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86644" h="369332" fill="none" extrusionOk="0">
                <a:moveTo>
                  <a:pt x="0" y="0"/>
                </a:moveTo>
                <a:cubicBezTo>
                  <a:pt x="81748" y="-29329"/>
                  <a:pt x="261904" y="13370"/>
                  <a:pt x="386644" y="0"/>
                </a:cubicBezTo>
                <a:cubicBezTo>
                  <a:pt x="392940" y="134588"/>
                  <a:pt x="379258" y="236743"/>
                  <a:pt x="386644" y="369332"/>
                </a:cubicBezTo>
                <a:cubicBezTo>
                  <a:pt x="257599" y="380234"/>
                  <a:pt x="182891" y="364258"/>
                  <a:pt x="0" y="369332"/>
                </a:cubicBezTo>
                <a:cubicBezTo>
                  <a:pt x="-5296" y="260511"/>
                  <a:pt x="2920" y="115699"/>
                  <a:pt x="0" y="0"/>
                </a:cubicBezTo>
                <a:close/>
              </a:path>
              <a:path w="386644" h="369332" stroke="0" extrusionOk="0">
                <a:moveTo>
                  <a:pt x="0" y="0"/>
                </a:moveTo>
                <a:cubicBezTo>
                  <a:pt x="174163" y="-35728"/>
                  <a:pt x="284535" y="27791"/>
                  <a:pt x="386644" y="0"/>
                </a:cubicBezTo>
                <a:cubicBezTo>
                  <a:pt x="424993" y="79044"/>
                  <a:pt x="361267" y="212660"/>
                  <a:pt x="386644" y="369332"/>
                </a:cubicBezTo>
                <a:cubicBezTo>
                  <a:pt x="276861" y="403406"/>
                  <a:pt x="119224" y="349013"/>
                  <a:pt x="0" y="369332"/>
                </a:cubicBezTo>
                <a:cubicBezTo>
                  <a:pt x="-3946" y="290986"/>
                  <a:pt x="27881" y="139473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63331945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IN" dirty="0"/>
              <a:t>-2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2A1C85F-942C-A920-774E-369BB2458EB0}"/>
              </a:ext>
            </a:extLst>
          </p:cNvPr>
          <p:cNvSpPr txBox="1"/>
          <p:nvPr/>
        </p:nvSpPr>
        <p:spPr>
          <a:xfrm>
            <a:off x="9777284" y="610449"/>
            <a:ext cx="386644" cy="369332"/>
          </a:xfrm>
          <a:custGeom>
            <a:avLst/>
            <a:gdLst>
              <a:gd name="csX0" fmla="*/ 0 w 386644"/>
              <a:gd name="csY0" fmla="*/ 0 h 369332"/>
              <a:gd name="csX1" fmla="*/ 386644 w 386644"/>
              <a:gd name="csY1" fmla="*/ 0 h 369332"/>
              <a:gd name="csX2" fmla="*/ 386644 w 386644"/>
              <a:gd name="csY2" fmla="*/ 369332 h 369332"/>
              <a:gd name="csX3" fmla="*/ 0 w 386644"/>
              <a:gd name="csY3" fmla="*/ 369332 h 369332"/>
              <a:gd name="csX4" fmla="*/ 0 w 386644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86644" h="369332" fill="none" extrusionOk="0">
                <a:moveTo>
                  <a:pt x="0" y="0"/>
                </a:moveTo>
                <a:cubicBezTo>
                  <a:pt x="81748" y="-29329"/>
                  <a:pt x="261904" y="13370"/>
                  <a:pt x="386644" y="0"/>
                </a:cubicBezTo>
                <a:cubicBezTo>
                  <a:pt x="392940" y="134588"/>
                  <a:pt x="379258" y="236743"/>
                  <a:pt x="386644" y="369332"/>
                </a:cubicBezTo>
                <a:cubicBezTo>
                  <a:pt x="257599" y="380234"/>
                  <a:pt x="182891" y="364258"/>
                  <a:pt x="0" y="369332"/>
                </a:cubicBezTo>
                <a:cubicBezTo>
                  <a:pt x="-5296" y="260511"/>
                  <a:pt x="2920" y="115699"/>
                  <a:pt x="0" y="0"/>
                </a:cubicBezTo>
                <a:close/>
              </a:path>
              <a:path w="386644" h="369332" stroke="0" extrusionOk="0">
                <a:moveTo>
                  <a:pt x="0" y="0"/>
                </a:moveTo>
                <a:cubicBezTo>
                  <a:pt x="174163" y="-35728"/>
                  <a:pt x="284535" y="27791"/>
                  <a:pt x="386644" y="0"/>
                </a:cubicBezTo>
                <a:cubicBezTo>
                  <a:pt x="424993" y="79044"/>
                  <a:pt x="361267" y="212660"/>
                  <a:pt x="386644" y="369332"/>
                </a:cubicBezTo>
                <a:cubicBezTo>
                  <a:pt x="276861" y="403406"/>
                  <a:pt x="119224" y="349013"/>
                  <a:pt x="0" y="369332"/>
                </a:cubicBezTo>
                <a:cubicBezTo>
                  <a:pt x="-3946" y="290986"/>
                  <a:pt x="27881" y="139473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63331945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IN" dirty="0"/>
              <a:t>-2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CF19F1A-0928-4676-2E3E-825EE1653890}"/>
              </a:ext>
            </a:extLst>
          </p:cNvPr>
          <p:cNvSpPr txBox="1"/>
          <p:nvPr/>
        </p:nvSpPr>
        <p:spPr>
          <a:xfrm>
            <a:off x="9676627" y="2004149"/>
            <a:ext cx="312906" cy="369332"/>
          </a:xfrm>
          <a:custGeom>
            <a:avLst/>
            <a:gdLst>
              <a:gd name="csX0" fmla="*/ 0 w 312906"/>
              <a:gd name="csY0" fmla="*/ 0 h 369332"/>
              <a:gd name="csX1" fmla="*/ 312906 w 312906"/>
              <a:gd name="csY1" fmla="*/ 0 h 369332"/>
              <a:gd name="csX2" fmla="*/ 312906 w 312906"/>
              <a:gd name="csY2" fmla="*/ 369332 h 369332"/>
              <a:gd name="csX3" fmla="*/ 0 w 312906"/>
              <a:gd name="csY3" fmla="*/ 369332 h 369332"/>
              <a:gd name="csX4" fmla="*/ 0 w 312906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2906" h="369332" fill="none" extrusionOk="0">
                <a:moveTo>
                  <a:pt x="0" y="0"/>
                </a:moveTo>
                <a:cubicBezTo>
                  <a:pt x="94572" y="-2379"/>
                  <a:pt x="247811" y="31159"/>
                  <a:pt x="312906" y="0"/>
                </a:cubicBezTo>
                <a:cubicBezTo>
                  <a:pt x="319202" y="134588"/>
                  <a:pt x="305520" y="236743"/>
                  <a:pt x="312906" y="369332"/>
                </a:cubicBezTo>
                <a:cubicBezTo>
                  <a:pt x="239268" y="388424"/>
                  <a:pt x="126022" y="343768"/>
                  <a:pt x="0" y="369332"/>
                </a:cubicBezTo>
                <a:cubicBezTo>
                  <a:pt x="-5296" y="260511"/>
                  <a:pt x="2920" y="115699"/>
                  <a:pt x="0" y="0"/>
                </a:cubicBezTo>
                <a:close/>
              </a:path>
              <a:path w="312906" h="369332" stroke="0" extrusionOk="0">
                <a:moveTo>
                  <a:pt x="0" y="0"/>
                </a:moveTo>
                <a:cubicBezTo>
                  <a:pt x="80898" y="-3640"/>
                  <a:pt x="226557" y="5067"/>
                  <a:pt x="312906" y="0"/>
                </a:cubicBezTo>
                <a:cubicBezTo>
                  <a:pt x="351255" y="79044"/>
                  <a:pt x="287529" y="212660"/>
                  <a:pt x="312906" y="369332"/>
                </a:cubicBezTo>
                <a:cubicBezTo>
                  <a:pt x="165362" y="380260"/>
                  <a:pt x="151671" y="336666"/>
                  <a:pt x="0" y="369332"/>
                </a:cubicBezTo>
                <a:cubicBezTo>
                  <a:pt x="-3946" y="290986"/>
                  <a:pt x="27881" y="139473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63331945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36812A1-EF9A-E34B-9DF6-DF56B95C2DF9}"/>
              </a:ext>
            </a:extLst>
          </p:cNvPr>
          <p:cNvSpPr txBox="1"/>
          <p:nvPr/>
        </p:nvSpPr>
        <p:spPr>
          <a:xfrm>
            <a:off x="8768353" y="2160370"/>
            <a:ext cx="312906" cy="369332"/>
          </a:xfrm>
          <a:custGeom>
            <a:avLst/>
            <a:gdLst>
              <a:gd name="csX0" fmla="*/ 0 w 312906"/>
              <a:gd name="csY0" fmla="*/ 0 h 369332"/>
              <a:gd name="csX1" fmla="*/ 312906 w 312906"/>
              <a:gd name="csY1" fmla="*/ 0 h 369332"/>
              <a:gd name="csX2" fmla="*/ 312906 w 312906"/>
              <a:gd name="csY2" fmla="*/ 369332 h 369332"/>
              <a:gd name="csX3" fmla="*/ 0 w 312906"/>
              <a:gd name="csY3" fmla="*/ 369332 h 369332"/>
              <a:gd name="csX4" fmla="*/ 0 w 312906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2906" h="369332" fill="none" extrusionOk="0">
                <a:moveTo>
                  <a:pt x="0" y="0"/>
                </a:moveTo>
                <a:cubicBezTo>
                  <a:pt x="94572" y="-2379"/>
                  <a:pt x="247811" y="31159"/>
                  <a:pt x="312906" y="0"/>
                </a:cubicBezTo>
                <a:cubicBezTo>
                  <a:pt x="319202" y="134588"/>
                  <a:pt x="305520" y="236743"/>
                  <a:pt x="312906" y="369332"/>
                </a:cubicBezTo>
                <a:cubicBezTo>
                  <a:pt x="239268" y="388424"/>
                  <a:pt x="126022" y="343768"/>
                  <a:pt x="0" y="369332"/>
                </a:cubicBezTo>
                <a:cubicBezTo>
                  <a:pt x="-5296" y="260511"/>
                  <a:pt x="2920" y="115699"/>
                  <a:pt x="0" y="0"/>
                </a:cubicBezTo>
                <a:close/>
              </a:path>
              <a:path w="312906" h="369332" stroke="0" extrusionOk="0">
                <a:moveTo>
                  <a:pt x="0" y="0"/>
                </a:moveTo>
                <a:cubicBezTo>
                  <a:pt x="80898" y="-3640"/>
                  <a:pt x="226557" y="5067"/>
                  <a:pt x="312906" y="0"/>
                </a:cubicBezTo>
                <a:cubicBezTo>
                  <a:pt x="351255" y="79044"/>
                  <a:pt x="287529" y="212660"/>
                  <a:pt x="312906" y="369332"/>
                </a:cubicBezTo>
                <a:cubicBezTo>
                  <a:pt x="165362" y="380260"/>
                  <a:pt x="151671" y="336666"/>
                  <a:pt x="0" y="369332"/>
                </a:cubicBezTo>
                <a:cubicBezTo>
                  <a:pt x="-3946" y="290986"/>
                  <a:pt x="27881" y="139473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63331945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C35A0B6-875C-43EB-4797-251B8DFFEECF}"/>
              </a:ext>
            </a:extLst>
          </p:cNvPr>
          <p:cNvSpPr txBox="1"/>
          <p:nvPr/>
        </p:nvSpPr>
        <p:spPr>
          <a:xfrm>
            <a:off x="8402931" y="1350422"/>
            <a:ext cx="356188" cy="369332"/>
          </a:xfrm>
          <a:custGeom>
            <a:avLst/>
            <a:gdLst>
              <a:gd name="csX0" fmla="*/ 0 w 356188"/>
              <a:gd name="csY0" fmla="*/ 0 h 369332"/>
              <a:gd name="csX1" fmla="*/ 356188 w 356188"/>
              <a:gd name="csY1" fmla="*/ 0 h 369332"/>
              <a:gd name="csX2" fmla="*/ 356188 w 356188"/>
              <a:gd name="csY2" fmla="*/ 369332 h 369332"/>
              <a:gd name="csX3" fmla="*/ 0 w 356188"/>
              <a:gd name="csY3" fmla="*/ 369332 h 369332"/>
              <a:gd name="csX4" fmla="*/ 0 w 356188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6188" h="369332" fill="none" extrusionOk="0">
                <a:moveTo>
                  <a:pt x="0" y="0"/>
                </a:moveTo>
                <a:cubicBezTo>
                  <a:pt x="115801" y="-25228"/>
                  <a:pt x="246838" y="3240"/>
                  <a:pt x="356188" y="0"/>
                </a:cubicBezTo>
                <a:cubicBezTo>
                  <a:pt x="362484" y="134588"/>
                  <a:pt x="348802" y="236743"/>
                  <a:pt x="356188" y="369332"/>
                </a:cubicBezTo>
                <a:cubicBezTo>
                  <a:pt x="270159" y="407756"/>
                  <a:pt x="131594" y="336614"/>
                  <a:pt x="0" y="369332"/>
                </a:cubicBezTo>
                <a:cubicBezTo>
                  <a:pt x="-5296" y="260511"/>
                  <a:pt x="2920" y="115699"/>
                  <a:pt x="0" y="0"/>
                </a:cubicBezTo>
                <a:close/>
              </a:path>
              <a:path w="356188" h="369332" stroke="0" extrusionOk="0">
                <a:moveTo>
                  <a:pt x="0" y="0"/>
                </a:moveTo>
                <a:cubicBezTo>
                  <a:pt x="162151" y="-40614"/>
                  <a:pt x="205878" y="26768"/>
                  <a:pt x="356188" y="0"/>
                </a:cubicBezTo>
                <a:cubicBezTo>
                  <a:pt x="394537" y="79044"/>
                  <a:pt x="330811" y="212660"/>
                  <a:pt x="356188" y="369332"/>
                </a:cubicBezTo>
                <a:cubicBezTo>
                  <a:pt x="275404" y="408790"/>
                  <a:pt x="118708" y="350468"/>
                  <a:pt x="0" y="369332"/>
                </a:cubicBezTo>
                <a:cubicBezTo>
                  <a:pt x="-3946" y="290986"/>
                  <a:pt x="27881" y="139473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63331945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IN" dirty="0"/>
              <a:t>-1</a:t>
            </a:r>
          </a:p>
        </p:txBody>
      </p:sp>
      <p:sp>
        <p:nvSpPr>
          <p:cNvPr id="58" name="Arrow: Chevron 57">
            <a:extLst>
              <a:ext uri="{FF2B5EF4-FFF2-40B4-BE49-F238E27FC236}">
                <a16:creationId xmlns:a16="http://schemas.microsoft.com/office/drawing/2014/main" id="{D4B2CC8C-D8B5-272F-CF63-FD40FF58B69B}"/>
              </a:ext>
            </a:extLst>
          </p:cNvPr>
          <p:cNvSpPr/>
          <p:nvPr/>
        </p:nvSpPr>
        <p:spPr>
          <a:xfrm rot="1169834">
            <a:off x="9872353" y="1585400"/>
            <a:ext cx="300342" cy="314520"/>
          </a:xfrm>
          <a:prstGeom prst="chevron">
            <a:avLst/>
          </a:prstGeom>
          <a:solidFill>
            <a:srgbClr val="FF0000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5298DD7-FEC3-1356-7A5B-ADDC0B2F335D}"/>
              </a:ext>
            </a:extLst>
          </p:cNvPr>
          <p:cNvSpPr txBox="1"/>
          <p:nvPr/>
        </p:nvSpPr>
        <p:spPr>
          <a:xfrm>
            <a:off x="9604930" y="1408835"/>
            <a:ext cx="3818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A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81E86C37-B3F0-ACD5-6BB1-932CC3741EBE}"/>
              </a:ext>
            </a:extLst>
          </p:cNvPr>
          <p:cNvSpPr/>
          <p:nvPr/>
        </p:nvSpPr>
        <p:spPr>
          <a:xfrm>
            <a:off x="1997707" y="4256405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20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33134DB5-8E62-5233-A2B3-D9C0E1F1FA4F}"/>
              </a:ext>
            </a:extLst>
          </p:cNvPr>
          <p:cNvSpPr/>
          <p:nvPr/>
        </p:nvSpPr>
        <p:spPr>
          <a:xfrm>
            <a:off x="1632809" y="5071279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10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318829A9-1932-A017-ED9A-457B65AD8CF8}"/>
              </a:ext>
            </a:extLst>
          </p:cNvPr>
          <p:cNvSpPr/>
          <p:nvPr/>
        </p:nvSpPr>
        <p:spPr>
          <a:xfrm>
            <a:off x="1329134" y="5731055"/>
            <a:ext cx="359203" cy="35920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5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AE105341-DDED-4279-3EAD-20794BE0FBD6}"/>
              </a:ext>
            </a:extLst>
          </p:cNvPr>
          <p:cNvCxnSpPr>
            <a:stCxn id="60" idx="3"/>
            <a:endCxn id="61" idx="0"/>
          </p:cNvCxnSpPr>
          <p:nvPr/>
        </p:nvCxnSpPr>
        <p:spPr>
          <a:xfrm flipH="1">
            <a:off x="1812411" y="4563004"/>
            <a:ext cx="237900" cy="5082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530ECEB7-3652-4481-3E94-97A09B6D2665}"/>
              </a:ext>
            </a:extLst>
          </p:cNvPr>
          <p:cNvCxnSpPr>
            <a:stCxn id="61" idx="3"/>
            <a:endCxn id="62" idx="0"/>
          </p:cNvCxnSpPr>
          <p:nvPr/>
        </p:nvCxnSpPr>
        <p:spPr>
          <a:xfrm flipH="1">
            <a:off x="1508736" y="5377878"/>
            <a:ext cx="176677" cy="353177"/>
          </a:xfrm>
          <a:prstGeom prst="line">
            <a:avLst/>
          </a:prstGeom>
          <a:ln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7" name="Arrow: Chevron 66">
            <a:extLst>
              <a:ext uri="{FF2B5EF4-FFF2-40B4-BE49-F238E27FC236}">
                <a16:creationId xmlns:a16="http://schemas.microsoft.com/office/drawing/2014/main" id="{E532F998-64F2-AD37-2983-AE2E6D3661E2}"/>
              </a:ext>
            </a:extLst>
          </p:cNvPr>
          <p:cNvSpPr/>
          <p:nvPr/>
        </p:nvSpPr>
        <p:spPr>
          <a:xfrm rot="1169834">
            <a:off x="1672897" y="4202375"/>
            <a:ext cx="300342" cy="314520"/>
          </a:xfrm>
          <a:prstGeom prst="chevron">
            <a:avLst/>
          </a:prstGeom>
          <a:solidFill>
            <a:srgbClr val="FF0000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EE911C5-6343-026E-CA38-C96E48EC3761}"/>
              </a:ext>
            </a:extLst>
          </p:cNvPr>
          <p:cNvSpPr txBox="1"/>
          <p:nvPr/>
        </p:nvSpPr>
        <p:spPr>
          <a:xfrm>
            <a:off x="1405474" y="4025810"/>
            <a:ext cx="3818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A</a:t>
            </a: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3C73EB72-C305-D4D3-A620-B1B148E14E84}"/>
              </a:ext>
            </a:extLst>
          </p:cNvPr>
          <p:cNvSpPr/>
          <p:nvPr/>
        </p:nvSpPr>
        <p:spPr>
          <a:xfrm>
            <a:off x="3704968" y="4256406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20</a:t>
            </a: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8ECA1A68-1A41-B11B-D393-048848F1723D}"/>
              </a:ext>
            </a:extLst>
          </p:cNvPr>
          <p:cNvSpPr/>
          <p:nvPr/>
        </p:nvSpPr>
        <p:spPr>
          <a:xfrm>
            <a:off x="4101823" y="5071279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30</a:t>
            </a: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E89B5C48-0370-9974-8B7F-429743ABA815}"/>
              </a:ext>
            </a:extLst>
          </p:cNvPr>
          <p:cNvSpPr/>
          <p:nvPr/>
        </p:nvSpPr>
        <p:spPr>
          <a:xfrm>
            <a:off x="4471740" y="5731055"/>
            <a:ext cx="359203" cy="35920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40</a:t>
            </a: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58474090-E6F4-FDDC-6C2A-029193874FE7}"/>
              </a:ext>
            </a:extLst>
          </p:cNvPr>
          <p:cNvCxnSpPr>
            <a:cxnSpLocks/>
            <a:stCxn id="69" idx="5"/>
            <a:endCxn id="70" idx="0"/>
          </p:cNvCxnSpPr>
          <p:nvPr/>
        </p:nvCxnSpPr>
        <p:spPr>
          <a:xfrm>
            <a:off x="4011567" y="4563005"/>
            <a:ext cx="269858" cy="5082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2467467A-B377-1357-61E8-83AAF766A06A}"/>
              </a:ext>
            </a:extLst>
          </p:cNvPr>
          <p:cNvCxnSpPr>
            <a:cxnSpLocks/>
            <a:stCxn id="70" idx="5"/>
            <a:endCxn id="71" idx="0"/>
          </p:cNvCxnSpPr>
          <p:nvPr/>
        </p:nvCxnSpPr>
        <p:spPr>
          <a:xfrm>
            <a:off x="4408422" y="5377878"/>
            <a:ext cx="242920" cy="353177"/>
          </a:xfrm>
          <a:prstGeom prst="line">
            <a:avLst/>
          </a:prstGeom>
          <a:ln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4" name="Arrow: Chevron 73">
            <a:extLst>
              <a:ext uri="{FF2B5EF4-FFF2-40B4-BE49-F238E27FC236}">
                <a16:creationId xmlns:a16="http://schemas.microsoft.com/office/drawing/2014/main" id="{839EE305-DFBB-F37C-7C20-90BE7F2C8753}"/>
              </a:ext>
            </a:extLst>
          </p:cNvPr>
          <p:cNvSpPr/>
          <p:nvPr/>
        </p:nvSpPr>
        <p:spPr>
          <a:xfrm rot="1169834">
            <a:off x="3385404" y="4202375"/>
            <a:ext cx="300342" cy="314520"/>
          </a:xfrm>
          <a:prstGeom prst="chevron">
            <a:avLst/>
          </a:prstGeom>
          <a:solidFill>
            <a:srgbClr val="FF0000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A90DDC7-81B0-8AD7-DF3C-1014121B7DF0}"/>
              </a:ext>
            </a:extLst>
          </p:cNvPr>
          <p:cNvSpPr txBox="1"/>
          <p:nvPr/>
        </p:nvSpPr>
        <p:spPr>
          <a:xfrm>
            <a:off x="3117981" y="4025810"/>
            <a:ext cx="3818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A</a:t>
            </a: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72A5AD49-B18F-6B7B-7439-6FEEFCD4CB55}"/>
              </a:ext>
            </a:extLst>
          </p:cNvPr>
          <p:cNvSpPr/>
          <p:nvPr/>
        </p:nvSpPr>
        <p:spPr>
          <a:xfrm>
            <a:off x="6066603" y="4256405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20</a:t>
            </a: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823C95A7-C0CF-83B6-210C-6D732E6F5B70}"/>
              </a:ext>
            </a:extLst>
          </p:cNvPr>
          <p:cNvSpPr/>
          <p:nvPr/>
        </p:nvSpPr>
        <p:spPr>
          <a:xfrm>
            <a:off x="5670983" y="5015435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10</a:t>
            </a: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B982B2DC-86AB-882E-DADA-69D023C2B1F2}"/>
              </a:ext>
            </a:extLst>
          </p:cNvPr>
          <p:cNvSpPr/>
          <p:nvPr/>
        </p:nvSpPr>
        <p:spPr>
          <a:xfrm>
            <a:off x="6123431" y="5733782"/>
            <a:ext cx="359203" cy="35920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15</a:t>
            </a:r>
          </a:p>
        </p:txBody>
      </p: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84F2C9EE-9AAF-8CCE-CA17-36BE1780C241}"/>
              </a:ext>
            </a:extLst>
          </p:cNvPr>
          <p:cNvCxnSpPr>
            <a:stCxn id="82" idx="3"/>
            <a:endCxn id="83" idx="0"/>
          </p:cNvCxnSpPr>
          <p:nvPr/>
        </p:nvCxnSpPr>
        <p:spPr>
          <a:xfrm flipH="1">
            <a:off x="5850585" y="4563004"/>
            <a:ext cx="268622" cy="45243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F09C3001-2BF0-DCC1-7ADD-345236984CD8}"/>
              </a:ext>
            </a:extLst>
          </p:cNvPr>
          <p:cNvCxnSpPr>
            <a:cxnSpLocks/>
            <a:stCxn id="83" idx="5"/>
            <a:endCxn id="84" idx="0"/>
          </p:cNvCxnSpPr>
          <p:nvPr/>
        </p:nvCxnSpPr>
        <p:spPr>
          <a:xfrm>
            <a:off x="5977582" y="5322034"/>
            <a:ext cx="325451" cy="411748"/>
          </a:xfrm>
          <a:prstGeom prst="line">
            <a:avLst/>
          </a:prstGeom>
          <a:ln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87" name="Arrow: Chevron 86">
            <a:extLst>
              <a:ext uri="{FF2B5EF4-FFF2-40B4-BE49-F238E27FC236}">
                <a16:creationId xmlns:a16="http://schemas.microsoft.com/office/drawing/2014/main" id="{340704E9-ADE8-EC19-4044-2E47297C4F17}"/>
              </a:ext>
            </a:extLst>
          </p:cNvPr>
          <p:cNvSpPr/>
          <p:nvPr/>
        </p:nvSpPr>
        <p:spPr>
          <a:xfrm rot="1169834">
            <a:off x="5747488" y="4199135"/>
            <a:ext cx="300342" cy="314520"/>
          </a:xfrm>
          <a:prstGeom prst="chevron">
            <a:avLst/>
          </a:prstGeom>
          <a:solidFill>
            <a:srgbClr val="FF0000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86CE5CB-AC4D-B9F0-1CE4-A48F9A9C2067}"/>
              </a:ext>
            </a:extLst>
          </p:cNvPr>
          <p:cNvSpPr txBox="1"/>
          <p:nvPr/>
        </p:nvSpPr>
        <p:spPr>
          <a:xfrm>
            <a:off x="5480065" y="4022570"/>
            <a:ext cx="3818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A</a:t>
            </a:r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E1560F1D-8F16-CCC6-A31F-9CB20E8B48F1}"/>
              </a:ext>
            </a:extLst>
          </p:cNvPr>
          <p:cNvSpPr/>
          <p:nvPr/>
        </p:nvSpPr>
        <p:spPr>
          <a:xfrm>
            <a:off x="7641161" y="4237955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20</a:t>
            </a:r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183B9C56-6B44-ECF6-EC78-0F2B7CE1BCE0}"/>
              </a:ext>
            </a:extLst>
          </p:cNvPr>
          <p:cNvSpPr/>
          <p:nvPr/>
        </p:nvSpPr>
        <p:spPr>
          <a:xfrm>
            <a:off x="8127361" y="5033728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30</a:t>
            </a:r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06320ACC-8399-1D9A-38E0-DB6568E1B6BC}"/>
              </a:ext>
            </a:extLst>
          </p:cNvPr>
          <p:cNvSpPr/>
          <p:nvPr/>
        </p:nvSpPr>
        <p:spPr>
          <a:xfrm>
            <a:off x="7768158" y="5731056"/>
            <a:ext cx="359203" cy="35920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25</a:t>
            </a:r>
          </a:p>
        </p:txBody>
      </p: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AAA516E1-C47F-F269-AD62-5617D30F66CC}"/>
              </a:ext>
            </a:extLst>
          </p:cNvPr>
          <p:cNvCxnSpPr>
            <a:cxnSpLocks/>
            <a:stCxn id="93" idx="5"/>
            <a:endCxn id="94" idx="0"/>
          </p:cNvCxnSpPr>
          <p:nvPr/>
        </p:nvCxnSpPr>
        <p:spPr>
          <a:xfrm>
            <a:off x="7947760" y="4544554"/>
            <a:ext cx="359203" cy="4891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3AE0048D-E5F5-F86E-F5AC-AAF2F9000B81}"/>
              </a:ext>
            </a:extLst>
          </p:cNvPr>
          <p:cNvCxnSpPr>
            <a:stCxn id="94" idx="3"/>
            <a:endCxn id="95" idx="0"/>
          </p:cNvCxnSpPr>
          <p:nvPr/>
        </p:nvCxnSpPr>
        <p:spPr>
          <a:xfrm flipH="1">
            <a:off x="7947760" y="5340327"/>
            <a:ext cx="232205" cy="390729"/>
          </a:xfrm>
          <a:prstGeom prst="line">
            <a:avLst/>
          </a:prstGeom>
          <a:ln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98" name="Arrow: Chevron 97">
            <a:extLst>
              <a:ext uri="{FF2B5EF4-FFF2-40B4-BE49-F238E27FC236}">
                <a16:creationId xmlns:a16="http://schemas.microsoft.com/office/drawing/2014/main" id="{11ADB18D-D485-7958-DDB3-D418E299D6FE}"/>
              </a:ext>
            </a:extLst>
          </p:cNvPr>
          <p:cNvSpPr/>
          <p:nvPr/>
        </p:nvSpPr>
        <p:spPr>
          <a:xfrm rot="1169834">
            <a:off x="7320015" y="4153063"/>
            <a:ext cx="300342" cy="314520"/>
          </a:xfrm>
          <a:prstGeom prst="chevron">
            <a:avLst/>
          </a:prstGeom>
          <a:solidFill>
            <a:srgbClr val="FF0000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DE561845-A55B-3192-F276-CF87787C6AF7}"/>
              </a:ext>
            </a:extLst>
          </p:cNvPr>
          <p:cNvSpPr txBox="1"/>
          <p:nvPr/>
        </p:nvSpPr>
        <p:spPr>
          <a:xfrm>
            <a:off x="7058362" y="3955359"/>
            <a:ext cx="3818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107349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8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0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6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9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2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5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8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8" grpId="0" animBg="1"/>
      <p:bldP spid="59" grpId="0"/>
      <p:bldP spid="60" grpId="0" animBg="1"/>
      <p:bldP spid="61" grpId="0" animBg="1"/>
      <p:bldP spid="62" grpId="0" animBg="1"/>
      <p:bldP spid="67" grpId="0" animBg="1"/>
      <p:bldP spid="68" grpId="0"/>
      <p:bldP spid="69" grpId="0" animBg="1"/>
      <p:bldP spid="70" grpId="0" animBg="1"/>
      <p:bldP spid="71" grpId="0" animBg="1"/>
      <p:bldP spid="74" grpId="0" animBg="1"/>
      <p:bldP spid="75" grpId="0"/>
      <p:bldP spid="82" grpId="0" animBg="1"/>
      <p:bldP spid="83" grpId="0" animBg="1"/>
      <p:bldP spid="84" grpId="0" animBg="1"/>
      <p:bldP spid="87" grpId="0" animBg="1"/>
      <p:bldP spid="88" grpId="0"/>
      <p:bldP spid="93" grpId="0" animBg="1"/>
      <p:bldP spid="94" grpId="0" animBg="1"/>
      <p:bldP spid="95" grpId="0" animBg="1"/>
      <p:bldP spid="98" grpId="0" animBg="1"/>
      <p:bldP spid="9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C765B-030D-8C69-2191-D9F916A4F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580032" cy="1325563"/>
          </a:xfrm>
        </p:spPr>
        <p:txBody>
          <a:bodyPr/>
          <a:lstStyle/>
          <a:p>
            <a:r>
              <a:rPr lang="en-IN" dirty="0"/>
              <a:t>AVL tree rotations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4B8CAA-6D71-BA87-CCAE-8A1E798CB2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877959" cy="578644"/>
          </a:xfrm>
        </p:spPr>
        <p:txBody>
          <a:bodyPr/>
          <a:lstStyle/>
          <a:p>
            <a:r>
              <a:rPr lang="en-IN" dirty="0"/>
              <a:t>Left-Left Rotation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039A2B7-365B-F0D6-DBEC-ED9D680C248B}"/>
              </a:ext>
            </a:extLst>
          </p:cNvPr>
          <p:cNvSpPr/>
          <p:nvPr/>
        </p:nvSpPr>
        <p:spPr>
          <a:xfrm>
            <a:off x="2268415" y="2924277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20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44546F7-8A5C-DA8B-039D-B48993C68C45}"/>
              </a:ext>
            </a:extLst>
          </p:cNvPr>
          <p:cNvSpPr/>
          <p:nvPr/>
        </p:nvSpPr>
        <p:spPr>
          <a:xfrm>
            <a:off x="1540274" y="3464869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15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EAD762F-D4D4-AA79-E04B-0C697E288E4B}"/>
              </a:ext>
            </a:extLst>
          </p:cNvPr>
          <p:cNvSpPr/>
          <p:nvPr/>
        </p:nvSpPr>
        <p:spPr>
          <a:xfrm>
            <a:off x="2979618" y="3464869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25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66BC358-BBAF-24FD-A080-065BAAF2CFDB}"/>
              </a:ext>
            </a:extLst>
          </p:cNvPr>
          <p:cNvSpPr/>
          <p:nvPr/>
        </p:nvSpPr>
        <p:spPr>
          <a:xfrm>
            <a:off x="1108474" y="4125269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10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65E3E87-666C-AF6D-3871-9EF7387EFCDE}"/>
              </a:ext>
            </a:extLst>
          </p:cNvPr>
          <p:cNvSpPr/>
          <p:nvPr/>
        </p:nvSpPr>
        <p:spPr>
          <a:xfrm>
            <a:off x="1868671" y="4125269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17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7AB8A3F-43D6-ADD1-E3BE-86F6F9EE37A9}"/>
              </a:ext>
            </a:extLst>
          </p:cNvPr>
          <p:cNvSpPr/>
          <p:nvPr/>
        </p:nvSpPr>
        <p:spPr>
          <a:xfrm>
            <a:off x="1540273" y="4838850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5A2C175-A2CA-21A6-7237-EC7335B8513F}"/>
              </a:ext>
            </a:extLst>
          </p:cNvPr>
          <p:cNvSpPr/>
          <p:nvPr/>
        </p:nvSpPr>
        <p:spPr>
          <a:xfrm>
            <a:off x="2603481" y="4125268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23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21E6838-85D2-F2A1-C4D3-234A7E73B03F}"/>
              </a:ext>
            </a:extLst>
          </p:cNvPr>
          <p:cNvSpPr/>
          <p:nvPr/>
        </p:nvSpPr>
        <p:spPr>
          <a:xfrm>
            <a:off x="2272020" y="4838850"/>
            <a:ext cx="359203" cy="35920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22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4B34510-F7E2-FEE0-0F1C-A6285337C629}"/>
              </a:ext>
            </a:extLst>
          </p:cNvPr>
          <p:cNvCxnSpPr>
            <a:stCxn id="5" idx="3"/>
            <a:endCxn id="6" idx="0"/>
          </p:cNvCxnSpPr>
          <p:nvPr/>
        </p:nvCxnSpPr>
        <p:spPr>
          <a:xfrm flipH="1">
            <a:off x="1719876" y="3230876"/>
            <a:ext cx="601143" cy="2339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EBA8341-7279-0059-8D8F-3807329A67CA}"/>
              </a:ext>
            </a:extLst>
          </p:cNvPr>
          <p:cNvCxnSpPr>
            <a:stCxn id="5" idx="5"/>
            <a:endCxn id="7" idx="1"/>
          </p:cNvCxnSpPr>
          <p:nvPr/>
        </p:nvCxnSpPr>
        <p:spPr>
          <a:xfrm>
            <a:off x="2575014" y="3230876"/>
            <a:ext cx="457208" cy="28659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31D4BA1-7372-DB06-3C54-F2D3A40D81BC}"/>
              </a:ext>
            </a:extLst>
          </p:cNvPr>
          <p:cNvCxnSpPr>
            <a:stCxn id="6" idx="3"/>
            <a:endCxn id="8" idx="0"/>
          </p:cNvCxnSpPr>
          <p:nvPr/>
        </p:nvCxnSpPr>
        <p:spPr>
          <a:xfrm flipH="1">
            <a:off x="1288076" y="3771468"/>
            <a:ext cx="304802" cy="3538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6A19102-7EDD-6E1D-89DF-096D9E05D2C7}"/>
              </a:ext>
            </a:extLst>
          </p:cNvPr>
          <p:cNvCxnSpPr>
            <a:stCxn id="6" idx="5"/>
            <a:endCxn id="9" idx="0"/>
          </p:cNvCxnSpPr>
          <p:nvPr/>
        </p:nvCxnSpPr>
        <p:spPr>
          <a:xfrm>
            <a:off x="1846873" y="3771468"/>
            <a:ext cx="201400" cy="3538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968E136-46B9-06B5-19F3-69ED65B19ADF}"/>
              </a:ext>
            </a:extLst>
          </p:cNvPr>
          <p:cNvCxnSpPr>
            <a:stCxn id="9" idx="3"/>
            <a:endCxn id="10" idx="0"/>
          </p:cNvCxnSpPr>
          <p:nvPr/>
        </p:nvCxnSpPr>
        <p:spPr>
          <a:xfrm flipH="1">
            <a:off x="1719875" y="4431868"/>
            <a:ext cx="201400" cy="4069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37F84CA-2E64-4117-1AA1-DEFAB6160052}"/>
              </a:ext>
            </a:extLst>
          </p:cNvPr>
          <p:cNvCxnSpPr>
            <a:stCxn id="7" idx="3"/>
            <a:endCxn id="11" idx="0"/>
          </p:cNvCxnSpPr>
          <p:nvPr/>
        </p:nvCxnSpPr>
        <p:spPr>
          <a:xfrm flipH="1">
            <a:off x="2783083" y="3771468"/>
            <a:ext cx="249139" cy="353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D5DA250-D596-1FEC-4718-F560A6D41A78}"/>
              </a:ext>
            </a:extLst>
          </p:cNvPr>
          <p:cNvCxnSpPr>
            <a:stCxn id="11" idx="3"/>
            <a:endCxn id="12" idx="0"/>
          </p:cNvCxnSpPr>
          <p:nvPr/>
        </p:nvCxnSpPr>
        <p:spPr>
          <a:xfrm flipH="1">
            <a:off x="2451622" y="4431867"/>
            <a:ext cx="204463" cy="406983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0A4B1B53-9172-4233-7711-C0F735B3DA06}"/>
              </a:ext>
            </a:extLst>
          </p:cNvPr>
          <p:cNvSpPr txBox="1"/>
          <p:nvPr/>
        </p:nvSpPr>
        <p:spPr>
          <a:xfrm>
            <a:off x="2575014" y="5076594"/>
            <a:ext cx="312906" cy="369332"/>
          </a:xfrm>
          <a:custGeom>
            <a:avLst/>
            <a:gdLst>
              <a:gd name="csX0" fmla="*/ 0 w 312906"/>
              <a:gd name="csY0" fmla="*/ 0 h 369332"/>
              <a:gd name="csX1" fmla="*/ 312906 w 312906"/>
              <a:gd name="csY1" fmla="*/ 0 h 369332"/>
              <a:gd name="csX2" fmla="*/ 312906 w 312906"/>
              <a:gd name="csY2" fmla="*/ 369332 h 369332"/>
              <a:gd name="csX3" fmla="*/ 0 w 312906"/>
              <a:gd name="csY3" fmla="*/ 369332 h 369332"/>
              <a:gd name="csX4" fmla="*/ 0 w 312906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2906" h="369332" extrusionOk="0">
                <a:moveTo>
                  <a:pt x="0" y="0"/>
                </a:moveTo>
                <a:cubicBezTo>
                  <a:pt x="68915" y="-31957"/>
                  <a:pt x="242338" y="1506"/>
                  <a:pt x="312906" y="0"/>
                </a:cubicBezTo>
                <a:cubicBezTo>
                  <a:pt x="325265" y="104079"/>
                  <a:pt x="309311" y="258487"/>
                  <a:pt x="312906" y="369332"/>
                </a:cubicBezTo>
                <a:cubicBezTo>
                  <a:pt x="244055" y="380530"/>
                  <a:pt x="125352" y="361264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445F6FF-B65F-3DD1-A128-718C85D62BFD}"/>
              </a:ext>
            </a:extLst>
          </p:cNvPr>
          <p:cNvSpPr txBox="1"/>
          <p:nvPr/>
        </p:nvSpPr>
        <p:spPr>
          <a:xfrm>
            <a:off x="1256823" y="4653840"/>
            <a:ext cx="312906" cy="369332"/>
          </a:xfrm>
          <a:custGeom>
            <a:avLst/>
            <a:gdLst>
              <a:gd name="csX0" fmla="*/ 0 w 312906"/>
              <a:gd name="csY0" fmla="*/ 0 h 369332"/>
              <a:gd name="csX1" fmla="*/ 312906 w 312906"/>
              <a:gd name="csY1" fmla="*/ 0 h 369332"/>
              <a:gd name="csX2" fmla="*/ 312906 w 312906"/>
              <a:gd name="csY2" fmla="*/ 369332 h 369332"/>
              <a:gd name="csX3" fmla="*/ 0 w 312906"/>
              <a:gd name="csY3" fmla="*/ 369332 h 369332"/>
              <a:gd name="csX4" fmla="*/ 0 w 312906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2906" h="369332" extrusionOk="0">
                <a:moveTo>
                  <a:pt x="0" y="0"/>
                </a:moveTo>
                <a:cubicBezTo>
                  <a:pt x="68915" y="-31957"/>
                  <a:pt x="242338" y="1506"/>
                  <a:pt x="312906" y="0"/>
                </a:cubicBezTo>
                <a:cubicBezTo>
                  <a:pt x="325265" y="104079"/>
                  <a:pt x="309311" y="258487"/>
                  <a:pt x="312906" y="369332"/>
                </a:cubicBezTo>
                <a:cubicBezTo>
                  <a:pt x="244055" y="380530"/>
                  <a:pt x="125352" y="361264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EADF901-B898-5CA1-8CB8-F88FFB033849}"/>
              </a:ext>
            </a:extLst>
          </p:cNvPr>
          <p:cNvSpPr txBox="1"/>
          <p:nvPr/>
        </p:nvSpPr>
        <p:spPr>
          <a:xfrm>
            <a:off x="838200" y="3934850"/>
            <a:ext cx="312906" cy="369332"/>
          </a:xfrm>
          <a:custGeom>
            <a:avLst/>
            <a:gdLst>
              <a:gd name="csX0" fmla="*/ 0 w 312906"/>
              <a:gd name="csY0" fmla="*/ 0 h 369332"/>
              <a:gd name="csX1" fmla="*/ 312906 w 312906"/>
              <a:gd name="csY1" fmla="*/ 0 h 369332"/>
              <a:gd name="csX2" fmla="*/ 312906 w 312906"/>
              <a:gd name="csY2" fmla="*/ 369332 h 369332"/>
              <a:gd name="csX3" fmla="*/ 0 w 312906"/>
              <a:gd name="csY3" fmla="*/ 369332 h 369332"/>
              <a:gd name="csX4" fmla="*/ 0 w 312906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2906" h="369332" extrusionOk="0">
                <a:moveTo>
                  <a:pt x="0" y="0"/>
                </a:moveTo>
                <a:cubicBezTo>
                  <a:pt x="68915" y="-31957"/>
                  <a:pt x="242338" y="1506"/>
                  <a:pt x="312906" y="0"/>
                </a:cubicBezTo>
                <a:cubicBezTo>
                  <a:pt x="325265" y="104079"/>
                  <a:pt x="309311" y="258487"/>
                  <a:pt x="312906" y="369332"/>
                </a:cubicBezTo>
                <a:cubicBezTo>
                  <a:pt x="244055" y="380530"/>
                  <a:pt x="125352" y="361264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2DBF8EB-B1FC-1709-2C45-5268CE932FD5}"/>
              </a:ext>
            </a:extLst>
          </p:cNvPr>
          <p:cNvSpPr txBox="1"/>
          <p:nvPr/>
        </p:nvSpPr>
        <p:spPr>
          <a:xfrm>
            <a:off x="2118631" y="3813944"/>
            <a:ext cx="261610" cy="369332"/>
          </a:xfrm>
          <a:custGeom>
            <a:avLst/>
            <a:gdLst>
              <a:gd name="csX0" fmla="*/ 0 w 261610"/>
              <a:gd name="csY0" fmla="*/ 0 h 369332"/>
              <a:gd name="csX1" fmla="*/ 261610 w 261610"/>
              <a:gd name="csY1" fmla="*/ 0 h 369332"/>
              <a:gd name="csX2" fmla="*/ 261610 w 261610"/>
              <a:gd name="csY2" fmla="*/ 369332 h 369332"/>
              <a:gd name="csX3" fmla="*/ 0 w 261610"/>
              <a:gd name="csY3" fmla="*/ 369332 h 369332"/>
              <a:gd name="csX4" fmla="*/ 0 w 261610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61610" h="369332" extrusionOk="0">
                <a:moveTo>
                  <a:pt x="0" y="0"/>
                </a:moveTo>
                <a:cubicBezTo>
                  <a:pt x="66613" y="-19283"/>
                  <a:pt x="188645" y="21194"/>
                  <a:pt x="261610" y="0"/>
                </a:cubicBezTo>
                <a:cubicBezTo>
                  <a:pt x="273969" y="104079"/>
                  <a:pt x="258015" y="258487"/>
                  <a:pt x="261610" y="369332"/>
                </a:cubicBezTo>
                <a:cubicBezTo>
                  <a:pt x="153901" y="376168"/>
                  <a:pt x="90218" y="341614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C343121-4DCF-97DB-7C6D-129689C439DD}"/>
              </a:ext>
            </a:extLst>
          </p:cNvPr>
          <p:cNvSpPr txBox="1"/>
          <p:nvPr/>
        </p:nvSpPr>
        <p:spPr>
          <a:xfrm>
            <a:off x="1298334" y="3238009"/>
            <a:ext cx="356188" cy="369332"/>
          </a:xfrm>
          <a:custGeom>
            <a:avLst/>
            <a:gdLst>
              <a:gd name="csX0" fmla="*/ 0 w 356188"/>
              <a:gd name="csY0" fmla="*/ 0 h 369332"/>
              <a:gd name="csX1" fmla="*/ 356188 w 356188"/>
              <a:gd name="csY1" fmla="*/ 0 h 369332"/>
              <a:gd name="csX2" fmla="*/ 356188 w 356188"/>
              <a:gd name="csY2" fmla="*/ 369332 h 369332"/>
              <a:gd name="csX3" fmla="*/ 0 w 356188"/>
              <a:gd name="csY3" fmla="*/ 369332 h 369332"/>
              <a:gd name="csX4" fmla="*/ 0 w 356188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6188" h="369332" extrusionOk="0">
                <a:moveTo>
                  <a:pt x="0" y="0"/>
                </a:moveTo>
                <a:cubicBezTo>
                  <a:pt x="137782" y="-24793"/>
                  <a:pt x="190997" y="40223"/>
                  <a:pt x="356188" y="0"/>
                </a:cubicBezTo>
                <a:cubicBezTo>
                  <a:pt x="368547" y="104079"/>
                  <a:pt x="352593" y="258487"/>
                  <a:pt x="356188" y="369332"/>
                </a:cubicBezTo>
                <a:cubicBezTo>
                  <a:pt x="270318" y="401911"/>
                  <a:pt x="150804" y="366628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-1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217FBA7-5165-ECF9-2C98-30834D49ADB3}"/>
              </a:ext>
            </a:extLst>
          </p:cNvPr>
          <p:cNvSpPr txBox="1"/>
          <p:nvPr/>
        </p:nvSpPr>
        <p:spPr>
          <a:xfrm>
            <a:off x="1996417" y="2645776"/>
            <a:ext cx="312906" cy="369332"/>
          </a:xfrm>
          <a:custGeom>
            <a:avLst/>
            <a:gdLst>
              <a:gd name="csX0" fmla="*/ 0 w 312906"/>
              <a:gd name="csY0" fmla="*/ 0 h 369332"/>
              <a:gd name="csX1" fmla="*/ 312906 w 312906"/>
              <a:gd name="csY1" fmla="*/ 0 h 369332"/>
              <a:gd name="csX2" fmla="*/ 312906 w 312906"/>
              <a:gd name="csY2" fmla="*/ 369332 h 369332"/>
              <a:gd name="csX3" fmla="*/ 0 w 312906"/>
              <a:gd name="csY3" fmla="*/ 369332 h 369332"/>
              <a:gd name="csX4" fmla="*/ 0 w 312906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2906" h="369332" extrusionOk="0">
                <a:moveTo>
                  <a:pt x="0" y="0"/>
                </a:moveTo>
                <a:cubicBezTo>
                  <a:pt x="68915" y="-31957"/>
                  <a:pt x="242338" y="1506"/>
                  <a:pt x="312906" y="0"/>
                </a:cubicBezTo>
                <a:cubicBezTo>
                  <a:pt x="325265" y="104079"/>
                  <a:pt x="309311" y="258487"/>
                  <a:pt x="312906" y="369332"/>
                </a:cubicBezTo>
                <a:cubicBezTo>
                  <a:pt x="244055" y="380530"/>
                  <a:pt x="125352" y="361264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3D1551E-54E3-D011-1D62-84F2E48B3083}"/>
              </a:ext>
            </a:extLst>
          </p:cNvPr>
          <p:cNvSpPr txBox="1"/>
          <p:nvPr/>
        </p:nvSpPr>
        <p:spPr>
          <a:xfrm>
            <a:off x="2897609" y="4379263"/>
            <a:ext cx="261610" cy="369332"/>
          </a:xfrm>
          <a:custGeom>
            <a:avLst/>
            <a:gdLst>
              <a:gd name="csX0" fmla="*/ 0 w 261610"/>
              <a:gd name="csY0" fmla="*/ 0 h 369332"/>
              <a:gd name="csX1" fmla="*/ 261610 w 261610"/>
              <a:gd name="csY1" fmla="*/ 0 h 369332"/>
              <a:gd name="csX2" fmla="*/ 261610 w 261610"/>
              <a:gd name="csY2" fmla="*/ 369332 h 369332"/>
              <a:gd name="csX3" fmla="*/ 0 w 261610"/>
              <a:gd name="csY3" fmla="*/ 369332 h 369332"/>
              <a:gd name="csX4" fmla="*/ 0 w 261610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61610" h="369332" extrusionOk="0">
                <a:moveTo>
                  <a:pt x="0" y="0"/>
                </a:moveTo>
                <a:cubicBezTo>
                  <a:pt x="66613" y="-19283"/>
                  <a:pt x="188645" y="21194"/>
                  <a:pt x="261610" y="0"/>
                </a:cubicBezTo>
                <a:cubicBezTo>
                  <a:pt x="273969" y="104079"/>
                  <a:pt x="258015" y="258487"/>
                  <a:pt x="261610" y="369332"/>
                </a:cubicBezTo>
                <a:cubicBezTo>
                  <a:pt x="153901" y="376168"/>
                  <a:pt x="90218" y="341614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3BEF980-38EE-5267-53D0-C413897339CD}"/>
              </a:ext>
            </a:extLst>
          </p:cNvPr>
          <p:cNvSpPr txBox="1"/>
          <p:nvPr/>
        </p:nvSpPr>
        <p:spPr>
          <a:xfrm>
            <a:off x="3176157" y="3135009"/>
            <a:ext cx="292068" cy="369332"/>
          </a:xfrm>
          <a:custGeom>
            <a:avLst/>
            <a:gdLst>
              <a:gd name="csX0" fmla="*/ 0 w 292068"/>
              <a:gd name="csY0" fmla="*/ 0 h 369332"/>
              <a:gd name="csX1" fmla="*/ 292068 w 292068"/>
              <a:gd name="csY1" fmla="*/ 0 h 369332"/>
              <a:gd name="csX2" fmla="*/ 292068 w 292068"/>
              <a:gd name="csY2" fmla="*/ 369332 h 369332"/>
              <a:gd name="csX3" fmla="*/ 0 w 292068"/>
              <a:gd name="csY3" fmla="*/ 369332 h 369332"/>
              <a:gd name="csX4" fmla="*/ 0 w 292068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92068" h="369332" fill="none" extrusionOk="0">
                <a:moveTo>
                  <a:pt x="0" y="0"/>
                </a:moveTo>
                <a:cubicBezTo>
                  <a:pt x="115217" y="-32426"/>
                  <a:pt x="179100" y="27805"/>
                  <a:pt x="292068" y="0"/>
                </a:cubicBezTo>
                <a:cubicBezTo>
                  <a:pt x="307389" y="138280"/>
                  <a:pt x="265260" y="262718"/>
                  <a:pt x="292068" y="369332"/>
                </a:cubicBezTo>
                <a:cubicBezTo>
                  <a:pt x="203701" y="394776"/>
                  <a:pt x="138535" y="338480"/>
                  <a:pt x="0" y="369332"/>
                </a:cubicBezTo>
                <a:cubicBezTo>
                  <a:pt x="-43072" y="256621"/>
                  <a:pt x="38712" y="103300"/>
                  <a:pt x="0" y="0"/>
                </a:cubicBezTo>
                <a:close/>
              </a:path>
              <a:path w="292068" h="369332" stroke="0" extrusionOk="0">
                <a:moveTo>
                  <a:pt x="0" y="0"/>
                </a:moveTo>
                <a:cubicBezTo>
                  <a:pt x="102981" y="-4737"/>
                  <a:pt x="202682" y="11105"/>
                  <a:pt x="292068" y="0"/>
                </a:cubicBezTo>
                <a:cubicBezTo>
                  <a:pt x="304427" y="104079"/>
                  <a:pt x="288473" y="258487"/>
                  <a:pt x="292068" y="369332"/>
                </a:cubicBezTo>
                <a:cubicBezTo>
                  <a:pt x="201191" y="369954"/>
                  <a:pt x="60028" y="368950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IN" dirty="0"/>
              <a:t>2</a:t>
            </a:r>
          </a:p>
        </p:txBody>
      </p:sp>
      <p:sp>
        <p:nvSpPr>
          <p:cNvPr id="37" name="Arrow: Chevron 36">
            <a:extLst>
              <a:ext uri="{FF2B5EF4-FFF2-40B4-BE49-F238E27FC236}">
                <a16:creationId xmlns:a16="http://schemas.microsoft.com/office/drawing/2014/main" id="{97F46A5F-2C19-34D0-F00D-FD7281DD3D0C}"/>
              </a:ext>
            </a:extLst>
          </p:cNvPr>
          <p:cNvSpPr/>
          <p:nvPr/>
        </p:nvSpPr>
        <p:spPr>
          <a:xfrm rot="385711">
            <a:off x="2620350" y="3468458"/>
            <a:ext cx="300342" cy="314520"/>
          </a:xfrm>
          <a:prstGeom prst="chevron">
            <a:avLst/>
          </a:prstGeom>
          <a:solidFill>
            <a:srgbClr val="FF0000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23F4D65-7F08-AE75-AE2B-883A03576B3E}"/>
              </a:ext>
            </a:extLst>
          </p:cNvPr>
          <p:cNvSpPr txBox="1"/>
          <p:nvPr/>
        </p:nvSpPr>
        <p:spPr>
          <a:xfrm>
            <a:off x="2355883" y="3348053"/>
            <a:ext cx="3818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A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21E721A1-1442-AF4E-7BFF-04C7A38BBAD3}"/>
              </a:ext>
            </a:extLst>
          </p:cNvPr>
          <p:cNvSpPr/>
          <p:nvPr/>
        </p:nvSpPr>
        <p:spPr>
          <a:xfrm>
            <a:off x="6146374" y="2924277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20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2808C7C6-492E-BAC2-7B1F-96015F3D50CD}"/>
              </a:ext>
            </a:extLst>
          </p:cNvPr>
          <p:cNvSpPr/>
          <p:nvPr/>
        </p:nvSpPr>
        <p:spPr>
          <a:xfrm>
            <a:off x="5418233" y="3464869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15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9D77E02D-D719-9239-B510-F77DFE5A7CBB}"/>
              </a:ext>
            </a:extLst>
          </p:cNvPr>
          <p:cNvSpPr/>
          <p:nvPr/>
        </p:nvSpPr>
        <p:spPr>
          <a:xfrm>
            <a:off x="6857577" y="3464869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23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6E154DCA-878E-1431-1EB4-E356F7D30D78}"/>
              </a:ext>
            </a:extLst>
          </p:cNvPr>
          <p:cNvSpPr/>
          <p:nvPr/>
        </p:nvSpPr>
        <p:spPr>
          <a:xfrm>
            <a:off x="4986433" y="4125269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10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141E4370-E7ED-D420-DECB-95E985CEB57C}"/>
              </a:ext>
            </a:extLst>
          </p:cNvPr>
          <p:cNvSpPr/>
          <p:nvPr/>
        </p:nvSpPr>
        <p:spPr>
          <a:xfrm>
            <a:off x="5746630" y="4125269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17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3FBB2CCB-3099-CC20-233D-0E0C687A3B90}"/>
              </a:ext>
            </a:extLst>
          </p:cNvPr>
          <p:cNvSpPr/>
          <p:nvPr/>
        </p:nvSpPr>
        <p:spPr>
          <a:xfrm>
            <a:off x="5418232" y="4838850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16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C4E1454C-A983-7713-7F0F-97E259EE7A1E}"/>
              </a:ext>
            </a:extLst>
          </p:cNvPr>
          <p:cNvSpPr/>
          <p:nvPr/>
        </p:nvSpPr>
        <p:spPr>
          <a:xfrm>
            <a:off x="6481440" y="4125268"/>
            <a:ext cx="359203" cy="35920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22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B3AB84AD-CB52-3D38-CF85-565F30EC1004}"/>
              </a:ext>
            </a:extLst>
          </p:cNvPr>
          <p:cNvCxnSpPr>
            <a:stCxn id="39" idx="3"/>
            <a:endCxn id="40" idx="0"/>
          </p:cNvCxnSpPr>
          <p:nvPr/>
        </p:nvCxnSpPr>
        <p:spPr>
          <a:xfrm flipH="1">
            <a:off x="5597835" y="3230876"/>
            <a:ext cx="601143" cy="2339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79A096F6-96E5-EC1A-D8F5-BE470E2ACCAE}"/>
              </a:ext>
            </a:extLst>
          </p:cNvPr>
          <p:cNvCxnSpPr>
            <a:stCxn id="39" idx="5"/>
            <a:endCxn id="41" idx="1"/>
          </p:cNvCxnSpPr>
          <p:nvPr/>
        </p:nvCxnSpPr>
        <p:spPr>
          <a:xfrm>
            <a:off x="6452973" y="3230876"/>
            <a:ext cx="457208" cy="28659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5DD48589-9D82-C00D-C303-4798B3250ADD}"/>
              </a:ext>
            </a:extLst>
          </p:cNvPr>
          <p:cNvCxnSpPr>
            <a:stCxn id="40" idx="3"/>
            <a:endCxn id="42" idx="0"/>
          </p:cNvCxnSpPr>
          <p:nvPr/>
        </p:nvCxnSpPr>
        <p:spPr>
          <a:xfrm flipH="1">
            <a:off x="5166035" y="3771468"/>
            <a:ext cx="304802" cy="3538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C4D9E618-4257-ED7A-B5E4-EE25AC7D83D0}"/>
              </a:ext>
            </a:extLst>
          </p:cNvPr>
          <p:cNvCxnSpPr>
            <a:stCxn id="40" idx="5"/>
            <a:endCxn id="43" idx="0"/>
          </p:cNvCxnSpPr>
          <p:nvPr/>
        </p:nvCxnSpPr>
        <p:spPr>
          <a:xfrm>
            <a:off x="5724832" y="3771468"/>
            <a:ext cx="201400" cy="3538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B6FA6A3-B0C0-EEC5-7714-1353706E5847}"/>
              </a:ext>
            </a:extLst>
          </p:cNvPr>
          <p:cNvCxnSpPr>
            <a:stCxn id="43" idx="3"/>
            <a:endCxn id="44" idx="0"/>
          </p:cNvCxnSpPr>
          <p:nvPr/>
        </p:nvCxnSpPr>
        <p:spPr>
          <a:xfrm flipH="1">
            <a:off x="5597834" y="4431868"/>
            <a:ext cx="201400" cy="4069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52718C98-E51A-B3A6-5402-1E822054F70A}"/>
              </a:ext>
            </a:extLst>
          </p:cNvPr>
          <p:cNvCxnSpPr>
            <a:stCxn id="41" idx="3"/>
            <a:endCxn id="45" idx="0"/>
          </p:cNvCxnSpPr>
          <p:nvPr/>
        </p:nvCxnSpPr>
        <p:spPr>
          <a:xfrm flipH="1">
            <a:off x="6661042" y="3771468"/>
            <a:ext cx="249139" cy="35380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2FCDD48C-5873-F7A6-255C-82154666CEFD}"/>
              </a:ext>
            </a:extLst>
          </p:cNvPr>
          <p:cNvSpPr txBox="1"/>
          <p:nvPr/>
        </p:nvSpPr>
        <p:spPr>
          <a:xfrm>
            <a:off x="6807970" y="4383984"/>
            <a:ext cx="312906" cy="369332"/>
          </a:xfrm>
          <a:custGeom>
            <a:avLst/>
            <a:gdLst>
              <a:gd name="csX0" fmla="*/ 0 w 312906"/>
              <a:gd name="csY0" fmla="*/ 0 h 369332"/>
              <a:gd name="csX1" fmla="*/ 312906 w 312906"/>
              <a:gd name="csY1" fmla="*/ 0 h 369332"/>
              <a:gd name="csX2" fmla="*/ 312906 w 312906"/>
              <a:gd name="csY2" fmla="*/ 369332 h 369332"/>
              <a:gd name="csX3" fmla="*/ 0 w 312906"/>
              <a:gd name="csY3" fmla="*/ 369332 h 369332"/>
              <a:gd name="csX4" fmla="*/ 0 w 312906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2906" h="369332" extrusionOk="0">
                <a:moveTo>
                  <a:pt x="0" y="0"/>
                </a:moveTo>
                <a:cubicBezTo>
                  <a:pt x="68915" y="-31957"/>
                  <a:pt x="242338" y="1506"/>
                  <a:pt x="312906" y="0"/>
                </a:cubicBezTo>
                <a:cubicBezTo>
                  <a:pt x="325265" y="104079"/>
                  <a:pt x="309311" y="258487"/>
                  <a:pt x="312906" y="369332"/>
                </a:cubicBezTo>
                <a:cubicBezTo>
                  <a:pt x="244055" y="380530"/>
                  <a:pt x="125352" y="361264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D9B972A-08AF-CB98-9E8F-E1DCC6EAC702}"/>
              </a:ext>
            </a:extLst>
          </p:cNvPr>
          <p:cNvSpPr txBox="1"/>
          <p:nvPr/>
        </p:nvSpPr>
        <p:spPr>
          <a:xfrm>
            <a:off x="5134782" y="4653840"/>
            <a:ext cx="312906" cy="369332"/>
          </a:xfrm>
          <a:custGeom>
            <a:avLst/>
            <a:gdLst>
              <a:gd name="csX0" fmla="*/ 0 w 312906"/>
              <a:gd name="csY0" fmla="*/ 0 h 369332"/>
              <a:gd name="csX1" fmla="*/ 312906 w 312906"/>
              <a:gd name="csY1" fmla="*/ 0 h 369332"/>
              <a:gd name="csX2" fmla="*/ 312906 w 312906"/>
              <a:gd name="csY2" fmla="*/ 369332 h 369332"/>
              <a:gd name="csX3" fmla="*/ 0 w 312906"/>
              <a:gd name="csY3" fmla="*/ 369332 h 369332"/>
              <a:gd name="csX4" fmla="*/ 0 w 312906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2906" h="369332" extrusionOk="0">
                <a:moveTo>
                  <a:pt x="0" y="0"/>
                </a:moveTo>
                <a:cubicBezTo>
                  <a:pt x="68915" y="-31957"/>
                  <a:pt x="242338" y="1506"/>
                  <a:pt x="312906" y="0"/>
                </a:cubicBezTo>
                <a:cubicBezTo>
                  <a:pt x="325265" y="104079"/>
                  <a:pt x="309311" y="258487"/>
                  <a:pt x="312906" y="369332"/>
                </a:cubicBezTo>
                <a:cubicBezTo>
                  <a:pt x="244055" y="380530"/>
                  <a:pt x="125352" y="361264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7D00517-F876-D86B-FB5D-899E591320C5}"/>
              </a:ext>
            </a:extLst>
          </p:cNvPr>
          <p:cNvSpPr txBox="1"/>
          <p:nvPr/>
        </p:nvSpPr>
        <p:spPr>
          <a:xfrm>
            <a:off x="4716159" y="3934850"/>
            <a:ext cx="312906" cy="369332"/>
          </a:xfrm>
          <a:custGeom>
            <a:avLst/>
            <a:gdLst>
              <a:gd name="csX0" fmla="*/ 0 w 312906"/>
              <a:gd name="csY0" fmla="*/ 0 h 369332"/>
              <a:gd name="csX1" fmla="*/ 312906 w 312906"/>
              <a:gd name="csY1" fmla="*/ 0 h 369332"/>
              <a:gd name="csX2" fmla="*/ 312906 w 312906"/>
              <a:gd name="csY2" fmla="*/ 369332 h 369332"/>
              <a:gd name="csX3" fmla="*/ 0 w 312906"/>
              <a:gd name="csY3" fmla="*/ 369332 h 369332"/>
              <a:gd name="csX4" fmla="*/ 0 w 312906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2906" h="369332" extrusionOk="0">
                <a:moveTo>
                  <a:pt x="0" y="0"/>
                </a:moveTo>
                <a:cubicBezTo>
                  <a:pt x="68915" y="-31957"/>
                  <a:pt x="242338" y="1506"/>
                  <a:pt x="312906" y="0"/>
                </a:cubicBezTo>
                <a:cubicBezTo>
                  <a:pt x="325265" y="104079"/>
                  <a:pt x="309311" y="258487"/>
                  <a:pt x="312906" y="369332"/>
                </a:cubicBezTo>
                <a:cubicBezTo>
                  <a:pt x="244055" y="380530"/>
                  <a:pt x="125352" y="361264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8BE6435-9909-410D-8BCD-66D2E94AA465}"/>
              </a:ext>
            </a:extLst>
          </p:cNvPr>
          <p:cNvSpPr txBox="1"/>
          <p:nvPr/>
        </p:nvSpPr>
        <p:spPr>
          <a:xfrm>
            <a:off x="5996590" y="3813944"/>
            <a:ext cx="261610" cy="369332"/>
          </a:xfrm>
          <a:custGeom>
            <a:avLst/>
            <a:gdLst>
              <a:gd name="csX0" fmla="*/ 0 w 261610"/>
              <a:gd name="csY0" fmla="*/ 0 h 369332"/>
              <a:gd name="csX1" fmla="*/ 261610 w 261610"/>
              <a:gd name="csY1" fmla="*/ 0 h 369332"/>
              <a:gd name="csX2" fmla="*/ 261610 w 261610"/>
              <a:gd name="csY2" fmla="*/ 369332 h 369332"/>
              <a:gd name="csX3" fmla="*/ 0 w 261610"/>
              <a:gd name="csY3" fmla="*/ 369332 h 369332"/>
              <a:gd name="csX4" fmla="*/ 0 w 261610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61610" h="369332" extrusionOk="0">
                <a:moveTo>
                  <a:pt x="0" y="0"/>
                </a:moveTo>
                <a:cubicBezTo>
                  <a:pt x="66613" y="-19283"/>
                  <a:pt x="188645" y="21194"/>
                  <a:pt x="261610" y="0"/>
                </a:cubicBezTo>
                <a:cubicBezTo>
                  <a:pt x="273969" y="104079"/>
                  <a:pt x="258015" y="258487"/>
                  <a:pt x="261610" y="369332"/>
                </a:cubicBezTo>
                <a:cubicBezTo>
                  <a:pt x="153901" y="376168"/>
                  <a:pt x="90218" y="341614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A75290F-75F0-5D26-453C-5B36E43A370A}"/>
              </a:ext>
            </a:extLst>
          </p:cNvPr>
          <p:cNvSpPr txBox="1"/>
          <p:nvPr/>
        </p:nvSpPr>
        <p:spPr>
          <a:xfrm>
            <a:off x="5176293" y="3238009"/>
            <a:ext cx="356188" cy="369332"/>
          </a:xfrm>
          <a:custGeom>
            <a:avLst/>
            <a:gdLst>
              <a:gd name="csX0" fmla="*/ 0 w 356188"/>
              <a:gd name="csY0" fmla="*/ 0 h 369332"/>
              <a:gd name="csX1" fmla="*/ 356188 w 356188"/>
              <a:gd name="csY1" fmla="*/ 0 h 369332"/>
              <a:gd name="csX2" fmla="*/ 356188 w 356188"/>
              <a:gd name="csY2" fmla="*/ 369332 h 369332"/>
              <a:gd name="csX3" fmla="*/ 0 w 356188"/>
              <a:gd name="csY3" fmla="*/ 369332 h 369332"/>
              <a:gd name="csX4" fmla="*/ 0 w 356188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6188" h="369332" extrusionOk="0">
                <a:moveTo>
                  <a:pt x="0" y="0"/>
                </a:moveTo>
                <a:cubicBezTo>
                  <a:pt x="137782" y="-24793"/>
                  <a:pt x="190997" y="40223"/>
                  <a:pt x="356188" y="0"/>
                </a:cubicBezTo>
                <a:cubicBezTo>
                  <a:pt x="368547" y="104079"/>
                  <a:pt x="352593" y="258487"/>
                  <a:pt x="356188" y="369332"/>
                </a:cubicBezTo>
                <a:cubicBezTo>
                  <a:pt x="270318" y="401911"/>
                  <a:pt x="150804" y="366628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-1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E66DE1E-5552-D797-153F-4224F6288B12}"/>
              </a:ext>
            </a:extLst>
          </p:cNvPr>
          <p:cNvSpPr txBox="1"/>
          <p:nvPr/>
        </p:nvSpPr>
        <p:spPr>
          <a:xfrm>
            <a:off x="5874376" y="2645776"/>
            <a:ext cx="261610" cy="369332"/>
          </a:xfrm>
          <a:custGeom>
            <a:avLst/>
            <a:gdLst>
              <a:gd name="csX0" fmla="*/ 0 w 261610"/>
              <a:gd name="csY0" fmla="*/ 0 h 369332"/>
              <a:gd name="csX1" fmla="*/ 261610 w 261610"/>
              <a:gd name="csY1" fmla="*/ 0 h 369332"/>
              <a:gd name="csX2" fmla="*/ 261610 w 261610"/>
              <a:gd name="csY2" fmla="*/ 369332 h 369332"/>
              <a:gd name="csX3" fmla="*/ 0 w 261610"/>
              <a:gd name="csY3" fmla="*/ 369332 h 369332"/>
              <a:gd name="csX4" fmla="*/ 0 w 261610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61610" h="369332" extrusionOk="0">
                <a:moveTo>
                  <a:pt x="0" y="0"/>
                </a:moveTo>
                <a:cubicBezTo>
                  <a:pt x="66613" y="-19283"/>
                  <a:pt x="188645" y="21194"/>
                  <a:pt x="261610" y="0"/>
                </a:cubicBezTo>
                <a:cubicBezTo>
                  <a:pt x="273969" y="104079"/>
                  <a:pt x="258015" y="258487"/>
                  <a:pt x="261610" y="369332"/>
                </a:cubicBezTo>
                <a:cubicBezTo>
                  <a:pt x="153901" y="376168"/>
                  <a:pt x="90218" y="341614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D847F6D-A634-B890-3232-FFD29667B9EA}"/>
              </a:ext>
            </a:extLst>
          </p:cNvPr>
          <p:cNvSpPr txBox="1"/>
          <p:nvPr/>
        </p:nvSpPr>
        <p:spPr>
          <a:xfrm>
            <a:off x="7571627" y="4379263"/>
            <a:ext cx="312906" cy="369332"/>
          </a:xfrm>
          <a:custGeom>
            <a:avLst/>
            <a:gdLst>
              <a:gd name="csX0" fmla="*/ 0 w 312906"/>
              <a:gd name="csY0" fmla="*/ 0 h 369332"/>
              <a:gd name="csX1" fmla="*/ 312906 w 312906"/>
              <a:gd name="csY1" fmla="*/ 0 h 369332"/>
              <a:gd name="csX2" fmla="*/ 312906 w 312906"/>
              <a:gd name="csY2" fmla="*/ 369332 h 369332"/>
              <a:gd name="csX3" fmla="*/ 0 w 312906"/>
              <a:gd name="csY3" fmla="*/ 369332 h 369332"/>
              <a:gd name="csX4" fmla="*/ 0 w 312906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2906" h="369332" extrusionOk="0">
                <a:moveTo>
                  <a:pt x="0" y="0"/>
                </a:moveTo>
                <a:cubicBezTo>
                  <a:pt x="68915" y="-31957"/>
                  <a:pt x="242338" y="1506"/>
                  <a:pt x="312906" y="0"/>
                </a:cubicBezTo>
                <a:cubicBezTo>
                  <a:pt x="325265" y="104079"/>
                  <a:pt x="309311" y="258487"/>
                  <a:pt x="312906" y="369332"/>
                </a:cubicBezTo>
                <a:cubicBezTo>
                  <a:pt x="244055" y="380530"/>
                  <a:pt x="125352" y="361264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DA3EDFC-0F06-8CEA-1860-33211DF89083}"/>
              </a:ext>
            </a:extLst>
          </p:cNvPr>
          <p:cNvSpPr txBox="1"/>
          <p:nvPr/>
        </p:nvSpPr>
        <p:spPr>
          <a:xfrm>
            <a:off x="7054116" y="3135009"/>
            <a:ext cx="312906" cy="369332"/>
          </a:xfrm>
          <a:custGeom>
            <a:avLst/>
            <a:gdLst>
              <a:gd name="csX0" fmla="*/ 0 w 312906"/>
              <a:gd name="csY0" fmla="*/ 0 h 369332"/>
              <a:gd name="csX1" fmla="*/ 312906 w 312906"/>
              <a:gd name="csY1" fmla="*/ 0 h 369332"/>
              <a:gd name="csX2" fmla="*/ 312906 w 312906"/>
              <a:gd name="csY2" fmla="*/ 369332 h 369332"/>
              <a:gd name="csX3" fmla="*/ 0 w 312906"/>
              <a:gd name="csY3" fmla="*/ 369332 h 369332"/>
              <a:gd name="csX4" fmla="*/ 0 w 312906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2906" h="369332" extrusionOk="0">
                <a:moveTo>
                  <a:pt x="0" y="0"/>
                </a:moveTo>
                <a:cubicBezTo>
                  <a:pt x="68915" y="-31957"/>
                  <a:pt x="242338" y="1506"/>
                  <a:pt x="312906" y="0"/>
                </a:cubicBezTo>
                <a:cubicBezTo>
                  <a:pt x="325265" y="104079"/>
                  <a:pt x="309311" y="258487"/>
                  <a:pt x="312906" y="369332"/>
                </a:cubicBezTo>
                <a:cubicBezTo>
                  <a:pt x="244055" y="380530"/>
                  <a:pt x="125352" y="361264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62" name="Arrow: Chevron 61">
            <a:extLst>
              <a:ext uri="{FF2B5EF4-FFF2-40B4-BE49-F238E27FC236}">
                <a16:creationId xmlns:a16="http://schemas.microsoft.com/office/drawing/2014/main" id="{0B7FC2FE-9D8C-0F1D-B802-8434FFCD589D}"/>
              </a:ext>
            </a:extLst>
          </p:cNvPr>
          <p:cNvSpPr/>
          <p:nvPr/>
        </p:nvSpPr>
        <p:spPr>
          <a:xfrm rot="7577280">
            <a:off x="7530373" y="3838371"/>
            <a:ext cx="300342" cy="314520"/>
          </a:xfrm>
          <a:prstGeom prst="chevron">
            <a:avLst/>
          </a:prstGeom>
          <a:solidFill>
            <a:srgbClr val="FF0000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D350016-A3E1-0F67-1631-88E34D9C5BB4}"/>
              </a:ext>
            </a:extLst>
          </p:cNvPr>
          <p:cNvSpPr txBox="1"/>
          <p:nvPr/>
        </p:nvSpPr>
        <p:spPr>
          <a:xfrm>
            <a:off x="7614457" y="3552334"/>
            <a:ext cx="3818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A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DB94CDF5-63A6-11F4-6F01-71D395F41AC8}"/>
              </a:ext>
            </a:extLst>
          </p:cNvPr>
          <p:cNvSpPr/>
          <p:nvPr/>
        </p:nvSpPr>
        <p:spPr>
          <a:xfrm>
            <a:off x="7278702" y="4125268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25</a:t>
            </a:r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AADA955D-47D5-5B52-450F-A070BF3F6F6C}"/>
              </a:ext>
            </a:extLst>
          </p:cNvPr>
          <p:cNvCxnSpPr>
            <a:stCxn id="41" idx="5"/>
            <a:endCxn id="66" idx="0"/>
          </p:cNvCxnSpPr>
          <p:nvPr/>
        </p:nvCxnSpPr>
        <p:spPr>
          <a:xfrm>
            <a:off x="7164176" y="3771468"/>
            <a:ext cx="294128" cy="353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Arrow: Curved Down 68">
            <a:extLst>
              <a:ext uri="{FF2B5EF4-FFF2-40B4-BE49-F238E27FC236}">
                <a16:creationId xmlns:a16="http://schemas.microsoft.com/office/drawing/2014/main" id="{6D5452D9-11F0-BDDA-3D11-1BA1CB33BCFB}"/>
              </a:ext>
            </a:extLst>
          </p:cNvPr>
          <p:cNvSpPr/>
          <p:nvPr/>
        </p:nvSpPr>
        <p:spPr>
          <a:xfrm rot="17320532">
            <a:off x="2997636" y="3972764"/>
            <a:ext cx="460138" cy="285628"/>
          </a:xfrm>
          <a:prstGeom prst="curvedDown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71" name="Arrow: Right 70">
            <a:extLst>
              <a:ext uri="{FF2B5EF4-FFF2-40B4-BE49-F238E27FC236}">
                <a16:creationId xmlns:a16="http://schemas.microsoft.com/office/drawing/2014/main" id="{0846DAFD-7BDA-2432-65FD-0A2EFEA8A052}"/>
              </a:ext>
            </a:extLst>
          </p:cNvPr>
          <p:cNvSpPr/>
          <p:nvPr/>
        </p:nvSpPr>
        <p:spPr>
          <a:xfrm>
            <a:off x="3928718" y="3787801"/>
            <a:ext cx="459330" cy="3693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514C179D-B3B8-BC4E-75DA-1360D5235DAB}"/>
              </a:ext>
            </a:extLst>
          </p:cNvPr>
          <p:cNvSpPr/>
          <p:nvPr/>
        </p:nvSpPr>
        <p:spPr>
          <a:xfrm>
            <a:off x="9902686" y="506182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/>
              <a:t>A</a:t>
            </a:r>
            <a:endParaRPr lang="en-IN" dirty="0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6373F8C3-8463-0CB8-CC96-94E7B8FF3CE9}"/>
              </a:ext>
            </a:extLst>
          </p:cNvPr>
          <p:cNvSpPr/>
          <p:nvPr/>
        </p:nvSpPr>
        <p:spPr>
          <a:xfrm>
            <a:off x="9311196" y="1056516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/>
              <a:t>C</a:t>
            </a:r>
            <a:endParaRPr lang="en-IN" dirty="0"/>
          </a:p>
        </p:txBody>
      </p:sp>
      <p:sp>
        <p:nvSpPr>
          <p:cNvPr id="75" name="Isosceles Triangle 74">
            <a:extLst>
              <a:ext uri="{FF2B5EF4-FFF2-40B4-BE49-F238E27FC236}">
                <a16:creationId xmlns:a16="http://schemas.microsoft.com/office/drawing/2014/main" id="{8C271D15-9DF3-8931-9A6C-684769EFC7EB}"/>
              </a:ext>
            </a:extLst>
          </p:cNvPr>
          <p:cNvSpPr/>
          <p:nvPr/>
        </p:nvSpPr>
        <p:spPr>
          <a:xfrm>
            <a:off x="8610704" y="1831745"/>
            <a:ext cx="741887" cy="878537"/>
          </a:xfrm>
          <a:prstGeom prst="triangl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w1</a:t>
            </a:r>
          </a:p>
        </p:txBody>
      </p:sp>
      <p:sp>
        <p:nvSpPr>
          <p:cNvPr id="76" name="Isosceles Triangle 75">
            <a:extLst>
              <a:ext uri="{FF2B5EF4-FFF2-40B4-BE49-F238E27FC236}">
                <a16:creationId xmlns:a16="http://schemas.microsoft.com/office/drawing/2014/main" id="{9243C8D1-27AE-F7C1-9933-77FEFA755EBB}"/>
              </a:ext>
            </a:extLst>
          </p:cNvPr>
          <p:cNvSpPr/>
          <p:nvPr/>
        </p:nvSpPr>
        <p:spPr>
          <a:xfrm>
            <a:off x="9819195" y="1831745"/>
            <a:ext cx="526187" cy="489335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w2</a:t>
            </a:r>
          </a:p>
        </p:txBody>
      </p:sp>
      <p:sp>
        <p:nvSpPr>
          <p:cNvPr id="77" name="Isosceles Triangle 76">
            <a:extLst>
              <a:ext uri="{FF2B5EF4-FFF2-40B4-BE49-F238E27FC236}">
                <a16:creationId xmlns:a16="http://schemas.microsoft.com/office/drawing/2014/main" id="{A4311EDF-36E8-59B3-8F14-8DF138A4C98F}"/>
              </a:ext>
            </a:extLst>
          </p:cNvPr>
          <p:cNvSpPr/>
          <p:nvPr/>
        </p:nvSpPr>
        <p:spPr>
          <a:xfrm>
            <a:off x="10458738" y="1056516"/>
            <a:ext cx="521422" cy="489335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w3</a:t>
            </a: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DC25D300-521E-D721-409E-734AFA4AA7E8}"/>
              </a:ext>
            </a:extLst>
          </p:cNvPr>
          <p:cNvCxnSpPr>
            <a:stCxn id="73" idx="3"/>
            <a:endCxn id="74" idx="0"/>
          </p:cNvCxnSpPr>
          <p:nvPr/>
        </p:nvCxnSpPr>
        <p:spPr>
          <a:xfrm flipH="1">
            <a:off x="9490798" y="812781"/>
            <a:ext cx="464492" cy="2437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FF30F3C0-E09C-876F-0113-6F5628FFB312}"/>
              </a:ext>
            </a:extLst>
          </p:cNvPr>
          <p:cNvCxnSpPr>
            <a:cxnSpLocks/>
            <a:stCxn id="73" idx="5"/>
            <a:endCxn id="77" idx="0"/>
          </p:cNvCxnSpPr>
          <p:nvPr/>
        </p:nvCxnSpPr>
        <p:spPr>
          <a:xfrm>
            <a:off x="10209285" y="812781"/>
            <a:ext cx="510164" cy="2437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9D13EE29-FD8D-EC54-5AF5-1D0DEA55C65B}"/>
              </a:ext>
            </a:extLst>
          </p:cNvPr>
          <p:cNvCxnSpPr>
            <a:stCxn id="74" idx="3"/>
            <a:endCxn id="75" idx="0"/>
          </p:cNvCxnSpPr>
          <p:nvPr/>
        </p:nvCxnSpPr>
        <p:spPr>
          <a:xfrm flipH="1">
            <a:off x="8981648" y="1363115"/>
            <a:ext cx="382152" cy="46863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9B0E1448-4DFC-E906-1272-28606188B65C}"/>
              </a:ext>
            </a:extLst>
          </p:cNvPr>
          <p:cNvCxnSpPr>
            <a:cxnSpLocks/>
            <a:stCxn id="74" idx="5"/>
            <a:endCxn id="76" idx="0"/>
          </p:cNvCxnSpPr>
          <p:nvPr/>
        </p:nvCxnSpPr>
        <p:spPr>
          <a:xfrm>
            <a:off x="9617795" y="1363115"/>
            <a:ext cx="464494" cy="4686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Arrow: Curved Down 85">
            <a:extLst>
              <a:ext uri="{FF2B5EF4-FFF2-40B4-BE49-F238E27FC236}">
                <a16:creationId xmlns:a16="http://schemas.microsoft.com/office/drawing/2014/main" id="{6A3E2A50-64E2-2421-983A-D96C4B5411AB}"/>
              </a:ext>
            </a:extLst>
          </p:cNvPr>
          <p:cNvSpPr/>
          <p:nvPr/>
        </p:nvSpPr>
        <p:spPr>
          <a:xfrm rot="19425767">
            <a:off x="9737851" y="941114"/>
            <a:ext cx="258539" cy="168072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F84E2F32-A3F3-732F-901D-F33AFA924382}"/>
              </a:ext>
            </a:extLst>
          </p:cNvPr>
          <p:cNvSpPr/>
          <p:nvPr/>
        </p:nvSpPr>
        <p:spPr>
          <a:xfrm>
            <a:off x="9873884" y="3627673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/>
              <a:t>C</a:t>
            </a:r>
            <a:endParaRPr lang="en-IN" dirty="0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FE61703A-3D0B-095F-468E-41F7EC5340DF}"/>
              </a:ext>
            </a:extLst>
          </p:cNvPr>
          <p:cNvSpPr/>
          <p:nvPr/>
        </p:nvSpPr>
        <p:spPr>
          <a:xfrm>
            <a:off x="10590796" y="4414535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/>
              <a:t>A</a:t>
            </a:r>
            <a:endParaRPr lang="en-IN" dirty="0"/>
          </a:p>
        </p:txBody>
      </p:sp>
      <p:sp>
        <p:nvSpPr>
          <p:cNvPr id="89" name="Isosceles Triangle 88">
            <a:extLst>
              <a:ext uri="{FF2B5EF4-FFF2-40B4-BE49-F238E27FC236}">
                <a16:creationId xmlns:a16="http://schemas.microsoft.com/office/drawing/2014/main" id="{D23848F3-DE47-EF79-54FD-CEAFF8E34633}"/>
              </a:ext>
            </a:extLst>
          </p:cNvPr>
          <p:cNvSpPr/>
          <p:nvPr/>
        </p:nvSpPr>
        <p:spPr>
          <a:xfrm>
            <a:off x="8808633" y="4567389"/>
            <a:ext cx="741887" cy="878537"/>
          </a:xfrm>
          <a:prstGeom prst="triangl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w1</a:t>
            </a:r>
          </a:p>
        </p:txBody>
      </p:sp>
      <p:sp>
        <p:nvSpPr>
          <p:cNvPr id="90" name="Isosceles Triangle 89">
            <a:extLst>
              <a:ext uri="{FF2B5EF4-FFF2-40B4-BE49-F238E27FC236}">
                <a16:creationId xmlns:a16="http://schemas.microsoft.com/office/drawing/2014/main" id="{84C9F488-447E-6B24-CDB3-BC4756724828}"/>
              </a:ext>
            </a:extLst>
          </p:cNvPr>
          <p:cNvSpPr/>
          <p:nvPr/>
        </p:nvSpPr>
        <p:spPr>
          <a:xfrm>
            <a:off x="10053485" y="4953236"/>
            <a:ext cx="507778" cy="489335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w2</a:t>
            </a:r>
          </a:p>
        </p:txBody>
      </p:sp>
      <p:sp>
        <p:nvSpPr>
          <p:cNvPr id="91" name="Isosceles Triangle 90">
            <a:extLst>
              <a:ext uri="{FF2B5EF4-FFF2-40B4-BE49-F238E27FC236}">
                <a16:creationId xmlns:a16="http://schemas.microsoft.com/office/drawing/2014/main" id="{AA475279-2F32-0AED-FB1E-BED0A854E2DB}"/>
              </a:ext>
            </a:extLst>
          </p:cNvPr>
          <p:cNvSpPr/>
          <p:nvPr/>
        </p:nvSpPr>
        <p:spPr>
          <a:xfrm>
            <a:off x="11045557" y="4953236"/>
            <a:ext cx="507777" cy="489335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w3</a:t>
            </a:r>
          </a:p>
        </p:txBody>
      </p: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57FA421C-FE70-737F-B4D9-135B3CE98652}"/>
              </a:ext>
            </a:extLst>
          </p:cNvPr>
          <p:cNvCxnSpPr>
            <a:cxnSpLocks/>
            <a:stCxn id="87" idx="5"/>
            <a:endCxn id="88" idx="0"/>
          </p:cNvCxnSpPr>
          <p:nvPr/>
        </p:nvCxnSpPr>
        <p:spPr>
          <a:xfrm>
            <a:off x="10180483" y="3934272"/>
            <a:ext cx="589915" cy="48026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C2C8551F-729F-CA21-15D6-592A63007D63}"/>
              </a:ext>
            </a:extLst>
          </p:cNvPr>
          <p:cNvCxnSpPr>
            <a:cxnSpLocks/>
            <a:stCxn id="88" idx="5"/>
            <a:endCxn id="91" idx="0"/>
          </p:cNvCxnSpPr>
          <p:nvPr/>
        </p:nvCxnSpPr>
        <p:spPr>
          <a:xfrm>
            <a:off x="10897395" y="4721134"/>
            <a:ext cx="402051" cy="2321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7E298BA4-CDB4-133C-97E5-E9D441B079BA}"/>
              </a:ext>
            </a:extLst>
          </p:cNvPr>
          <p:cNvCxnSpPr>
            <a:cxnSpLocks/>
            <a:stCxn id="87" idx="3"/>
            <a:endCxn id="89" idx="0"/>
          </p:cNvCxnSpPr>
          <p:nvPr/>
        </p:nvCxnSpPr>
        <p:spPr>
          <a:xfrm flipH="1">
            <a:off x="9179577" y="3934272"/>
            <a:ext cx="746911" cy="633117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24BC0DBD-30BC-E18E-C293-B5FFC7759004}"/>
              </a:ext>
            </a:extLst>
          </p:cNvPr>
          <p:cNvCxnSpPr>
            <a:cxnSpLocks/>
            <a:stCxn id="88" idx="3"/>
            <a:endCxn id="90" idx="0"/>
          </p:cNvCxnSpPr>
          <p:nvPr/>
        </p:nvCxnSpPr>
        <p:spPr>
          <a:xfrm flipH="1">
            <a:off x="10307374" y="4721134"/>
            <a:ext cx="336026" cy="2321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Arrow: Down 123">
            <a:extLst>
              <a:ext uri="{FF2B5EF4-FFF2-40B4-BE49-F238E27FC236}">
                <a16:creationId xmlns:a16="http://schemas.microsoft.com/office/drawing/2014/main" id="{06ED992C-EE71-00DA-2DD6-3066E93F5406}"/>
              </a:ext>
            </a:extLst>
          </p:cNvPr>
          <p:cNvSpPr/>
          <p:nvPr/>
        </p:nvSpPr>
        <p:spPr>
          <a:xfrm>
            <a:off x="9928987" y="2895312"/>
            <a:ext cx="306599" cy="30470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9478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/>
      <p:bldP spid="66" grpId="0" animBg="1"/>
      <p:bldP spid="69" grpId="0" animBg="1"/>
      <p:bldP spid="7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98A8B-EF6E-9BB3-A1C2-825E8832F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AVL tree rotations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1574EF-70BC-CBE0-787D-8BB6F13387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12775"/>
          </a:xfrm>
        </p:spPr>
        <p:txBody>
          <a:bodyPr/>
          <a:lstStyle/>
          <a:p>
            <a:r>
              <a:rPr lang="en-IN" dirty="0"/>
              <a:t>Right-Right Rotation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A9AEC04E-2BD9-0DCC-D27D-A1CD7E6E8E33}"/>
              </a:ext>
            </a:extLst>
          </p:cNvPr>
          <p:cNvSpPr/>
          <p:nvPr/>
        </p:nvSpPr>
        <p:spPr>
          <a:xfrm>
            <a:off x="2268415" y="2924277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20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6591D385-0FBC-FC04-D006-728009D8ADC6}"/>
              </a:ext>
            </a:extLst>
          </p:cNvPr>
          <p:cNvSpPr/>
          <p:nvPr/>
        </p:nvSpPr>
        <p:spPr>
          <a:xfrm>
            <a:off x="1540274" y="3464869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15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B19F9F3E-0654-5974-9D84-3B267DB5462D}"/>
              </a:ext>
            </a:extLst>
          </p:cNvPr>
          <p:cNvSpPr/>
          <p:nvPr/>
        </p:nvSpPr>
        <p:spPr>
          <a:xfrm>
            <a:off x="2979618" y="3464869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25</a:t>
            </a: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E2185CFA-8A77-E8D5-43A6-DEE23CCE4B0D}"/>
              </a:ext>
            </a:extLst>
          </p:cNvPr>
          <p:cNvSpPr/>
          <p:nvPr/>
        </p:nvSpPr>
        <p:spPr>
          <a:xfrm>
            <a:off x="1108474" y="4125269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10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7854428A-084E-539C-9142-28EDF0FD2371}"/>
              </a:ext>
            </a:extLst>
          </p:cNvPr>
          <p:cNvSpPr/>
          <p:nvPr/>
        </p:nvSpPr>
        <p:spPr>
          <a:xfrm>
            <a:off x="1868671" y="4125269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17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6BD65B7B-1DEE-E95C-7700-3597E56D6B0A}"/>
              </a:ext>
            </a:extLst>
          </p:cNvPr>
          <p:cNvSpPr/>
          <p:nvPr/>
        </p:nvSpPr>
        <p:spPr>
          <a:xfrm>
            <a:off x="1540273" y="4838850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16</a:t>
            </a: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99EE94D2-65C3-5B94-8F61-565939DF6163}"/>
              </a:ext>
            </a:extLst>
          </p:cNvPr>
          <p:cNvSpPr/>
          <p:nvPr/>
        </p:nvSpPr>
        <p:spPr>
          <a:xfrm>
            <a:off x="3294662" y="4125268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/>
              <a:t>3</a:t>
            </a:r>
            <a:r>
              <a:rPr lang="en-IN" dirty="0"/>
              <a:t>0</a:t>
            </a: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072FB4EB-F00D-A515-EAA7-307300178C58}"/>
              </a:ext>
            </a:extLst>
          </p:cNvPr>
          <p:cNvSpPr/>
          <p:nvPr/>
        </p:nvSpPr>
        <p:spPr>
          <a:xfrm>
            <a:off x="3653865" y="4838850"/>
            <a:ext cx="359203" cy="35920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/>
              <a:t>3</a:t>
            </a:r>
            <a:r>
              <a:rPr lang="en-IN" dirty="0"/>
              <a:t>5</a:t>
            </a: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71DD5209-3678-8BDD-205E-E1D34E931506}"/>
              </a:ext>
            </a:extLst>
          </p:cNvPr>
          <p:cNvCxnSpPr>
            <a:stCxn id="62" idx="3"/>
            <a:endCxn id="63" idx="0"/>
          </p:cNvCxnSpPr>
          <p:nvPr/>
        </p:nvCxnSpPr>
        <p:spPr>
          <a:xfrm flipH="1">
            <a:off x="1719876" y="3230876"/>
            <a:ext cx="601143" cy="2339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D21628F7-1522-C8C0-32FE-763C3474F751}"/>
              </a:ext>
            </a:extLst>
          </p:cNvPr>
          <p:cNvCxnSpPr>
            <a:stCxn id="62" idx="5"/>
            <a:endCxn id="64" idx="1"/>
          </p:cNvCxnSpPr>
          <p:nvPr/>
        </p:nvCxnSpPr>
        <p:spPr>
          <a:xfrm>
            <a:off x="2575014" y="3230876"/>
            <a:ext cx="457208" cy="28659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B1655ECD-AD1F-1807-5978-855F01B7BAC7}"/>
              </a:ext>
            </a:extLst>
          </p:cNvPr>
          <p:cNvCxnSpPr>
            <a:stCxn id="63" idx="3"/>
            <a:endCxn id="65" idx="0"/>
          </p:cNvCxnSpPr>
          <p:nvPr/>
        </p:nvCxnSpPr>
        <p:spPr>
          <a:xfrm flipH="1">
            <a:off x="1288076" y="3771468"/>
            <a:ext cx="304802" cy="3538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B740844A-8B4B-27CC-6CC4-756CE26BB7A1}"/>
              </a:ext>
            </a:extLst>
          </p:cNvPr>
          <p:cNvCxnSpPr>
            <a:stCxn id="63" idx="5"/>
            <a:endCxn id="66" idx="0"/>
          </p:cNvCxnSpPr>
          <p:nvPr/>
        </p:nvCxnSpPr>
        <p:spPr>
          <a:xfrm>
            <a:off x="1846873" y="3771468"/>
            <a:ext cx="201400" cy="3538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F23166AE-E71F-A5B0-D644-4E1EA9A46A39}"/>
              </a:ext>
            </a:extLst>
          </p:cNvPr>
          <p:cNvCxnSpPr>
            <a:stCxn id="66" idx="3"/>
            <a:endCxn id="67" idx="0"/>
          </p:cNvCxnSpPr>
          <p:nvPr/>
        </p:nvCxnSpPr>
        <p:spPr>
          <a:xfrm flipH="1">
            <a:off x="1719875" y="4431868"/>
            <a:ext cx="201400" cy="4069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B599174F-37F1-8079-7D1D-9B5175B6FAC3}"/>
              </a:ext>
            </a:extLst>
          </p:cNvPr>
          <p:cNvCxnSpPr>
            <a:cxnSpLocks/>
            <a:stCxn id="64" idx="5"/>
            <a:endCxn id="68" idx="0"/>
          </p:cNvCxnSpPr>
          <p:nvPr/>
        </p:nvCxnSpPr>
        <p:spPr>
          <a:xfrm>
            <a:off x="3286217" y="3771468"/>
            <a:ext cx="188047" cy="353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3E8BC49B-E44F-E3C3-0324-8F84A62564A4}"/>
              </a:ext>
            </a:extLst>
          </p:cNvPr>
          <p:cNvCxnSpPr>
            <a:cxnSpLocks/>
            <a:stCxn id="68" idx="5"/>
            <a:endCxn id="69" idx="0"/>
          </p:cNvCxnSpPr>
          <p:nvPr/>
        </p:nvCxnSpPr>
        <p:spPr>
          <a:xfrm>
            <a:off x="3601261" y="4431867"/>
            <a:ext cx="232206" cy="406983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D07910CE-D285-4606-0480-56BF0A14521E}"/>
              </a:ext>
            </a:extLst>
          </p:cNvPr>
          <p:cNvSpPr txBox="1"/>
          <p:nvPr/>
        </p:nvSpPr>
        <p:spPr>
          <a:xfrm>
            <a:off x="3913554" y="4511512"/>
            <a:ext cx="312906" cy="369332"/>
          </a:xfrm>
          <a:custGeom>
            <a:avLst/>
            <a:gdLst>
              <a:gd name="csX0" fmla="*/ 0 w 312906"/>
              <a:gd name="csY0" fmla="*/ 0 h 369332"/>
              <a:gd name="csX1" fmla="*/ 312906 w 312906"/>
              <a:gd name="csY1" fmla="*/ 0 h 369332"/>
              <a:gd name="csX2" fmla="*/ 312906 w 312906"/>
              <a:gd name="csY2" fmla="*/ 369332 h 369332"/>
              <a:gd name="csX3" fmla="*/ 0 w 312906"/>
              <a:gd name="csY3" fmla="*/ 369332 h 369332"/>
              <a:gd name="csX4" fmla="*/ 0 w 312906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2906" h="369332" extrusionOk="0">
                <a:moveTo>
                  <a:pt x="0" y="0"/>
                </a:moveTo>
                <a:cubicBezTo>
                  <a:pt x="68915" y="-31957"/>
                  <a:pt x="242338" y="1506"/>
                  <a:pt x="312906" y="0"/>
                </a:cubicBezTo>
                <a:cubicBezTo>
                  <a:pt x="325265" y="104079"/>
                  <a:pt x="309311" y="258487"/>
                  <a:pt x="312906" y="369332"/>
                </a:cubicBezTo>
                <a:cubicBezTo>
                  <a:pt x="244055" y="380530"/>
                  <a:pt x="125352" y="361264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4186106-AE4B-C77A-ACFB-4E0C5CD5389D}"/>
              </a:ext>
            </a:extLst>
          </p:cNvPr>
          <p:cNvSpPr txBox="1"/>
          <p:nvPr/>
        </p:nvSpPr>
        <p:spPr>
          <a:xfrm>
            <a:off x="1256823" y="4653840"/>
            <a:ext cx="312906" cy="369332"/>
          </a:xfrm>
          <a:custGeom>
            <a:avLst/>
            <a:gdLst>
              <a:gd name="csX0" fmla="*/ 0 w 312906"/>
              <a:gd name="csY0" fmla="*/ 0 h 369332"/>
              <a:gd name="csX1" fmla="*/ 312906 w 312906"/>
              <a:gd name="csY1" fmla="*/ 0 h 369332"/>
              <a:gd name="csX2" fmla="*/ 312906 w 312906"/>
              <a:gd name="csY2" fmla="*/ 369332 h 369332"/>
              <a:gd name="csX3" fmla="*/ 0 w 312906"/>
              <a:gd name="csY3" fmla="*/ 369332 h 369332"/>
              <a:gd name="csX4" fmla="*/ 0 w 312906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2906" h="369332" extrusionOk="0">
                <a:moveTo>
                  <a:pt x="0" y="0"/>
                </a:moveTo>
                <a:cubicBezTo>
                  <a:pt x="68915" y="-31957"/>
                  <a:pt x="242338" y="1506"/>
                  <a:pt x="312906" y="0"/>
                </a:cubicBezTo>
                <a:cubicBezTo>
                  <a:pt x="325265" y="104079"/>
                  <a:pt x="309311" y="258487"/>
                  <a:pt x="312906" y="369332"/>
                </a:cubicBezTo>
                <a:cubicBezTo>
                  <a:pt x="244055" y="380530"/>
                  <a:pt x="125352" y="361264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9BA98D7-8A8A-6AD3-90C3-15985948FDA8}"/>
              </a:ext>
            </a:extLst>
          </p:cNvPr>
          <p:cNvSpPr txBox="1"/>
          <p:nvPr/>
        </p:nvSpPr>
        <p:spPr>
          <a:xfrm>
            <a:off x="831171" y="3917345"/>
            <a:ext cx="312906" cy="369332"/>
          </a:xfrm>
          <a:custGeom>
            <a:avLst/>
            <a:gdLst>
              <a:gd name="csX0" fmla="*/ 0 w 312906"/>
              <a:gd name="csY0" fmla="*/ 0 h 369332"/>
              <a:gd name="csX1" fmla="*/ 312906 w 312906"/>
              <a:gd name="csY1" fmla="*/ 0 h 369332"/>
              <a:gd name="csX2" fmla="*/ 312906 w 312906"/>
              <a:gd name="csY2" fmla="*/ 369332 h 369332"/>
              <a:gd name="csX3" fmla="*/ 0 w 312906"/>
              <a:gd name="csY3" fmla="*/ 369332 h 369332"/>
              <a:gd name="csX4" fmla="*/ 0 w 312906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2906" h="369332" extrusionOk="0">
                <a:moveTo>
                  <a:pt x="0" y="0"/>
                </a:moveTo>
                <a:cubicBezTo>
                  <a:pt x="68915" y="-31957"/>
                  <a:pt x="242338" y="1506"/>
                  <a:pt x="312906" y="0"/>
                </a:cubicBezTo>
                <a:cubicBezTo>
                  <a:pt x="325265" y="104079"/>
                  <a:pt x="309311" y="258487"/>
                  <a:pt x="312906" y="369332"/>
                </a:cubicBezTo>
                <a:cubicBezTo>
                  <a:pt x="244055" y="380530"/>
                  <a:pt x="125352" y="361264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C71944E-14B0-AD0C-69DD-F509109068E6}"/>
              </a:ext>
            </a:extLst>
          </p:cNvPr>
          <p:cNvSpPr txBox="1"/>
          <p:nvPr/>
        </p:nvSpPr>
        <p:spPr>
          <a:xfrm>
            <a:off x="2118631" y="3813944"/>
            <a:ext cx="261610" cy="369332"/>
          </a:xfrm>
          <a:custGeom>
            <a:avLst/>
            <a:gdLst>
              <a:gd name="csX0" fmla="*/ 0 w 261610"/>
              <a:gd name="csY0" fmla="*/ 0 h 369332"/>
              <a:gd name="csX1" fmla="*/ 261610 w 261610"/>
              <a:gd name="csY1" fmla="*/ 0 h 369332"/>
              <a:gd name="csX2" fmla="*/ 261610 w 261610"/>
              <a:gd name="csY2" fmla="*/ 369332 h 369332"/>
              <a:gd name="csX3" fmla="*/ 0 w 261610"/>
              <a:gd name="csY3" fmla="*/ 369332 h 369332"/>
              <a:gd name="csX4" fmla="*/ 0 w 261610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61610" h="369332" extrusionOk="0">
                <a:moveTo>
                  <a:pt x="0" y="0"/>
                </a:moveTo>
                <a:cubicBezTo>
                  <a:pt x="66613" y="-19283"/>
                  <a:pt x="188645" y="21194"/>
                  <a:pt x="261610" y="0"/>
                </a:cubicBezTo>
                <a:cubicBezTo>
                  <a:pt x="273969" y="104079"/>
                  <a:pt x="258015" y="258487"/>
                  <a:pt x="261610" y="369332"/>
                </a:cubicBezTo>
                <a:cubicBezTo>
                  <a:pt x="153901" y="376168"/>
                  <a:pt x="90218" y="341614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D9C558E-B3C4-910A-2C68-F4483BE79CB7}"/>
              </a:ext>
            </a:extLst>
          </p:cNvPr>
          <p:cNvSpPr txBox="1"/>
          <p:nvPr/>
        </p:nvSpPr>
        <p:spPr>
          <a:xfrm>
            <a:off x="1220901" y="3230876"/>
            <a:ext cx="356188" cy="369332"/>
          </a:xfrm>
          <a:custGeom>
            <a:avLst/>
            <a:gdLst>
              <a:gd name="csX0" fmla="*/ 0 w 356188"/>
              <a:gd name="csY0" fmla="*/ 0 h 369332"/>
              <a:gd name="csX1" fmla="*/ 356188 w 356188"/>
              <a:gd name="csY1" fmla="*/ 0 h 369332"/>
              <a:gd name="csX2" fmla="*/ 356188 w 356188"/>
              <a:gd name="csY2" fmla="*/ 369332 h 369332"/>
              <a:gd name="csX3" fmla="*/ 0 w 356188"/>
              <a:gd name="csY3" fmla="*/ 369332 h 369332"/>
              <a:gd name="csX4" fmla="*/ 0 w 356188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6188" h="369332" extrusionOk="0">
                <a:moveTo>
                  <a:pt x="0" y="0"/>
                </a:moveTo>
                <a:cubicBezTo>
                  <a:pt x="137782" y="-24793"/>
                  <a:pt x="190997" y="40223"/>
                  <a:pt x="356188" y="0"/>
                </a:cubicBezTo>
                <a:cubicBezTo>
                  <a:pt x="368547" y="104079"/>
                  <a:pt x="352593" y="258487"/>
                  <a:pt x="356188" y="369332"/>
                </a:cubicBezTo>
                <a:cubicBezTo>
                  <a:pt x="270318" y="401911"/>
                  <a:pt x="150804" y="366628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-1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07B94F1-504A-78A7-14F3-7B89E341B287}"/>
              </a:ext>
            </a:extLst>
          </p:cNvPr>
          <p:cNvSpPr txBox="1"/>
          <p:nvPr/>
        </p:nvSpPr>
        <p:spPr>
          <a:xfrm>
            <a:off x="1996417" y="2645776"/>
            <a:ext cx="312906" cy="369332"/>
          </a:xfrm>
          <a:custGeom>
            <a:avLst/>
            <a:gdLst>
              <a:gd name="csX0" fmla="*/ 0 w 312906"/>
              <a:gd name="csY0" fmla="*/ 0 h 369332"/>
              <a:gd name="csX1" fmla="*/ 312906 w 312906"/>
              <a:gd name="csY1" fmla="*/ 0 h 369332"/>
              <a:gd name="csX2" fmla="*/ 312906 w 312906"/>
              <a:gd name="csY2" fmla="*/ 369332 h 369332"/>
              <a:gd name="csX3" fmla="*/ 0 w 312906"/>
              <a:gd name="csY3" fmla="*/ 369332 h 369332"/>
              <a:gd name="csX4" fmla="*/ 0 w 312906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2906" h="369332" extrusionOk="0">
                <a:moveTo>
                  <a:pt x="0" y="0"/>
                </a:moveTo>
                <a:cubicBezTo>
                  <a:pt x="68915" y="-31957"/>
                  <a:pt x="242338" y="1506"/>
                  <a:pt x="312906" y="0"/>
                </a:cubicBezTo>
                <a:cubicBezTo>
                  <a:pt x="325265" y="104079"/>
                  <a:pt x="309311" y="258487"/>
                  <a:pt x="312906" y="369332"/>
                </a:cubicBezTo>
                <a:cubicBezTo>
                  <a:pt x="244055" y="380530"/>
                  <a:pt x="125352" y="361264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13102CF-386B-8609-A53C-9F6622413F42}"/>
              </a:ext>
            </a:extLst>
          </p:cNvPr>
          <p:cNvSpPr txBox="1"/>
          <p:nvPr/>
        </p:nvSpPr>
        <p:spPr>
          <a:xfrm>
            <a:off x="3538403" y="3797210"/>
            <a:ext cx="356188" cy="369332"/>
          </a:xfrm>
          <a:custGeom>
            <a:avLst/>
            <a:gdLst>
              <a:gd name="csX0" fmla="*/ 0 w 356188"/>
              <a:gd name="csY0" fmla="*/ 0 h 369332"/>
              <a:gd name="csX1" fmla="*/ 356188 w 356188"/>
              <a:gd name="csY1" fmla="*/ 0 h 369332"/>
              <a:gd name="csX2" fmla="*/ 356188 w 356188"/>
              <a:gd name="csY2" fmla="*/ 369332 h 369332"/>
              <a:gd name="csX3" fmla="*/ 0 w 356188"/>
              <a:gd name="csY3" fmla="*/ 369332 h 369332"/>
              <a:gd name="csX4" fmla="*/ 0 w 356188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6188" h="369332" extrusionOk="0">
                <a:moveTo>
                  <a:pt x="0" y="0"/>
                </a:moveTo>
                <a:cubicBezTo>
                  <a:pt x="137782" y="-24793"/>
                  <a:pt x="190997" y="40223"/>
                  <a:pt x="356188" y="0"/>
                </a:cubicBezTo>
                <a:cubicBezTo>
                  <a:pt x="368547" y="104079"/>
                  <a:pt x="352593" y="258487"/>
                  <a:pt x="356188" y="369332"/>
                </a:cubicBezTo>
                <a:cubicBezTo>
                  <a:pt x="270318" y="401911"/>
                  <a:pt x="150804" y="366628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-1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90A903C-991C-3F1E-3240-740E2D490EBA}"/>
              </a:ext>
            </a:extLst>
          </p:cNvPr>
          <p:cNvSpPr txBox="1"/>
          <p:nvPr/>
        </p:nvSpPr>
        <p:spPr>
          <a:xfrm>
            <a:off x="3176157" y="3135009"/>
            <a:ext cx="386644" cy="369332"/>
          </a:xfrm>
          <a:custGeom>
            <a:avLst/>
            <a:gdLst>
              <a:gd name="csX0" fmla="*/ 0 w 386644"/>
              <a:gd name="csY0" fmla="*/ 0 h 369332"/>
              <a:gd name="csX1" fmla="*/ 386644 w 386644"/>
              <a:gd name="csY1" fmla="*/ 0 h 369332"/>
              <a:gd name="csX2" fmla="*/ 386644 w 386644"/>
              <a:gd name="csY2" fmla="*/ 369332 h 369332"/>
              <a:gd name="csX3" fmla="*/ 0 w 386644"/>
              <a:gd name="csY3" fmla="*/ 369332 h 369332"/>
              <a:gd name="csX4" fmla="*/ 0 w 386644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86644" h="369332" fill="none" extrusionOk="0">
                <a:moveTo>
                  <a:pt x="0" y="0"/>
                </a:moveTo>
                <a:cubicBezTo>
                  <a:pt x="191410" y="-28417"/>
                  <a:pt x="252087" y="24479"/>
                  <a:pt x="386644" y="0"/>
                </a:cubicBezTo>
                <a:cubicBezTo>
                  <a:pt x="401965" y="138280"/>
                  <a:pt x="359836" y="262718"/>
                  <a:pt x="386644" y="369332"/>
                </a:cubicBezTo>
                <a:cubicBezTo>
                  <a:pt x="210203" y="381249"/>
                  <a:pt x="122841" y="336176"/>
                  <a:pt x="0" y="369332"/>
                </a:cubicBezTo>
                <a:cubicBezTo>
                  <a:pt x="-43072" y="256621"/>
                  <a:pt x="38712" y="103300"/>
                  <a:pt x="0" y="0"/>
                </a:cubicBezTo>
                <a:close/>
              </a:path>
              <a:path w="386644" h="369332" stroke="0" extrusionOk="0">
                <a:moveTo>
                  <a:pt x="0" y="0"/>
                </a:moveTo>
                <a:cubicBezTo>
                  <a:pt x="159497" y="-6721"/>
                  <a:pt x="200229" y="38987"/>
                  <a:pt x="386644" y="0"/>
                </a:cubicBezTo>
                <a:cubicBezTo>
                  <a:pt x="399003" y="104079"/>
                  <a:pt x="383049" y="258487"/>
                  <a:pt x="386644" y="369332"/>
                </a:cubicBezTo>
                <a:cubicBezTo>
                  <a:pt x="294500" y="398603"/>
                  <a:pt x="154941" y="339844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IN" dirty="0"/>
              <a:t>-2</a:t>
            </a:r>
          </a:p>
        </p:txBody>
      </p:sp>
      <p:sp>
        <p:nvSpPr>
          <p:cNvPr id="85" name="Arrow: Chevron 84">
            <a:extLst>
              <a:ext uri="{FF2B5EF4-FFF2-40B4-BE49-F238E27FC236}">
                <a16:creationId xmlns:a16="http://schemas.microsoft.com/office/drawing/2014/main" id="{CD6E08B3-2272-952C-178A-7ED246EDDCB8}"/>
              </a:ext>
            </a:extLst>
          </p:cNvPr>
          <p:cNvSpPr/>
          <p:nvPr/>
        </p:nvSpPr>
        <p:spPr>
          <a:xfrm rot="385711">
            <a:off x="2620350" y="3468458"/>
            <a:ext cx="300342" cy="314520"/>
          </a:xfrm>
          <a:prstGeom prst="chevron">
            <a:avLst/>
          </a:prstGeom>
          <a:solidFill>
            <a:srgbClr val="FF0000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0536E96-AB77-53D3-56B3-E6A1B6C1E67A}"/>
              </a:ext>
            </a:extLst>
          </p:cNvPr>
          <p:cNvSpPr txBox="1"/>
          <p:nvPr/>
        </p:nvSpPr>
        <p:spPr>
          <a:xfrm>
            <a:off x="2355883" y="3348053"/>
            <a:ext cx="3818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A</a:t>
            </a:r>
          </a:p>
        </p:txBody>
      </p:sp>
      <p:sp>
        <p:nvSpPr>
          <p:cNvPr id="126" name="Arrow: Curved Up 125">
            <a:extLst>
              <a:ext uri="{FF2B5EF4-FFF2-40B4-BE49-F238E27FC236}">
                <a16:creationId xmlns:a16="http://schemas.microsoft.com/office/drawing/2014/main" id="{8EB72F81-6F5A-D5D3-E649-06FC86197263}"/>
              </a:ext>
            </a:extLst>
          </p:cNvPr>
          <p:cNvSpPr/>
          <p:nvPr/>
        </p:nvSpPr>
        <p:spPr>
          <a:xfrm rot="15503450">
            <a:off x="2744631" y="3922410"/>
            <a:ext cx="548539" cy="359203"/>
          </a:xfrm>
          <a:prstGeom prst="curvedUp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27" name="Oval 126">
            <a:extLst>
              <a:ext uri="{FF2B5EF4-FFF2-40B4-BE49-F238E27FC236}">
                <a16:creationId xmlns:a16="http://schemas.microsoft.com/office/drawing/2014/main" id="{7512344C-A27D-64C6-5C46-5C98D764780F}"/>
              </a:ext>
            </a:extLst>
          </p:cNvPr>
          <p:cNvSpPr/>
          <p:nvPr/>
        </p:nvSpPr>
        <p:spPr>
          <a:xfrm>
            <a:off x="6687403" y="2924277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20</a:t>
            </a:r>
          </a:p>
        </p:txBody>
      </p:sp>
      <p:sp>
        <p:nvSpPr>
          <p:cNvPr id="128" name="Oval 127">
            <a:extLst>
              <a:ext uri="{FF2B5EF4-FFF2-40B4-BE49-F238E27FC236}">
                <a16:creationId xmlns:a16="http://schemas.microsoft.com/office/drawing/2014/main" id="{2F7F4A7D-1804-6E5B-E8AE-9CBAFE86E7AA}"/>
              </a:ext>
            </a:extLst>
          </p:cNvPr>
          <p:cNvSpPr/>
          <p:nvPr/>
        </p:nvSpPr>
        <p:spPr>
          <a:xfrm>
            <a:off x="5959262" y="3464869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15</a:t>
            </a:r>
          </a:p>
        </p:txBody>
      </p:sp>
      <p:sp>
        <p:nvSpPr>
          <p:cNvPr id="129" name="Oval 128">
            <a:extLst>
              <a:ext uri="{FF2B5EF4-FFF2-40B4-BE49-F238E27FC236}">
                <a16:creationId xmlns:a16="http://schemas.microsoft.com/office/drawing/2014/main" id="{BD186A1B-8C60-B43E-C3BE-21AFFEF90237}"/>
              </a:ext>
            </a:extLst>
          </p:cNvPr>
          <p:cNvSpPr/>
          <p:nvPr/>
        </p:nvSpPr>
        <p:spPr>
          <a:xfrm>
            <a:off x="7398606" y="3464869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/>
              <a:t>30</a:t>
            </a:r>
            <a:endParaRPr lang="en-IN" dirty="0"/>
          </a:p>
        </p:txBody>
      </p:sp>
      <p:sp>
        <p:nvSpPr>
          <p:cNvPr id="130" name="Oval 129">
            <a:extLst>
              <a:ext uri="{FF2B5EF4-FFF2-40B4-BE49-F238E27FC236}">
                <a16:creationId xmlns:a16="http://schemas.microsoft.com/office/drawing/2014/main" id="{105B21CD-5A55-C400-7597-87C5C4663BAF}"/>
              </a:ext>
            </a:extLst>
          </p:cNvPr>
          <p:cNvSpPr/>
          <p:nvPr/>
        </p:nvSpPr>
        <p:spPr>
          <a:xfrm>
            <a:off x="5527462" y="4125269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10</a:t>
            </a:r>
          </a:p>
        </p:txBody>
      </p:sp>
      <p:sp>
        <p:nvSpPr>
          <p:cNvPr id="131" name="Oval 130">
            <a:extLst>
              <a:ext uri="{FF2B5EF4-FFF2-40B4-BE49-F238E27FC236}">
                <a16:creationId xmlns:a16="http://schemas.microsoft.com/office/drawing/2014/main" id="{E1F9947F-C010-F43E-3F6D-938779B70FCA}"/>
              </a:ext>
            </a:extLst>
          </p:cNvPr>
          <p:cNvSpPr/>
          <p:nvPr/>
        </p:nvSpPr>
        <p:spPr>
          <a:xfrm>
            <a:off x="6287659" y="4125269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17</a:t>
            </a:r>
          </a:p>
        </p:txBody>
      </p:sp>
      <p:sp>
        <p:nvSpPr>
          <p:cNvPr id="132" name="Oval 131">
            <a:extLst>
              <a:ext uri="{FF2B5EF4-FFF2-40B4-BE49-F238E27FC236}">
                <a16:creationId xmlns:a16="http://schemas.microsoft.com/office/drawing/2014/main" id="{C1282110-08CF-73D4-C0DB-C7F3E2A80870}"/>
              </a:ext>
            </a:extLst>
          </p:cNvPr>
          <p:cNvSpPr/>
          <p:nvPr/>
        </p:nvSpPr>
        <p:spPr>
          <a:xfrm>
            <a:off x="5959261" y="4838850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16</a:t>
            </a:r>
          </a:p>
        </p:txBody>
      </p:sp>
      <p:sp>
        <p:nvSpPr>
          <p:cNvPr id="133" name="Oval 132">
            <a:extLst>
              <a:ext uri="{FF2B5EF4-FFF2-40B4-BE49-F238E27FC236}">
                <a16:creationId xmlns:a16="http://schemas.microsoft.com/office/drawing/2014/main" id="{5D40DE2B-ED47-C888-3B25-AD63BF39B2D6}"/>
              </a:ext>
            </a:extLst>
          </p:cNvPr>
          <p:cNvSpPr/>
          <p:nvPr/>
        </p:nvSpPr>
        <p:spPr>
          <a:xfrm>
            <a:off x="7022469" y="4125268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25</a:t>
            </a:r>
          </a:p>
        </p:txBody>
      </p: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9ECDC0F4-F6F4-D08A-4134-DA5185142C60}"/>
              </a:ext>
            </a:extLst>
          </p:cNvPr>
          <p:cNvCxnSpPr>
            <a:stCxn id="127" idx="3"/>
            <a:endCxn id="128" idx="0"/>
          </p:cNvCxnSpPr>
          <p:nvPr/>
        </p:nvCxnSpPr>
        <p:spPr>
          <a:xfrm flipH="1">
            <a:off x="6138864" y="3230876"/>
            <a:ext cx="601143" cy="2339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DA0E616D-4AA9-5623-D01D-465A064743E7}"/>
              </a:ext>
            </a:extLst>
          </p:cNvPr>
          <p:cNvCxnSpPr>
            <a:stCxn id="127" idx="5"/>
            <a:endCxn id="129" idx="1"/>
          </p:cNvCxnSpPr>
          <p:nvPr/>
        </p:nvCxnSpPr>
        <p:spPr>
          <a:xfrm>
            <a:off x="6994002" y="3230876"/>
            <a:ext cx="457208" cy="28659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58EB5118-97D2-608A-8153-0AD7FD1334D4}"/>
              </a:ext>
            </a:extLst>
          </p:cNvPr>
          <p:cNvCxnSpPr>
            <a:stCxn id="128" idx="3"/>
            <a:endCxn id="130" idx="0"/>
          </p:cNvCxnSpPr>
          <p:nvPr/>
        </p:nvCxnSpPr>
        <p:spPr>
          <a:xfrm flipH="1">
            <a:off x="5707064" y="3771468"/>
            <a:ext cx="304802" cy="3538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6AAB4C8F-E786-4719-8C24-3281DC041D11}"/>
              </a:ext>
            </a:extLst>
          </p:cNvPr>
          <p:cNvCxnSpPr>
            <a:stCxn id="128" idx="5"/>
            <a:endCxn id="131" idx="0"/>
          </p:cNvCxnSpPr>
          <p:nvPr/>
        </p:nvCxnSpPr>
        <p:spPr>
          <a:xfrm>
            <a:off x="6265861" y="3771468"/>
            <a:ext cx="201400" cy="3538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EA334F5A-7A7E-D95A-E531-FDEFB93330A0}"/>
              </a:ext>
            </a:extLst>
          </p:cNvPr>
          <p:cNvCxnSpPr>
            <a:stCxn id="131" idx="3"/>
            <a:endCxn id="132" idx="0"/>
          </p:cNvCxnSpPr>
          <p:nvPr/>
        </p:nvCxnSpPr>
        <p:spPr>
          <a:xfrm flipH="1">
            <a:off x="6138863" y="4431868"/>
            <a:ext cx="201400" cy="4069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118256A5-EBB7-26E4-566B-A1578D9AD3D3}"/>
              </a:ext>
            </a:extLst>
          </p:cNvPr>
          <p:cNvCxnSpPr>
            <a:stCxn id="129" idx="3"/>
            <a:endCxn id="133" idx="0"/>
          </p:cNvCxnSpPr>
          <p:nvPr/>
        </p:nvCxnSpPr>
        <p:spPr>
          <a:xfrm flipH="1">
            <a:off x="7202071" y="3771468"/>
            <a:ext cx="249139" cy="353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TextBox 139">
            <a:extLst>
              <a:ext uri="{FF2B5EF4-FFF2-40B4-BE49-F238E27FC236}">
                <a16:creationId xmlns:a16="http://schemas.microsoft.com/office/drawing/2014/main" id="{9B8C55F9-1CA1-33EF-C6EE-3145B26F4DE3}"/>
              </a:ext>
            </a:extLst>
          </p:cNvPr>
          <p:cNvSpPr txBox="1"/>
          <p:nvPr/>
        </p:nvSpPr>
        <p:spPr>
          <a:xfrm>
            <a:off x="7348999" y="4383984"/>
            <a:ext cx="312906" cy="369332"/>
          </a:xfrm>
          <a:custGeom>
            <a:avLst/>
            <a:gdLst>
              <a:gd name="csX0" fmla="*/ 0 w 312906"/>
              <a:gd name="csY0" fmla="*/ 0 h 369332"/>
              <a:gd name="csX1" fmla="*/ 312906 w 312906"/>
              <a:gd name="csY1" fmla="*/ 0 h 369332"/>
              <a:gd name="csX2" fmla="*/ 312906 w 312906"/>
              <a:gd name="csY2" fmla="*/ 369332 h 369332"/>
              <a:gd name="csX3" fmla="*/ 0 w 312906"/>
              <a:gd name="csY3" fmla="*/ 369332 h 369332"/>
              <a:gd name="csX4" fmla="*/ 0 w 312906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2906" h="369332" extrusionOk="0">
                <a:moveTo>
                  <a:pt x="0" y="0"/>
                </a:moveTo>
                <a:cubicBezTo>
                  <a:pt x="68915" y="-31957"/>
                  <a:pt x="242338" y="1506"/>
                  <a:pt x="312906" y="0"/>
                </a:cubicBezTo>
                <a:cubicBezTo>
                  <a:pt x="325265" y="104079"/>
                  <a:pt x="309311" y="258487"/>
                  <a:pt x="312906" y="369332"/>
                </a:cubicBezTo>
                <a:cubicBezTo>
                  <a:pt x="244055" y="380530"/>
                  <a:pt x="125352" y="361264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31A20322-F548-FE53-CFB4-E6EABC2C5EB6}"/>
              </a:ext>
            </a:extLst>
          </p:cNvPr>
          <p:cNvSpPr txBox="1"/>
          <p:nvPr/>
        </p:nvSpPr>
        <p:spPr>
          <a:xfrm>
            <a:off x="5675811" y="4653840"/>
            <a:ext cx="312906" cy="369332"/>
          </a:xfrm>
          <a:custGeom>
            <a:avLst/>
            <a:gdLst>
              <a:gd name="csX0" fmla="*/ 0 w 312906"/>
              <a:gd name="csY0" fmla="*/ 0 h 369332"/>
              <a:gd name="csX1" fmla="*/ 312906 w 312906"/>
              <a:gd name="csY1" fmla="*/ 0 h 369332"/>
              <a:gd name="csX2" fmla="*/ 312906 w 312906"/>
              <a:gd name="csY2" fmla="*/ 369332 h 369332"/>
              <a:gd name="csX3" fmla="*/ 0 w 312906"/>
              <a:gd name="csY3" fmla="*/ 369332 h 369332"/>
              <a:gd name="csX4" fmla="*/ 0 w 312906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2906" h="369332" extrusionOk="0">
                <a:moveTo>
                  <a:pt x="0" y="0"/>
                </a:moveTo>
                <a:cubicBezTo>
                  <a:pt x="68915" y="-31957"/>
                  <a:pt x="242338" y="1506"/>
                  <a:pt x="312906" y="0"/>
                </a:cubicBezTo>
                <a:cubicBezTo>
                  <a:pt x="325265" y="104079"/>
                  <a:pt x="309311" y="258487"/>
                  <a:pt x="312906" y="369332"/>
                </a:cubicBezTo>
                <a:cubicBezTo>
                  <a:pt x="244055" y="380530"/>
                  <a:pt x="125352" y="361264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1BE0CC17-1013-4471-F4ED-D62116AF4C8E}"/>
              </a:ext>
            </a:extLst>
          </p:cNvPr>
          <p:cNvSpPr txBox="1"/>
          <p:nvPr/>
        </p:nvSpPr>
        <p:spPr>
          <a:xfrm>
            <a:off x="5257188" y="3934850"/>
            <a:ext cx="312906" cy="369332"/>
          </a:xfrm>
          <a:custGeom>
            <a:avLst/>
            <a:gdLst>
              <a:gd name="csX0" fmla="*/ 0 w 312906"/>
              <a:gd name="csY0" fmla="*/ 0 h 369332"/>
              <a:gd name="csX1" fmla="*/ 312906 w 312906"/>
              <a:gd name="csY1" fmla="*/ 0 h 369332"/>
              <a:gd name="csX2" fmla="*/ 312906 w 312906"/>
              <a:gd name="csY2" fmla="*/ 369332 h 369332"/>
              <a:gd name="csX3" fmla="*/ 0 w 312906"/>
              <a:gd name="csY3" fmla="*/ 369332 h 369332"/>
              <a:gd name="csX4" fmla="*/ 0 w 312906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2906" h="369332" extrusionOk="0">
                <a:moveTo>
                  <a:pt x="0" y="0"/>
                </a:moveTo>
                <a:cubicBezTo>
                  <a:pt x="68915" y="-31957"/>
                  <a:pt x="242338" y="1506"/>
                  <a:pt x="312906" y="0"/>
                </a:cubicBezTo>
                <a:cubicBezTo>
                  <a:pt x="325265" y="104079"/>
                  <a:pt x="309311" y="258487"/>
                  <a:pt x="312906" y="369332"/>
                </a:cubicBezTo>
                <a:cubicBezTo>
                  <a:pt x="244055" y="380530"/>
                  <a:pt x="125352" y="361264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DD0A9136-1374-6187-D269-08A9A0789534}"/>
              </a:ext>
            </a:extLst>
          </p:cNvPr>
          <p:cNvSpPr txBox="1"/>
          <p:nvPr/>
        </p:nvSpPr>
        <p:spPr>
          <a:xfrm>
            <a:off x="6537619" y="3813944"/>
            <a:ext cx="261610" cy="369332"/>
          </a:xfrm>
          <a:custGeom>
            <a:avLst/>
            <a:gdLst>
              <a:gd name="csX0" fmla="*/ 0 w 261610"/>
              <a:gd name="csY0" fmla="*/ 0 h 369332"/>
              <a:gd name="csX1" fmla="*/ 261610 w 261610"/>
              <a:gd name="csY1" fmla="*/ 0 h 369332"/>
              <a:gd name="csX2" fmla="*/ 261610 w 261610"/>
              <a:gd name="csY2" fmla="*/ 369332 h 369332"/>
              <a:gd name="csX3" fmla="*/ 0 w 261610"/>
              <a:gd name="csY3" fmla="*/ 369332 h 369332"/>
              <a:gd name="csX4" fmla="*/ 0 w 261610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61610" h="369332" extrusionOk="0">
                <a:moveTo>
                  <a:pt x="0" y="0"/>
                </a:moveTo>
                <a:cubicBezTo>
                  <a:pt x="66613" y="-19283"/>
                  <a:pt x="188645" y="21194"/>
                  <a:pt x="261610" y="0"/>
                </a:cubicBezTo>
                <a:cubicBezTo>
                  <a:pt x="273969" y="104079"/>
                  <a:pt x="258015" y="258487"/>
                  <a:pt x="261610" y="369332"/>
                </a:cubicBezTo>
                <a:cubicBezTo>
                  <a:pt x="153901" y="376168"/>
                  <a:pt x="90218" y="341614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7D34E3C0-13F9-B3DF-A202-7DEDB3139BE0}"/>
              </a:ext>
            </a:extLst>
          </p:cNvPr>
          <p:cNvSpPr txBox="1"/>
          <p:nvPr/>
        </p:nvSpPr>
        <p:spPr>
          <a:xfrm>
            <a:off x="5717322" y="3238009"/>
            <a:ext cx="356188" cy="369332"/>
          </a:xfrm>
          <a:custGeom>
            <a:avLst/>
            <a:gdLst>
              <a:gd name="csX0" fmla="*/ 0 w 356188"/>
              <a:gd name="csY0" fmla="*/ 0 h 369332"/>
              <a:gd name="csX1" fmla="*/ 356188 w 356188"/>
              <a:gd name="csY1" fmla="*/ 0 h 369332"/>
              <a:gd name="csX2" fmla="*/ 356188 w 356188"/>
              <a:gd name="csY2" fmla="*/ 369332 h 369332"/>
              <a:gd name="csX3" fmla="*/ 0 w 356188"/>
              <a:gd name="csY3" fmla="*/ 369332 h 369332"/>
              <a:gd name="csX4" fmla="*/ 0 w 356188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6188" h="369332" extrusionOk="0">
                <a:moveTo>
                  <a:pt x="0" y="0"/>
                </a:moveTo>
                <a:cubicBezTo>
                  <a:pt x="137782" y="-24793"/>
                  <a:pt x="190997" y="40223"/>
                  <a:pt x="356188" y="0"/>
                </a:cubicBezTo>
                <a:cubicBezTo>
                  <a:pt x="368547" y="104079"/>
                  <a:pt x="352593" y="258487"/>
                  <a:pt x="356188" y="369332"/>
                </a:cubicBezTo>
                <a:cubicBezTo>
                  <a:pt x="270318" y="401911"/>
                  <a:pt x="150804" y="366628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-1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3FDA8519-5EBD-4D0B-0CAA-5F486C849339}"/>
              </a:ext>
            </a:extLst>
          </p:cNvPr>
          <p:cNvSpPr txBox="1"/>
          <p:nvPr/>
        </p:nvSpPr>
        <p:spPr>
          <a:xfrm>
            <a:off x="6415405" y="2645776"/>
            <a:ext cx="261610" cy="369332"/>
          </a:xfrm>
          <a:custGeom>
            <a:avLst/>
            <a:gdLst>
              <a:gd name="csX0" fmla="*/ 0 w 261610"/>
              <a:gd name="csY0" fmla="*/ 0 h 369332"/>
              <a:gd name="csX1" fmla="*/ 261610 w 261610"/>
              <a:gd name="csY1" fmla="*/ 0 h 369332"/>
              <a:gd name="csX2" fmla="*/ 261610 w 261610"/>
              <a:gd name="csY2" fmla="*/ 369332 h 369332"/>
              <a:gd name="csX3" fmla="*/ 0 w 261610"/>
              <a:gd name="csY3" fmla="*/ 369332 h 369332"/>
              <a:gd name="csX4" fmla="*/ 0 w 261610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61610" h="369332" extrusionOk="0">
                <a:moveTo>
                  <a:pt x="0" y="0"/>
                </a:moveTo>
                <a:cubicBezTo>
                  <a:pt x="66613" y="-19283"/>
                  <a:pt x="188645" y="21194"/>
                  <a:pt x="261610" y="0"/>
                </a:cubicBezTo>
                <a:cubicBezTo>
                  <a:pt x="273969" y="104079"/>
                  <a:pt x="258015" y="258487"/>
                  <a:pt x="261610" y="369332"/>
                </a:cubicBezTo>
                <a:cubicBezTo>
                  <a:pt x="153901" y="376168"/>
                  <a:pt x="90218" y="341614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03CB280E-F3BE-478C-5363-D98D3F173269}"/>
              </a:ext>
            </a:extLst>
          </p:cNvPr>
          <p:cNvSpPr txBox="1"/>
          <p:nvPr/>
        </p:nvSpPr>
        <p:spPr>
          <a:xfrm>
            <a:off x="8112656" y="4379263"/>
            <a:ext cx="312906" cy="369332"/>
          </a:xfrm>
          <a:custGeom>
            <a:avLst/>
            <a:gdLst>
              <a:gd name="csX0" fmla="*/ 0 w 312906"/>
              <a:gd name="csY0" fmla="*/ 0 h 369332"/>
              <a:gd name="csX1" fmla="*/ 312906 w 312906"/>
              <a:gd name="csY1" fmla="*/ 0 h 369332"/>
              <a:gd name="csX2" fmla="*/ 312906 w 312906"/>
              <a:gd name="csY2" fmla="*/ 369332 h 369332"/>
              <a:gd name="csX3" fmla="*/ 0 w 312906"/>
              <a:gd name="csY3" fmla="*/ 369332 h 369332"/>
              <a:gd name="csX4" fmla="*/ 0 w 312906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2906" h="369332" extrusionOk="0">
                <a:moveTo>
                  <a:pt x="0" y="0"/>
                </a:moveTo>
                <a:cubicBezTo>
                  <a:pt x="68915" y="-31957"/>
                  <a:pt x="242338" y="1506"/>
                  <a:pt x="312906" y="0"/>
                </a:cubicBezTo>
                <a:cubicBezTo>
                  <a:pt x="325265" y="104079"/>
                  <a:pt x="309311" y="258487"/>
                  <a:pt x="312906" y="369332"/>
                </a:cubicBezTo>
                <a:cubicBezTo>
                  <a:pt x="244055" y="380530"/>
                  <a:pt x="125352" y="361264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18F66E45-101B-08F3-8907-7DB667E0E93E}"/>
              </a:ext>
            </a:extLst>
          </p:cNvPr>
          <p:cNvSpPr txBox="1"/>
          <p:nvPr/>
        </p:nvSpPr>
        <p:spPr>
          <a:xfrm>
            <a:off x="7595145" y="3135009"/>
            <a:ext cx="312906" cy="369332"/>
          </a:xfrm>
          <a:custGeom>
            <a:avLst/>
            <a:gdLst>
              <a:gd name="csX0" fmla="*/ 0 w 312906"/>
              <a:gd name="csY0" fmla="*/ 0 h 369332"/>
              <a:gd name="csX1" fmla="*/ 312906 w 312906"/>
              <a:gd name="csY1" fmla="*/ 0 h 369332"/>
              <a:gd name="csX2" fmla="*/ 312906 w 312906"/>
              <a:gd name="csY2" fmla="*/ 369332 h 369332"/>
              <a:gd name="csX3" fmla="*/ 0 w 312906"/>
              <a:gd name="csY3" fmla="*/ 369332 h 369332"/>
              <a:gd name="csX4" fmla="*/ 0 w 312906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2906" h="369332" extrusionOk="0">
                <a:moveTo>
                  <a:pt x="0" y="0"/>
                </a:moveTo>
                <a:cubicBezTo>
                  <a:pt x="68915" y="-31957"/>
                  <a:pt x="242338" y="1506"/>
                  <a:pt x="312906" y="0"/>
                </a:cubicBezTo>
                <a:cubicBezTo>
                  <a:pt x="325265" y="104079"/>
                  <a:pt x="309311" y="258487"/>
                  <a:pt x="312906" y="369332"/>
                </a:cubicBezTo>
                <a:cubicBezTo>
                  <a:pt x="244055" y="380530"/>
                  <a:pt x="125352" y="361264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148" name="Arrow: Chevron 147">
            <a:extLst>
              <a:ext uri="{FF2B5EF4-FFF2-40B4-BE49-F238E27FC236}">
                <a16:creationId xmlns:a16="http://schemas.microsoft.com/office/drawing/2014/main" id="{3F9A9029-E2BB-F32F-05F4-E8ECAACD19F5}"/>
              </a:ext>
            </a:extLst>
          </p:cNvPr>
          <p:cNvSpPr/>
          <p:nvPr/>
        </p:nvSpPr>
        <p:spPr>
          <a:xfrm rot="19508500">
            <a:off x="6760678" y="4381183"/>
            <a:ext cx="300342" cy="314520"/>
          </a:xfrm>
          <a:prstGeom prst="chevron">
            <a:avLst/>
          </a:prstGeom>
          <a:solidFill>
            <a:srgbClr val="FF0000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5561903A-CEC9-FC08-D037-D305B9944457}"/>
              </a:ext>
            </a:extLst>
          </p:cNvPr>
          <p:cNvSpPr txBox="1"/>
          <p:nvPr/>
        </p:nvSpPr>
        <p:spPr>
          <a:xfrm>
            <a:off x="6554953" y="4442699"/>
            <a:ext cx="3818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A</a:t>
            </a:r>
          </a:p>
        </p:txBody>
      </p:sp>
      <p:sp>
        <p:nvSpPr>
          <p:cNvPr id="150" name="Oval 149">
            <a:extLst>
              <a:ext uri="{FF2B5EF4-FFF2-40B4-BE49-F238E27FC236}">
                <a16:creationId xmlns:a16="http://schemas.microsoft.com/office/drawing/2014/main" id="{93F767EA-43BC-07A8-7234-88E053EC64DA}"/>
              </a:ext>
            </a:extLst>
          </p:cNvPr>
          <p:cNvSpPr/>
          <p:nvPr/>
        </p:nvSpPr>
        <p:spPr>
          <a:xfrm>
            <a:off x="7819731" y="4125268"/>
            <a:ext cx="359203" cy="35920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35</a:t>
            </a:r>
          </a:p>
        </p:txBody>
      </p: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486127E1-4168-7D7C-C376-322722498AF5}"/>
              </a:ext>
            </a:extLst>
          </p:cNvPr>
          <p:cNvCxnSpPr>
            <a:stCxn id="129" idx="5"/>
            <a:endCxn id="150" idx="0"/>
          </p:cNvCxnSpPr>
          <p:nvPr/>
        </p:nvCxnSpPr>
        <p:spPr>
          <a:xfrm>
            <a:off x="7705205" y="3771468"/>
            <a:ext cx="294128" cy="35380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52" name="Arrow: Right 151">
            <a:extLst>
              <a:ext uri="{FF2B5EF4-FFF2-40B4-BE49-F238E27FC236}">
                <a16:creationId xmlns:a16="http://schemas.microsoft.com/office/drawing/2014/main" id="{70C92CAA-5210-1D1C-A141-5A004CE447C0}"/>
              </a:ext>
            </a:extLst>
          </p:cNvPr>
          <p:cNvSpPr/>
          <p:nvPr/>
        </p:nvSpPr>
        <p:spPr>
          <a:xfrm>
            <a:off x="4469747" y="3787801"/>
            <a:ext cx="459330" cy="3693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3" name="Oval 152">
            <a:extLst>
              <a:ext uri="{FF2B5EF4-FFF2-40B4-BE49-F238E27FC236}">
                <a16:creationId xmlns:a16="http://schemas.microsoft.com/office/drawing/2014/main" id="{B44DBE91-9675-DDD6-7552-F3B1090BD69E}"/>
              </a:ext>
            </a:extLst>
          </p:cNvPr>
          <p:cNvSpPr/>
          <p:nvPr/>
        </p:nvSpPr>
        <p:spPr>
          <a:xfrm>
            <a:off x="9902686" y="506182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/>
              <a:t>A</a:t>
            </a:r>
            <a:endParaRPr lang="en-IN" dirty="0"/>
          </a:p>
        </p:txBody>
      </p:sp>
      <p:sp>
        <p:nvSpPr>
          <p:cNvPr id="154" name="Oval 153">
            <a:extLst>
              <a:ext uri="{FF2B5EF4-FFF2-40B4-BE49-F238E27FC236}">
                <a16:creationId xmlns:a16="http://schemas.microsoft.com/office/drawing/2014/main" id="{89F0B71E-E4F0-CF36-A218-710C6ADE412A}"/>
              </a:ext>
            </a:extLst>
          </p:cNvPr>
          <p:cNvSpPr/>
          <p:nvPr/>
        </p:nvSpPr>
        <p:spPr>
          <a:xfrm>
            <a:off x="10422010" y="1106492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/>
              <a:t>C</a:t>
            </a:r>
            <a:endParaRPr lang="en-IN" dirty="0"/>
          </a:p>
        </p:txBody>
      </p:sp>
      <p:sp>
        <p:nvSpPr>
          <p:cNvPr id="155" name="Isosceles Triangle 154">
            <a:extLst>
              <a:ext uri="{FF2B5EF4-FFF2-40B4-BE49-F238E27FC236}">
                <a16:creationId xmlns:a16="http://schemas.microsoft.com/office/drawing/2014/main" id="{8F322E47-DF95-B523-1A2D-DB2A2AC5AA10}"/>
              </a:ext>
            </a:extLst>
          </p:cNvPr>
          <p:cNvSpPr/>
          <p:nvPr/>
        </p:nvSpPr>
        <p:spPr>
          <a:xfrm>
            <a:off x="10579055" y="1690688"/>
            <a:ext cx="741887" cy="878537"/>
          </a:xfrm>
          <a:prstGeom prst="triangl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w1</a:t>
            </a:r>
          </a:p>
        </p:txBody>
      </p:sp>
      <p:sp>
        <p:nvSpPr>
          <p:cNvPr id="156" name="Isosceles Triangle 155">
            <a:extLst>
              <a:ext uri="{FF2B5EF4-FFF2-40B4-BE49-F238E27FC236}">
                <a16:creationId xmlns:a16="http://schemas.microsoft.com/office/drawing/2014/main" id="{A1D29673-0DD5-D008-CB49-F9F91B06F10E}"/>
              </a:ext>
            </a:extLst>
          </p:cNvPr>
          <p:cNvSpPr/>
          <p:nvPr/>
        </p:nvSpPr>
        <p:spPr>
          <a:xfrm>
            <a:off x="10038784" y="1703933"/>
            <a:ext cx="526187" cy="489335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w2</a:t>
            </a:r>
          </a:p>
        </p:txBody>
      </p:sp>
      <p:sp>
        <p:nvSpPr>
          <p:cNvPr id="157" name="Isosceles Triangle 156">
            <a:extLst>
              <a:ext uri="{FF2B5EF4-FFF2-40B4-BE49-F238E27FC236}">
                <a16:creationId xmlns:a16="http://schemas.microsoft.com/office/drawing/2014/main" id="{CFB35B8E-DC6F-2F0E-9AEE-76CEFFCEDC68}"/>
              </a:ext>
            </a:extLst>
          </p:cNvPr>
          <p:cNvSpPr/>
          <p:nvPr/>
        </p:nvSpPr>
        <p:spPr>
          <a:xfrm>
            <a:off x="9275245" y="1151606"/>
            <a:ext cx="521422" cy="489335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w3</a:t>
            </a:r>
          </a:p>
        </p:txBody>
      </p: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3939836F-93EE-0911-2126-42BE080E1A56}"/>
              </a:ext>
            </a:extLst>
          </p:cNvPr>
          <p:cNvCxnSpPr>
            <a:cxnSpLocks/>
            <a:stCxn id="153" idx="5"/>
            <a:endCxn id="154" idx="0"/>
          </p:cNvCxnSpPr>
          <p:nvPr/>
        </p:nvCxnSpPr>
        <p:spPr>
          <a:xfrm>
            <a:off x="10209285" y="812781"/>
            <a:ext cx="392327" cy="29371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038CFDB4-521E-201F-335C-7CBEC1546FB0}"/>
              </a:ext>
            </a:extLst>
          </p:cNvPr>
          <p:cNvCxnSpPr>
            <a:cxnSpLocks/>
            <a:stCxn id="153" idx="3"/>
            <a:endCxn id="157" idx="0"/>
          </p:cNvCxnSpPr>
          <p:nvPr/>
        </p:nvCxnSpPr>
        <p:spPr>
          <a:xfrm flipH="1">
            <a:off x="9535956" y="812781"/>
            <a:ext cx="419334" cy="3388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1368EC47-8775-C499-70E6-7358A7D4070D}"/>
              </a:ext>
            </a:extLst>
          </p:cNvPr>
          <p:cNvCxnSpPr>
            <a:cxnSpLocks/>
            <a:stCxn id="154" idx="5"/>
            <a:endCxn id="155" idx="0"/>
          </p:cNvCxnSpPr>
          <p:nvPr/>
        </p:nvCxnSpPr>
        <p:spPr>
          <a:xfrm>
            <a:off x="10728609" y="1413091"/>
            <a:ext cx="221390" cy="277597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E97B0573-3A4B-D3F0-A82A-CD6F44C540DB}"/>
              </a:ext>
            </a:extLst>
          </p:cNvPr>
          <p:cNvCxnSpPr>
            <a:cxnSpLocks/>
            <a:stCxn id="154" idx="3"/>
            <a:endCxn id="156" idx="0"/>
          </p:cNvCxnSpPr>
          <p:nvPr/>
        </p:nvCxnSpPr>
        <p:spPr>
          <a:xfrm flipH="1">
            <a:off x="10301878" y="1413091"/>
            <a:ext cx="172736" cy="2908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3" name="Oval 162">
            <a:extLst>
              <a:ext uri="{FF2B5EF4-FFF2-40B4-BE49-F238E27FC236}">
                <a16:creationId xmlns:a16="http://schemas.microsoft.com/office/drawing/2014/main" id="{4E942DAB-9098-A523-DBBE-AA83DE49F4C8}"/>
              </a:ext>
            </a:extLst>
          </p:cNvPr>
          <p:cNvSpPr/>
          <p:nvPr/>
        </p:nvSpPr>
        <p:spPr>
          <a:xfrm>
            <a:off x="9873884" y="3627673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/>
              <a:t>C</a:t>
            </a:r>
            <a:endParaRPr lang="en-IN" dirty="0"/>
          </a:p>
        </p:txBody>
      </p:sp>
      <p:sp>
        <p:nvSpPr>
          <p:cNvPr id="164" name="Oval 163">
            <a:extLst>
              <a:ext uri="{FF2B5EF4-FFF2-40B4-BE49-F238E27FC236}">
                <a16:creationId xmlns:a16="http://schemas.microsoft.com/office/drawing/2014/main" id="{8139751D-6652-1B53-3917-C96011C191ED}"/>
              </a:ext>
            </a:extLst>
          </p:cNvPr>
          <p:cNvSpPr/>
          <p:nvPr/>
        </p:nvSpPr>
        <p:spPr>
          <a:xfrm>
            <a:off x="9286769" y="4297785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/>
              <a:t>A</a:t>
            </a:r>
            <a:endParaRPr lang="en-IN" dirty="0"/>
          </a:p>
        </p:txBody>
      </p:sp>
      <p:sp>
        <p:nvSpPr>
          <p:cNvPr id="165" name="Isosceles Triangle 164">
            <a:extLst>
              <a:ext uri="{FF2B5EF4-FFF2-40B4-BE49-F238E27FC236}">
                <a16:creationId xmlns:a16="http://schemas.microsoft.com/office/drawing/2014/main" id="{2B32812F-3263-D3C6-294F-FB8118AB9426}"/>
              </a:ext>
            </a:extLst>
          </p:cNvPr>
          <p:cNvSpPr/>
          <p:nvPr/>
        </p:nvSpPr>
        <p:spPr>
          <a:xfrm>
            <a:off x="10492106" y="4441575"/>
            <a:ext cx="741887" cy="878537"/>
          </a:xfrm>
          <a:prstGeom prst="triangl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w1</a:t>
            </a:r>
          </a:p>
        </p:txBody>
      </p:sp>
      <p:sp>
        <p:nvSpPr>
          <p:cNvPr id="166" name="Isosceles Triangle 165">
            <a:extLst>
              <a:ext uri="{FF2B5EF4-FFF2-40B4-BE49-F238E27FC236}">
                <a16:creationId xmlns:a16="http://schemas.microsoft.com/office/drawing/2014/main" id="{8284AD5C-DFF5-B9FD-DA90-A7D2D6B2AAC8}"/>
              </a:ext>
            </a:extLst>
          </p:cNvPr>
          <p:cNvSpPr/>
          <p:nvPr/>
        </p:nvSpPr>
        <p:spPr>
          <a:xfrm>
            <a:off x="8749458" y="4836486"/>
            <a:ext cx="507778" cy="489335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w3</a:t>
            </a:r>
          </a:p>
        </p:txBody>
      </p:sp>
      <p:sp>
        <p:nvSpPr>
          <p:cNvPr id="167" name="Isosceles Triangle 166">
            <a:extLst>
              <a:ext uri="{FF2B5EF4-FFF2-40B4-BE49-F238E27FC236}">
                <a16:creationId xmlns:a16="http://schemas.microsoft.com/office/drawing/2014/main" id="{636DFB42-3D79-E497-A535-0ABE625560C3}"/>
              </a:ext>
            </a:extLst>
          </p:cNvPr>
          <p:cNvSpPr/>
          <p:nvPr/>
        </p:nvSpPr>
        <p:spPr>
          <a:xfrm>
            <a:off x="9741530" y="4836486"/>
            <a:ext cx="507777" cy="489335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w2</a:t>
            </a:r>
          </a:p>
        </p:txBody>
      </p: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B7DAD211-2FCC-933C-6F8C-1BF08656638F}"/>
              </a:ext>
            </a:extLst>
          </p:cNvPr>
          <p:cNvCxnSpPr>
            <a:cxnSpLocks/>
            <a:stCxn id="163" idx="3"/>
            <a:endCxn id="164" idx="0"/>
          </p:cNvCxnSpPr>
          <p:nvPr/>
        </p:nvCxnSpPr>
        <p:spPr>
          <a:xfrm flipH="1">
            <a:off x="9466371" y="3934272"/>
            <a:ext cx="460117" cy="36351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927AD348-469A-4F6B-8B23-32CE2E831665}"/>
              </a:ext>
            </a:extLst>
          </p:cNvPr>
          <p:cNvCxnSpPr>
            <a:cxnSpLocks/>
            <a:stCxn id="164" idx="5"/>
            <a:endCxn id="167" idx="0"/>
          </p:cNvCxnSpPr>
          <p:nvPr/>
        </p:nvCxnSpPr>
        <p:spPr>
          <a:xfrm>
            <a:off x="9593368" y="4604384"/>
            <a:ext cx="402051" cy="2321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096BE19F-4BE6-9373-D1E6-5F761BA1D4C2}"/>
              </a:ext>
            </a:extLst>
          </p:cNvPr>
          <p:cNvCxnSpPr>
            <a:cxnSpLocks/>
            <a:stCxn id="163" idx="5"/>
            <a:endCxn id="165" idx="0"/>
          </p:cNvCxnSpPr>
          <p:nvPr/>
        </p:nvCxnSpPr>
        <p:spPr>
          <a:xfrm>
            <a:off x="10180483" y="3934272"/>
            <a:ext cx="682567" cy="507303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7A248457-5A26-21D6-FE67-0624128992E5}"/>
              </a:ext>
            </a:extLst>
          </p:cNvPr>
          <p:cNvCxnSpPr>
            <a:cxnSpLocks/>
            <a:stCxn id="164" idx="3"/>
            <a:endCxn id="166" idx="0"/>
          </p:cNvCxnSpPr>
          <p:nvPr/>
        </p:nvCxnSpPr>
        <p:spPr>
          <a:xfrm flipH="1">
            <a:off x="9003347" y="4604384"/>
            <a:ext cx="336026" cy="2321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2" name="Arrow: Down 171">
            <a:extLst>
              <a:ext uri="{FF2B5EF4-FFF2-40B4-BE49-F238E27FC236}">
                <a16:creationId xmlns:a16="http://schemas.microsoft.com/office/drawing/2014/main" id="{2FCAA9B4-ED73-6C98-23CF-5E6EC87EA04D}"/>
              </a:ext>
            </a:extLst>
          </p:cNvPr>
          <p:cNvSpPr/>
          <p:nvPr/>
        </p:nvSpPr>
        <p:spPr>
          <a:xfrm>
            <a:off x="9928987" y="2895312"/>
            <a:ext cx="306599" cy="30470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6" name="Arrow: Curved Up 185">
            <a:extLst>
              <a:ext uri="{FF2B5EF4-FFF2-40B4-BE49-F238E27FC236}">
                <a16:creationId xmlns:a16="http://schemas.microsoft.com/office/drawing/2014/main" id="{15B031F5-7CD9-7AF1-C744-A4E456A13C6B}"/>
              </a:ext>
            </a:extLst>
          </p:cNvPr>
          <p:cNvSpPr/>
          <p:nvPr/>
        </p:nvSpPr>
        <p:spPr>
          <a:xfrm rot="15503450">
            <a:off x="10047371" y="964052"/>
            <a:ext cx="363885" cy="239455"/>
          </a:xfrm>
          <a:prstGeom prst="curvedUp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6960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0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3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6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9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2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5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8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1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4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7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0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3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6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9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2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7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0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3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6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9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2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5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8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4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0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6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9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/>
      <p:bldP spid="126" grpId="0" animBg="1"/>
      <p:bldP spid="127" grpId="0" animBg="1"/>
      <p:bldP spid="128" grpId="0" animBg="1"/>
      <p:bldP spid="129" grpId="0" animBg="1"/>
      <p:bldP spid="130" grpId="0" animBg="1"/>
      <p:bldP spid="131" grpId="0" animBg="1"/>
      <p:bldP spid="132" grpId="0" animBg="1"/>
      <p:bldP spid="133" grpId="0" animBg="1"/>
      <p:bldP spid="140" grpId="0" animBg="1"/>
      <p:bldP spid="141" grpId="0" animBg="1"/>
      <p:bldP spid="142" grpId="0" animBg="1"/>
      <p:bldP spid="143" grpId="0" animBg="1"/>
      <p:bldP spid="144" grpId="0" animBg="1"/>
      <p:bldP spid="145" grpId="0" animBg="1"/>
      <p:bldP spid="146" grpId="0" animBg="1"/>
      <p:bldP spid="147" grpId="0" animBg="1"/>
      <p:bldP spid="148" grpId="0" animBg="1"/>
      <p:bldP spid="149" grpId="0"/>
      <p:bldP spid="150" grpId="0" animBg="1"/>
      <p:bldP spid="152" grpId="0" animBg="1"/>
      <p:bldP spid="153" grpId="0" animBg="1"/>
      <p:bldP spid="154" grpId="0" animBg="1"/>
      <p:bldP spid="155" grpId="0" animBg="1"/>
      <p:bldP spid="156" grpId="0" animBg="1"/>
      <p:bldP spid="157" grpId="0" animBg="1"/>
      <p:bldP spid="163" grpId="0" animBg="1"/>
      <p:bldP spid="164" grpId="0" animBg="1"/>
      <p:bldP spid="165" grpId="0" animBg="1"/>
      <p:bldP spid="166" grpId="0" animBg="1"/>
      <p:bldP spid="167" grpId="0" animBg="1"/>
      <p:bldP spid="172" grpId="0" animBg="1"/>
      <p:bldP spid="18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27984-329B-5C0D-B99F-511033818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AVL tree rotations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F6F2CA-C82D-1D7A-3850-04EB1DF94A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192953" cy="607690"/>
          </a:xfrm>
        </p:spPr>
        <p:txBody>
          <a:bodyPr/>
          <a:lstStyle/>
          <a:p>
            <a:r>
              <a:rPr lang="en-US" dirty="0"/>
              <a:t>Right-Left Rotation</a:t>
            </a:r>
            <a:endParaRPr lang="en-IN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FA2B67B-2DF3-AE26-779F-4A60B8A3B564}"/>
              </a:ext>
            </a:extLst>
          </p:cNvPr>
          <p:cNvSpPr/>
          <p:nvPr/>
        </p:nvSpPr>
        <p:spPr>
          <a:xfrm>
            <a:off x="5643169" y="1460023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25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59DCE9D-E1B5-6D47-BF0D-649C12FD10CD}"/>
              </a:ext>
            </a:extLst>
          </p:cNvPr>
          <p:cNvSpPr/>
          <p:nvPr/>
        </p:nvSpPr>
        <p:spPr>
          <a:xfrm>
            <a:off x="6212255" y="2255796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30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0EFD648-3465-2865-79A9-8F5770D47AA3}"/>
              </a:ext>
            </a:extLst>
          </p:cNvPr>
          <p:cNvSpPr/>
          <p:nvPr/>
        </p:nvSpPr>
        <p:spPr>
          <a:xfrm>
            <a:off x="5770166" y="2953124"/>
            <a:ext cx="359203" cy="35920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28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2F37225-A21B-9553-B7A5-87A49B0D1ED3}"/>
              </a:ext>
            </a:extLst>
          </p:cNvPr>
          <p:cNvCxnSpPr>
            <a:cxnSpLocks/>
            <a:stCxn id="6" idx="5"/>
            <a:endCxn id="7" idx="0"/>
          </p:cNvCxnSpPr>
          <p:nvPr/>
        </p:nvCxnSpPr>
        <p:spPr>
          <a:xfrm>
            <a:off x="5949768" y="1766622"/>
            <a:ext cx="442089" cy="4891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CB86C7F-BAA8-4FB1-6C0C-EB31A5F071E6}"/>
              </a:ext>
            </a:extLst>
          </p:cNvPr>
          <p:cNvCxnSpPr>
            <a:stCxn id="7" idx="3"/>
            <a:endCxn id="8" idx="0"/>
          </p:cNvCxnSpPr>
          <p:nvPr/>
        </p:nvCxnSpPr>
        <p:spPr>
          <a:xfrm flipH="1">
            <a:off x="5949768" y="2562395"/>
            <a:ext cx="315091" cy="390729"/>
          </a:xfrm>
          <a:prstGeom prst="line">
            <a:avLst/>
          </a:prstGeom>
          <a:ln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" name="Arrow: Chevron 10">
            <a:extLst>
              <a:ext uri="{FF2B5EF4-FFF2-40B4-BE49-F238E27FC236}">
                <a16:creationId xmlns:a16="http://schemas.microsoft.com/office/drawing/2014/main" id="{C867C812-9461-46BD-07D8-D2635D3C268F}"/>
              </a:ext>
            </a:extLst>
          </p:cNvPr>
          <p:cNvSpPr/>
          <p:nvPr/>
        </p:nvSpPr>
        <p:spPr>
          <a:xfrm rot="1169834">
            <a:off x="5322023" y="1375131"/>
            <a:ext cx="300342" cy="314520"/>
          </a:xfrm>
          <a:prstGeom prst="chevron">
            <a:avLst/>
          </a:prstGeom>
          <a:solidFill>
            <a:srgbClr val="FF0000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F3753A-E2ED-0AE5-6ADE-FCD69CE2C4A8}"/>
              </a:ext>
            </a:extLst>
          </p:cNvPr>
          <p:cNvSpPr txBox="1"/>
          <p:nvPr/>
        </p:nvSpPr>
        <p:spPr>
          <a:xfrm>
            <a:off x="5054600" y="1198566"/>
            <a:ext cx="3818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A</a:t>
            </a:r>
          </a:p>
        </p:txBody>
      </p:sp>
      <p:sp>
        <p:nvSpPr>
          <p:cNvPr id="13" name="Arrow: Curved Down 12">
            <a:extLst>
              <a:ext uri="{FF2B5EF4-FFF2-40B4-BE49-F238E27FC236}">
                <a16:creationId xmlns:a16="http://schemas.microsoft.com/office/drawing/2014/main" id="{53B2F8C8-F214-76AA-12FC-34B8467BE5F6}"/>
              </a:ext>
            </a:extLst>
          </p:cNvPr>
          <p:cNvSpPr/>
          <p:nvPr/>
        </p:nvSpPr>
        <p:spPr>
          <a:xfrm rot="18284784">
            <a:off x="6068864" y="2708095"/>
            <a:ext cx="751191" cy="376590"/>
          </a:xfrm>
          <a:prstGeom prst="curvedDown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R1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A453E4A-2C24-A3FF-7D9B-6D0C602F7F1A}"/>
              </a:ext>
            </a:extLst>
          </p:cNvPr>
          <p:cNvSpPr/>
          <p:nvPr/>
        </p:nvSpPr>
        <p:spPr>
          <a:xfrm>
            <a:off x="6431409" y="4364443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68CDDD6-C184-6109-6A6F-F63115FD11ED}"/>
              </a:ext>
            </a:extLst>
          </p:cNvPr>
          <p:cNvSpPr/>
          <p:nvPr/>
        </p:nvSpPr>
        <p:spPr>
          <a:xfrm>
            <a:off x="7000495" y="5033219"/>
            <a:ext cx="359203" cy="35920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/>
              <a:t>2</a:t>
            </a:r>
            <a:r>
              <a:rPr lang="en-IN" dirty="0"/>
              <a:t>8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C4F4AE4-F6DC-8004-12AE-D99399D74362}"/>
              </a:ext>
            </a:extLst>
          </p:cNvPr>
          <p:cNvSpPr/>
          <p:nvPr/>
        </p:nvSpPr>
        <p:spPr>
          <a:xfrm>
            <a:off x="7461741" y="5751558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/>
              <a:t>3</a:t>
            </a:r>
            <a:r>
              <a:rPr lang="en-IN" dirty="0"/>
              <a:t>0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55A833F-64F8-D217-F47E-70E66062795A}"/>
              </a:ext>
            </a:extLst>
          </p:cNvPr>
          <p:cNvCxnSpPr>
            <a:cxnSpLocks/>
            <a:stCxn id="14" idx="5"/>
            <a:endCxn id="15" idx="0"/>
          </p:cNvCxnSpPr>
          <p:nvPr/>
        </p:nvCxnSpPr>
        <p:spPr>
          <a:xfrm>
            <a:off x="6738008" y="4671042"/>
            <a:ext cx="442089" cy="362177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8E109DC-54F6-B022-635D-71C60CB6EA15}"/>
              </a:ext>
            </a:extLst>
          </p:cNvPr>
          <p:cNvCxnSpPr>
            <a:cxnSpLocks/>
            <a:stCxn id="15" idx="5"/>
            <a:endCxn id="16" idx="0"/>
          </p:cNvCxnSpPr>
          <p:nvPr/>
        </p:nvCxnSpPr>
        <p:spPr>
          <a:xfrm>
            <a:off x="7307094" y="5339818"/>
            <a:ext cx="334249" cy="411740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Arrow: Chevron 18">
            <a:extLst>
              <a:ext uri="{FF2B5EF4-FFF2-40B4-BE49-F238E27FC236}">
                <a16:creationId xmlns:a16="http://schemas.microsoft.com/office/drawing/2014/main" id="{D2EAE0A9-E7B2-FC68-A83B-2BA2C9DC187E}"/>
              </a:ext>
            </a:extLst>
          </p:cNvPr>
          <p:cNvSpPr/>
          <p:nvPr/>
        </p:nvSpPr>
        <p:spPr>
          <a:xfrm rot="1169834">
            <a:off x="6110053" y="4340129"/>
            <a:ext cx="300342" cy="314520"/>
          </a:xfrm>
          <a:prstGeom prst="chevron">
            <a:avLst/>
          </a:prstGeom>
          <a:solidFill>
            <a:srgbClr val="FF0000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A66A27B-EF59-E682-BADB-A56D385FA556}"/>
              </a:ext>
            </a:extLst>
          </p:cNvPr>
          <p:cNvSpPr txBox="1"/>
          <p:nvPr/>
        </p:nvSpPr>
        <p:spPr>
          <a:xfrm>
            <a:off x="5843152" y="4145960"/>
            <a:ext cx="3818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A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7AE8114-CA28-62DA-925C-1B30F902F4F2}"/>
              </a:ext>
            </a:extLst>
          </p:cNvPr>
          <p:cNvSpPr/>
          <p:nvPr/>
        </p:nvSpPr>
        <p:spPr>
          <a:xfrm>
            <a:off x="10134551" y="2255796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25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610B66B-515C-0393-5AD4-DF1978ED9B56}"/>
              </a:ext>
            </a:extLst>
          </p:cNvPr>
          <p:cNvSpPr/>
          <p:nvPr/>
        </p:nvSpPr>
        <p:spPr>
          <a:xfrm>
            <a:off x="10680107" y="1463750"/>
            <a:ext cx="359203" cy="35920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/>
              <a:t>2</a:t>
            </a:r>
            <a:r>
              <a:rPr lang="en-IN" dirty="0"/>
              <a:t>8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E8F5A4C-170B-A9A3-BDB9-8721A03C5B6A}"/>
              </a:ext>
            </a:extLst>
          </p:cNvPr>
          <p:cNvSpPr/>
          <p:nvPr/>
        </p:nvSpPr>
        <p:spPr>
          <a:xfrm>
            <a:off x="11238231" y="2253713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/>
              <a:t>3</a:t>
            </a:r>
            <a:r>
              <a:rPr lang="en-IN" dirty="0"/>
              <a:t>0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9C3FC27-2FBA-75CD-D476-88F2EF431950}"/>
              </a:ext>
            </a:extLst>
          </p:cNvPr>
          <p:cNvCxnSpPr>
            <a:cxnSpLocks/>
            <a:stCxn id="24" idx="0"/>
            <a:endCxn id="25" idx="3"/>
          </p:cNvCxnSpPr>
          <p:nvPr/>
        </p:nvCxnSpPr>
        <p:spPr>
          <a:xfrm flipV="1">
            <a:off x="10314153" y="1770349"/>
            <a:ext cx="418558" cy="48544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0621CC0-0C05-D1C6-8C09-F4045ACE2923}"/>
              </a:ext>
            </a:extLst>
          </p:cNvPr>
          <p:cNvCxnSpPr>
            <a:cxnSpLocks/>
            <a:stCxn id="25" idx="5"/>
            <a:endCxn id="26" idx="0"/>
          </p:cNvCxnSpPr>
          <p:nvPr/>
        </p:nvCxnSpPr>
        <p:spPr>
          <a:xfrm>
            <a:off x="10986706" y="1770349"/>
            <a:ext cx="431127" cy="483364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Arrow: Chevron 28">
            <a:extLst>
              <a:ext uri="{FF2B5EF4-FFF2-40B4-BE49-F238E27FC236}">
                <a16:creationId xmlns:a16="http://schemas.microsoft.com/office/drawing/2014/main" id="{ED99DDDC-6C2F-8C63-D5E1-8D6A08554787}"/>
              </a:ext>
            </a:extLst>
          </p:cNvPr>
          <p:cNvSpPr/>
          <p:nvPr/>
        </p:nvSpPr>
        <p:spPr>
          <a:xfrm rot="1169834">
            <a:off x="9790332" y="2200965"/>
            <a:ext cx="300342" cy="314520"/>
          </a:xfrm>
          <a:prstGeom prst="chevron">
            <a:avLst/>
          </a:prstGeom>
          <a:solidFill>
            <a:srgbClr val="FF0000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65BF101-B574-C38D-A972-F8D3FE324ECD}"/>
              </a:ext>
            </a:extLst>
          </p:cNvPr>
          <p:cNvSpPr txBox="1"/>
          <p:nvPr/>
        </p:nvSpPr>
        <p:spPr>
          <a:xfrm>
            <a:off x="9498719" y="2024924"/>
            <a:ext cx="3818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A</a:t>
            </a:r>
          </a:p>
        </p:txBody>
      </p:sp>
      <p:sp>
        <p:nvSpPr>
          <p:cNvPr id="37" name="Arrow: Curved Up 36">
            <a:extLst>
              <a:ext uri="{FF2B5EF4-FFF2-40B4-BE49-F238E27FC236}">
                <a16:creationId xmlns:a16="http://schemas.microsoft.com/office/drawing/2014/main" id="{C3F41F5D-ACCA-F0C3-F793-25EF0B0F907C}"/>
              </a:ext>
            </a:extLst>
          </p:cNvPr>
          <p:cNvSpPr/>
          <p:nvPr/>
        </p:nvSpPr>
        <p:spPr>
          <a:xfrm rot="14332852">
            <a:off x="6314565" y="4873618"/>
            <a:ext cx="726282" cy="396728"/>
          </a:xfrm>
          <a:prstGeom prst="curvedUp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R2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7E6BFD6-71D9-7143-3314-CD2FE97D90FE}"/>
              </a:ext>
            </a:extLst>
          </p:cNvPr>
          <p:cNvSpPr txBox="1"/>
          <p:nvPr/>
        </p:nvSpPr>
        <p:spPr>
          <a:xfrm>
            <a:off x="5485251" y="2711724"/>
            <a:ext cx="312906" cy="369332"/>
          </a:xfrm>
          <a:custGeom>
            <a:avLst/>
            <a:gdLst>
              <a:gd name="csX0" fmla="*/ 0 w 312906"/>
              <a:gd name="csY0" fmla="*/ 0 h 369332"/>
              <a:gd name="csX1" fmla="*/ 312906 w 312906"/>
              <a:gd name="csY1" fmla="*/ 0 h 369332"/>
              <a:gd name="csX2" fmla="*/ 312906 w 312906"/>
              <a:gd name="csY2" fmla="*/ 369332 h 369332"/>
              <a:gd name="csX3" fmla="*/ 0 w 312906"/>
              <a:gd name="csY3" fmla="*/ 369332 h 369332"/>
              <a:gd name="csX4" fmla="*/ 0 w 312906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2906" h="369332" extrusionOk="0">
                <a:moveTo>
                  <a:pt x="0" y="0"/>
                </a:moveTo>
                <a:cubicBezTo>
                  <a:pt x="68915" y="-31957"/>
                  <a:pt x="242338" y="1506"/>
                  <a:pt x="312906" y="0"/>
                </a:cubicBezTo>
                <a:cubicBezTo>
                  <a:pt x="325265" y="104079"/>
                  <a:pt x="309311" y="258487"/>
                  <a:pt x="312906" y="369332"/>
                </a:cubicBezTo>
                <a:cubicBezTo>
                  <a:pt x="244055" y="380530"/>
                  <a:pt x="125352" y="361264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9E649F0-7BC2-257D-2210-852CC26BEB46}"/>
              </a:ext>
            </a:extLst>
          </p:cNvPr>
          <p:cNvSpPr txBox="1"/>
          <p:nvPr/>
        </p:nvSpPr>
        <p:spPr>
          <a:xfrm>
            <a:off x="6435857" y="1930102"/>
            <a:ext cx="261610" cy="369332"/>
          </a:xfrm>
          <a:custGeom>
            <a:avLst/>
            <a:gdLst>
              <a:gd name="csX0" fmla="*/ 0 w 261610"/>
              <a:gd name="csY0" fmla="*/ 0 h 369332"/>
              <a:gd name="csX1" fmla="*/ 261610 w 261610"/>
              <a:gd name="csY1" fmla="*/ 0 h 369332"/>
              <a:gd name="csX2" fmla="*/ 261610 w 261610"/>
              <a:gd name="csY2" fmla="*/ 369332 h 369332"/>
              <a:gd name="csX3" fmla="*/ 0 w 261610"/>
              <a:gd name="csY3" fmla="*/ 369332 h 369332"/>
              <a:gd name="csX4" fmla="*/ 0 w 261610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61610" h="369332" extrusionOk="0">
                <a:moveTo>
                  <a:pt x="0" y="0"/>
                </a:moveTo>
                <a:cubicBezTo>
                  <a:pt x="66613" y="-19283"/>
                  <a:pt x="188645" y="21194"/>
                  <a:pt x="261610" y="0"/>
                </a:cubicBezTo>
                <a:cubicBezTo>
                  <a:pt x="273969" y="104079"/>
                  <a:pt x="258015" y="258487"/>
                  <a:pt x="261610" y="369332"/>
                </a:cubicBezTo>
                <a:cubicBezTo>
                  <a:pt x="153901" y="376168"/>
                  <a:pt x="90218" y="341614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  <a:endParaRPr lang="en-IN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D300509-816E-A9D8-1AEB-3ABF0A693E15}"/>
              </a:ext>
            </a:extLst>
          </p:cNvPr>
          <p:cNvSpPr txBox="1"/>
          <p:nvPr/>
        </p:nvSpPr>
        <p:spPr>
          <a:xfrm>
            <a:off x="5901069" y="1117259"/>
            <a:ext cx="386644" cy="369332"/>
          </a:xfrm>
          <a:custGeom>
            <a:avLst/>
            <a:gdLst>
              <a:gd name="csX0" fmla="*/ 0 w 386644"/>
              <a:gd name="csY0" fmla="*/ 0 h 369332"/>
              <a:gd name="csX1" fmla="*/ 386644 w 386644"/>
              <a:gd name="csY1" fmla="*/ 0 h 369332"/>
              <a:gd name="csX2" fmla="*/ 386644 w 386644"/>
              <a:gd name="csY2" fmla="*/ 369332 h 369332"/>
              <a:gd name="csX3" fmla="*/ 0 w 386644"/>
              <a:gd name="csY3" fmla="*/ 369332 h 369332"/>
              <a:gd name="csX4" fmla="*/ 0 w 386644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86644" h="369332" fill="none" extrusionOk="0">
                <a:moveTo>
                  <a:pt x="0" y="0"/>
                </a:moveTo>
                <a:cubicBezTo>
                  <a:pt x="191410" y="-28417"/>
                  <a:pt x="252087" y="24479"/>
                  <a:pt x="386644" y="0"/>
                </a:cubicBezTo>
                <a:cubicBezTo>
                  <a:pt x="401965" y="138280"/>
                  <a:pt x="359836" y="262718"/>
                  <a:pt x="386644" y="369332"/>
                </a:cubicBezTo>
                <a:cubicBezTo>
                  <a:pt x="210203" y="381249"/>
                  <a:pt x="122841" y="336176"/>
                  <a:pt x="0" y="369332"/>
                </a:cubicBezTo>
                <a:cubicBezTo>
                  <a:pt x="-43072" y="256621"/>
                  <a:pt x="38712" y="103300"/>
                  <a:pt x="0" y="0"/>
                </a:cubicBezTo>
                <a:close/>
              </a:path>
              <a:path w="386644" h="369332" stroke="0" extrusionOk="0">
                <a:moveTo>
                  <a:pt x="0" y="0"/>
                </a:moveTo>
                <a:cubicBezTo>
                  <a:pt x="159497" y="-6721"/>
                  <a:pt x="200229" y="38987"/>
                  <a:pt x="386644" y="0"/>
                </a:cubicBezTo>
                <a:cubicBezTo>
                  <a:pt x="399003" y="104079"/>
                  <a:pt x="383049" y="258487"/>
                  <a:pt x="386644" y="369332"/>
                </a:cubicBezTo>
                <a:cubicBezTo>
                  <a:pt x="294500" y="398603"/>
                  <a:pt x="154941" y="339844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-2</a:t>
            </a:r>
            <a:endParaRPr lang="en-IN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A92216D-D4FC-C9EB-2376-4D98D7F38220}"/>
              </a:ext>
            </a:extLst>
          </p:cNvPr>
          <p:cNvSpPr txBox="1"/>
          <p:nvPr/>
        </p:nvSpPr>
        <p:spPr>
          <a:xfrm>
            <a:off x="6661215" y="4021679"/>
            <a:ext cx="386644" cy="369332"/>
          </a:xfrm>
          <a:custGeom>
            <a:avLst/>
            <a:gdLst>
              <a:gd name="csX0" fmla="*/ 0 w 386644"/>
              <a:gd name="csY0" fmla="*/ 0 h 369332"/>
              <a:gd name="csX1" fmla="*/ 386644 w 386644"/>
              <a:gd name="csY1" fmla="*/ 0 h 369332"/>
              <a:gd name="csX2" fmla="*/ 386644 w 386644"/>
              <a:gd name="csY2" fmla="*/ 369332 h 369332"/>
              <a:gd name="csX3" fmla="*/ 0 w 386644"/>
              <a:gd name="csY3" fmla="*/ 369332 h 369332"/>
              <a:gd name="csX4" fmla="*/ 0 w 386644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86644" h="369332" fill="none" extrusionOk="0">
                <a:moveTo>
                  <a:pt x="0" y="0"/>
                </a:moveTo>
                <a:cubicBezTo>
                  <a:pt x="191410" y="-28417"/>
                  <a:pt x="252087" y="24479"/>
                  <a:pt x="386644" y="0"/>
                </a:cubicBezTo>
                <a:cubicBezTo>
                  <a:pt x="401965" y="138280"/>
                  <a:pt x="359836" y="262718"/>
                  <a:pt x="386644" y="369332"/>
                </a:cubicBezTo>
                <a:cubicBezTo>
                  <a:pt x="210203" y="381249"/>
                  <a:pt x="122841" y="336176"/>
                  <a:pt x="0" y="369332"/>
                </a:cubicBezTo>
                <a:cubicBezTo>
                  <a:pt x="-43072" y="256621"/>
                  <a:pt x="38712" y="103300"/>
                  <a:pt x="0" y="0"/>
                </a:cubicBezTo>
                <a:close/>
              </a:path>
              <a:path w="386644" h="369332" stroke="0" extrusionOk="0">
                <a:moveTo>
                  <a:pt x="0" y="0"/>
                </a:moveTo>
                <a:cubicBezTo>
                  <a:pt x="159497" y="-6721"/>
                  <a:pt x="200229" y="38987"/>
                  <a:pt x="386644" y="0"/>
                </a:cubicBezTo>
                <a:cubicBezTo>
                  <a:pt x="399003" y="104079"/>
                  <a:pt x="383049" y="258487"/>
                  <a:pt x="386644" y="369332"/>
                </a:cubicBezTo>
                <a:cubicBezTo>
                  <a:pt x="294500" y="398603"/>
                  <a:pt x="154941" y="339844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-2</a:t>
            </a:r>
            <a:endParaRPr lang="en-IN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2A1BA17-70D6-7782-6D14-C13BB98FB7D9}"/>
              </a:ext>
            </a:extLst>
          </p:cNvPr>
          <p:cNvSpPr txBox="1"/>
          <p:nvPr/>
        </p:nvSpPr>
        <p:spPr>
          <a:xfrm>
            <a:off x="7204821" y="4714644"/>
            <a:ext cx="356188" cy="369332"/>
          </a:xfrm>
          <a:custGeom>
            <a:avLst/>
            <a:gdLst>
              <a:gd name="csX0" fmla="*/ 0 w 356188"/>
              <a:gd name="csY0" fmla="*/ 0 h 369332"/>
              <a:gd name="csX1" fmla="*/ 356188 w 356188"/>
              <a:gd name="csY1" fmla="*/ 0 h 369332"/>
              <a:gd name="csX2" fmla="*/ 356188 w 356188"/>
              <a:gd name="csY2" fmla="*/ 369332 h 369332"/>
              <a:gd name="csX3" fmla="*/ 0 w 356188"/>
              <a:gd name="csY3" fmla="*/ 369332 h 369332"/>
              <a:gd name="csX4" fmla="*/ 0 w 356188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6188" h="369332" extrusionOk="0">
                <a:moveTo>
                  <a:pt x="0" y="0"/>
                </a:moveTo>
                <a:cubicBezTo>
                  <a:pt x="137782" y="-24793"/>
                  <a:pt x="190997" y="40223"/>
                  <a:pt x="356188" y="0"/>
                </a:cubicBezTo>
                <a:cubicBezTo>
                  <a:pt x="368547" y="104079"/>
                  <a:pt x="352593" y="258487"/>
                  <a:pt x="356188" y="369332"/>
                </a:cubicBezTo>
                <a:cubicBezTo>
                  <a:pt x="270318" y="401911"/>
                  <a:pt x="150804" y="366628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US" dirty="0"/>
              <a:t>-1</a:t>
            </a:r>
            <a:endParaRPr lang="en-IN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0DEC77F-9329-D872-F0CD-453D9232733B}"/>
              </a:ext>
            </a:extLst>
          </p:cNvPr>
          <p:cNvSpPr txBox="1"/>
          <p:nvPr/>
        </p:nvSpPr>
        <p:spPr>
          <a:xfrm>
            <a:off x="7681395" y="5403168"/>
            <a:ext cx="312906" cy="369332"/>
          </a:xfrm>
          <a:custGeom>
            <a:avLst/>
            <a:gdLst>
              <a:gd name="csX0" fmla="*/ 0 w 312906"/>
              <a:gd name="csY0" fmla="*/ 0 h 369332"/>
              <a:gd name="csX1" fmla="*/ 312906 w 312906"/>
              <a:gd name="csY1" fmla="*/ 0 h 369332"/>
              <a:gd name="csX2" fmla="*/ 312906 w 312906"/>
              <a:gd name="csY2" fmla="*/ 369332 h 369332"/>
              <a:gd name="csX3" fmla="*/ 0 w 312906"/>
              <a:gd name="csY3" fmla="*/ 369332 h 369332"/>
              <a:gd name="csX4" fmla="*/ 0 w 312906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2906" h="369332" extrusionOk="0">
                <a:moveTo>
                  <a:pt x="0" y="0"/>
                </a:moveTo>
                <a:cubicBezTo>
                  <a:pt x="68915" y="-31957"/>
                  <a:pt x="242338" y="1506"/>
                  <a:pt x="312906" y="0"/>
                </a:cubicBezTo>
                <a:cubicBezTo>
                  <a:pt x="325265" y="104079"/>
                  <a:pt x="309311" y="258487"/>
                  <a:pt x="312906" y="369332"/>
                </a:cubicBezTo>
                <a:cubicBezTo>
                  <a:pt x="244055" y="380530"/>
                  <a:pt x="125352" y="361264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  <a:endParaRPr lang="en-IN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1288B7B-B542-67B5-38ED-754077997952}"/>
              </a:ext>
            </a:extLst>
          </p:cNvPr>
          <p:cNvSpPr txBox="1"/>
          <p:nvPr/>
        </p:nvSpPr>
        <p:spPr>
          <a:xfrm>
            <a:off x="10419805" y="2528157"/>
            <a:ext cx="312906" cy="369332"/>
          </a:xfrm>
          <a:custGeom>
            <a:avLst/>
            <a:gdLst>
              <a:gd name="csX0" fmla="*/ 0 w 312906"/>
              <a:gd name="csY0" fmla="*/ 0 h 369332"/>
              <a:gd name="csX1" fmla="*/ 312906 w 312906"/>
              <a:gd name="csY1" fmla="*/ 0 h 369332"/>
              <a:gd name="csX2" fmla="*/ 312906 w 312906"/>
              <a:gd name="csY2" fmla="*/ 369332 h 369332"/>
              <a:gd name="csX3" fmla="*/ 0 w 312906"/>
              <a:gd name="csY3" fmla="*/ 369332 h 369332"/>
              <a:gd name="csX4" fmla="*/ 0 w 312906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2906" h="369332" extrusionOk="0">
                <a:moveTo>
                  <a:pt x="0" y="0"/>
                </a:moveTo>
                <a:cubicBezTo>
                  <a:pt x="68915" y="-31957"/>
                  <a:pt x="242338" y="1506"/>
                  <a:pt x="312906" y="0"/>
                </a:cubicBezTo>
                <a:cubicBezTo>
                  <a:pt x="325265" y="104079"/>
                  <a:pt x="309311" y="258487"/>
                  <a:pt x="312906" y="369332"/>
                </a:cubicBezTo>
                <a:cubicBezTo>
                  <a:pt x="244055" y="380530"/>
                  <a:pt x="125352" y="361264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  <a:endParaRPr lang="en-IN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9A3F7BC-97B3-3611-7946-96F8FD707293}"/>
              </a:ext>
            </a:extLst>
          </p:cNvPr>
          <p:cNvSpPr txBox="1"/>
          <p:nvPr/>
        </p:nvSpPr>
        <p:spPr>
          <a:xfrm>
            <a:off x="11477188" y="2528157"/>
            <a:ext cx="312906" cy="369332"/>
          </a:xfrm>
          <a:custGeom>
            <a:avLst/>
            <a:gdLst>
              <a:gd name="csX0" fmla="*/ 0 w 312906"/>
              <a:gd name="csY0" fmla="*/ 0 h 369332"/>
              <a:gd name="csX1" fmla="*/ 312906 w 312906"/>
              <a:gd name="csY1" fmla="*/ 0 h 369332"/>
              <a:gd name="csX2" fmla="*/ 312906 w 312906"/>
              <a:gd name="csY2" fmla="*/ 369332 h 369332"/>
              <a:gd name="csX3" fmla="*/ 0 w 312906"/>
              <a:gd name="csY3" fmla="*/ 369332 h 369332"/>
              <a:gd name="csX4" fmla="*/ 0 w 312906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2906" h="369332" extrusionOk="0">
                <a:moveTo>
                  <a:pt x="0" y="0"/>
                </a:moveTo>
                <a:cubicBezTo>
                  <a:pt x="68915" y="-31957"/>
                  <a:pt x="242338" y="1506"/>
                  <a:pt x="312906" y="0"/>
                </a:cubicBezTo>
                <a:cubicBezTo>
                  <a:pt x="325265" y="104079"/>
                  <a:pt x="309311" y="258487"/>
                  <a:pt x="312906" y="369332"/>
                </a:cubicBezTo>
                <a:cubicBezTo>
                  <a:pt x="244055" y="380530"/>
                  <a:pt x="125352" y="361264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  <a:endParaRPr lang="en-IN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0EC4A9C-6A0B-382F-959E-63C4968DA403}"/>
              </a:ext>
            </a:extLst>
          </p:cNvPr>
          <p:cNvSpPr txBox="1"/>
          <p:nvPr/>
        </p:nvSpPr>
        <p:spPr>
          <a:xfrm>
            <a:off x="10937354" y="1148010"/>
            <a:ext cx="312906" cy="369332"/>
          </a:xfrm>
          <a:custGeom>
            <a:avLst/>
            <a:gdLst>
              <a:gd name="csX0" fmla="*/ 0 w 312906"/>
              <a:gd name="csY0" fmla="*/ 0 h 369332"/>
              <a:gd name="csX1" fmla="*/ 312906 w 312906"/>
              <a:gd name="csY1" fmla="*/ 0 h 369332"/>
              <a:gd name="csX2" fmla="*/ 312906 w 312906"/>
              <a:gd name="csY2" fmla="*/ 369332 h 369332"/>
              <a:gd name="csX3" fmla="*/ 0 w 312906"/>
              <a:gd name="csY3" fmla="*/ 369332 h 369332"/>
              <a:gd name="csX4" fmla="*/ 0 w 312906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2906" h="369332" extrusionOk="0">
                <a:moveTo>
                  <a:pt x="0" y="0"/>
                </a:moveTo>
                <a:cubicBezTo>
                  <a:pt x="68915" y="-31957"/>
                  <a:pt x="242338" y="1506"/>
                  <a:pt x="312906" y="0"/>
                </a:cubicBezTo>
                <a:cubicBezTo>
                  <a:pt x="325265" y="104079"/>
                  <a:pt x="309311" y="258487"/>
                  <a:pt x="312906" y="369332"/>
                </a:cubicBezTo>
                <a:cubicBezTo>
                  <a:pt x="244055" y="380530"/>
                  <a:pt x="125352" y="361264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  <a:endParaRPr lang="en-IN" dirty="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7A3083F3-BB34-933E-7159-9C8C93A1F540}"/>
              </a:ext>
            </a:extLst>
          </p:cNvPr>
          <p:cNvSpPr/>
          <p:nvPr/>
        </p:nvSpPr>
        <p:spPr>
          <a:xfrm>
            <a:off x="2022064" y="3832228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20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FD393D1A-86AF-507E-C4F2-F79E77BAFC19}"/>
              </a:ext>
            </a:extLst>
          </p:cNvPr>
          <p:cNvSpPr/>
          <p:nvPr/>
        </p:nvSpPr>
        <p:spPr>
          <a:xfrm>
            <a:off x="1293923" y="4372820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15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33ED98E0-5BB8-9607-6687-30A1D38F08CD}"/>
              </a:ext>
            </a:extLst>
          </p:cNvPr>
          <p:cNvSpPr/>
          <p:nvPr/>
        </p:nvSpPr>
        <p:spPr>
          <a:xfrm>
            <a:off x="2733267" y="4372820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25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223F49A0-37B9-F321-AF33-5D94D3457882}"/>
              </a:ext>
            </a:extLst>
          </p:cNvPr>
          <p:cNvSpPr/>
          <p:nvPr/>
        </p:nvSpPr>
        <p:spPr>
          <a:xfrm>
            <a:off x="862123" y="5033220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10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8D88093E-DA36-C830-4BE0-D0179833DB96}"/>
              </a:ext>
            </a:extLst>
          </p:cNvPr>
          <p:cNvSpPr/>
          <p:nvPr/>
        </p:nvSpPr>
        <p:spPr>
          <a:xfrm>
            <a:off x="1622320" y="5033220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17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AC666345-7D93-391F-0FA9-2488D68C4660}"/>
              </a:ext>
            </a:extLst>
          </p:cNvPr>
          <p:cNvSpPr/>
          <p:nvPr/>
        </p:nvSpPr>
        <p:spPr>
          <a:xfrm>
            <a:off x="1293922" y="5746801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16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F33108CD-760B-23D3-9E92-CFEC3ECC4C44}"/>
              </a:ext>
            </a:extLst>
          </p:cNvPr>
          <p:cNvSpPr/>
          <p:nvPr/>
        </p:nvSpPr>
        <p:spPr>
          <a:xfrm>
            <a:off x="3048311" y="5033219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/>
              <a:t>3</a:t>
            </a:r>
            <a:r>
              <a:rPr lang="en-IN" dirty="0"/>
              <a:t>0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B9245125-C523-B23C-FC74-A56033AB0D79}"/>
              </a:ext>
            </a:extLst>
          </p:cNvPr>
          <p:cNvSpPr/>
          <p:nvPr/>
        </p:nvSpPr>
        <p:spPr>
          <a:xfrm>
            <a:off x="2720306" y="5746457"/>
            <a:ext cx="359203" cy="35920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/>
              <a:t>28</a:t>
            </a:r>
            <a:endParaRPr lang="en-IN" dirty="0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9FE0E3F9-9FED-4D89-C064-D1863CC55EFA}"/>
              </a:ext>
            </a:extLst>
          </p:cNvPr>
          <p:cNvCxnSpPr>
            <a:stCxn id="49" idx="3"/>
            <a:endCxn id="50" idx="0"/>
          </p:cNvCxnSpPr>
          <p:nvPr/>
        </p:nvCxnSpPr>
        <p:spPr>
          <a:xfrm flipH="1">
            <a:off x="1473525" y="4138827"/>
            <a:ext cx="601143" cy="2339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BEC6AF69-17C4-5556-5993-822B9ED6C202}"/>
              </a:ext>
            </a:extLst>
          </p:cNvPr>
          <p:cNvCxnSpPr>
            <a:stCxn id="49" idx="5"/>
            <a:endCxn id="51" idx="1"/>
          </p:cNvCxnSpPr>
          <p:nvPr/>
        </p:nvCxnSpPr>
        <p:spPr>
          <a:xfrm>
            <a:off x="2328663" y="4138827"/>
            <a:ext cx="457208" cy="28659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3448CAC0-DC25-7013-EF22-8C1D6144CD60}"/>
              </a:ext>
            </a:extLst>
          </p:cNvPr>
          <p:cNvCxnSpPr>
            <a:stCxn id="50" idx="3"/>
            <a:endCxn id="52" idx="0"/>
          </p:cNvCxnSpPr>
          <p:nvPr/>
        </p:nvCxnSpPr>
        <p:spPr>
          <a:xfrm flipH="1">
            <a:off x="1041725" y="4679419"/>
            <a:ext cx="304802" cy="3538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8E7E9683-9324-85D6-B195-5FCF94A16CF4}"/>
              </a:ext>
            </a:extLst>
          </p:cNvPr>
          <p:cNvCxnSpPr>
            <a:stCxn id="50" idx="5"/>
            <a:endCxn id="53" idx="0"/>
          </p:cNvCxnSpPr>
          <p:nvPr/>
        </p:nvCxnSpPr>
        <p:spPr>
          <a:xfrm>
            <a:off x="1600522" y="4679419"/>
            <a:ext cx="201400" cy="3538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3D916F9B-44F9-D224-34E0-13D58C7AF7A4}"/>
              </a:ext>
            </a:extLst>
          </p:cNvPr>
          <p:cNvCxnSpPr>
            <a:stCxn id="53" idx="3"/>
            <a:endCxn id="54" idx="0"/>
          </p:cNvCxnSpPr>
          <p:nvPr/>
        </p:nvCxnSpPr>
        <p:spPr>
          <a:xfrm flipH="1">
            <a:off x="1473524" y="5339819"/>
            <a:ext cx="201400" cy="4069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AFB2A6CC-D970-77F3-3BF3-4BF524E44285}"/>
              </a:ext>
            </a:extLst>
          </p:cNvPr>
          <p:cNvCxnSpPr>
            <a:cxnSpLocks/>
            <a:stCxn id="51" idx="5"/>
            <a:endCxn id="55" idx="0"/>
          </p:cNvCxnSpPr>
          <p:nvPr/>
        </p:nvCxnSpPr>
        <p:spPr>
          <a:xfrm>
            <a:off x="3039866" y="4679419"/>
            <a:ext cx="188047" cy="353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052CCCA-EFF6-E39A-B199-BE3054A48763}"/>
              </a:ext>
            </a:extLst>
          </p:cNvPr>
          <p:cNvCxnSpPr>
            <a:cxnSpLocks/>
            <a:stCxn id="55" idx="3"/>
            <a:endCxn id="56" idx="0"/>
          </p:cNvCxnSpPr>
          <p:nvPr/>
        </p:nvCxnSpPr>
        <p:spPr>
          <a:xfrm flipH="1">
            <a:off x="2899908" y="5339818"/>
            <a:ext cx="201007" cy="406639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D86760D1-42A9-1A31-7277-3AE8C3C6A0B6}"/>
              </a:ext>
            </a:extLst>
          </p:cNvPr>
          <p:cNvSpPr txBox="1"/>
          <p:nvPr/>
        </p:nvSpPr>
        <p:spPr>
          <a:xfrm>
            <a:off x="2472965" y="5439858"/>
            <a:ext cx="312906" cy="369332"/>
          </a:xfrm>
          <a:custGeom>
            <a:avLst/>
            <a:gdLst>
              <a:gd name="csX0" fmla="*/ 0 w 312906"/>
              <a:gd name="csY0" fmla="*/ 0 h 369332"/>
              <a:gd name="csX1" fmla="*/ 312906 w 312906"/>
              <a:gd name="csY1" fmla="*/ 0 h 369332"/>
              <a:gd name="csX2" fmla="*/ 312906 w 312906"/>
              <a:gd name="csY2" fmla="*/ 369332 h 369332"/>
              <a:gd name="csX3" fmla="*/ 0 w 312906"/>
              <a:gd name="csY3" fmla="*/ 369332 h 369332"/>
              <a:gd name="csX4" fmla="*/ 0 w 312906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2906" h="369332" extrusionOk="0">
                <a:moveTo>
                  <a:pt x="0" y="0"/>
                </a:moveTo>
                <a:cubicBezTo>
                  <a:pt x="68915" y="-31957"/>
                  <a:pt x="242338" y="1506"/>
                  <a:pt x="312906" y="0"/>
                </a:cubicBezTo>
                <a:cubicBezTo>
                  <a:pt x="325265" y="104079"/>
                  <a:pt x="309311" y="258487"/>
                  <a:pt x="312906" y="369332"/>
                </a:cubicBezTo>
                <a:cubicBezTo>
                  <a:pt x="244055" y="380530"/>
                  <a:pt x="125352" y="361264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07C82A3-56D3-8B6E-B409-28B8571A87EB}"/>
              </a:ext>
            </a:extLst>
          </p:cNvPr>
          <p:cNvSpPr txBox="1"/>
          <p:nvPr/>
        </p:nvSpPr>
        <p:spPr>
          <a:xfrm>
            <a:off x="1010472" y="5561791"/>
            <a:ext cx="312906" cy="369332"/>
          </a:xfrm>
          <a:custGeom>
            <a:avLst/>
            <a:gdLst>
              <a:gd name="csX0" fmla="*/ 0 w 312906"/>
              <a:gd name="csY0" fmla="*/ 0 h 369332"/>
              <a:gd name="csX1" fmla="*/ 312906 w 312906"/>
              <a:gd name="csY1" fmla="*/ 0 h 369332"/>
              <a:gd name="csX2" fmla="*/ 312906 w 312906"/>
              <a:gd name="csY2" fmla="*/ 369332 h 369332"/>
              <a:gd name="csX3" fmla="*/ 0 w 312906"/>
              <a:gd name="csY3" fmla="*/ 369332 h 369332"/>
              <a:gd name="csX4" fmla="*/ 0 w 312906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2906" h="369332" extrusionOk="0">
                <a:moveTo>
                  <a:pt x="0" y="0"/>
                </a:moveTo>
                <a:cubicBezTo>
                  <a:pt x="68915" y="-31957"/>
                  <a:pt x="242338" y="1506"/>
                  <a:pt x="312906" y="0"/>
                </a:cubicBezTo>
                <a:cubicBezTo>
                  <a:pt x="325265" y="104079"/>
                  <a:pt x="309311" y="258487"/>
                  <a:pt x="312906" y="369332"/>
                </a:cubicBezTo>
                <a:cubicBezTo>
                  <a:pt x="244055" y="380530"/>
                  <a:pt x="125352" y="361264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C315D22-223B-9A90-5C94-22CCAF5378A3}"/>
              </a:ext>
            </a:extLst>
          </p:cNvPr>
          <p:cNvSpPr txBox="1"/>
          <p:nvPr/>
        </p:nvSpPr>
        <p:spPr>
          <a:xfrm>
            <a:off x="584820" y="4825296"/>
            <a:ext cx="312906" cy="369332"/>
          </a:xfrm>
          <a:custGeom>
            <a:avLst/>
            <a:gdLst>
              <a:gd name="csX0" fmla="*/ 0 w 312906"/>
              <a:gd name="csY0" fmla="*/ 0 h 369332"/>
              <a:gd name="csX1" fmla="*/ 312906 w 312906"/>
              <a:gd name="csY1" fmla="*/ 0 h 369332"/>
              <a:gd name="csX2" fmla="*/ 312906 w 312906"/>
              <a:gd name="csY2" fmla="*/ 369332 h 369332"/>
              <a:gd name="csX3" fmla="*/ 0 w 312906"/>
              <a:gd name="csY3" fmla="*/ 369332 h 369332"/>
              <a:gd name="csX4" fmla="*/ 0 w 312906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2906" h="369332" extrusionOk="0">
                <a:moveTo>
                  <a:pt x="0" y="0"/>
                </a:moveTo>
                <a:cubicBezTo>
                  <a:pt x="68915" y="-31957"/>
                  <a:pt x="242338" y="1506"/>
                  <a:pt x="312906" y="0"/>
                </a:cubicBezTo>
                <a:cubicBezTo>
                  <a:pt x="325265" y="104079"/>
                  <a:pt x="309311" y="258487"/>
                  <a:pt x="312906" y="369332"/>
                </a:cubicBezTo>
                <a:cubicBezTo>
                  <a:pt x="244055" y="380530"/>
                  <a:pt x="125352" y="361264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30B9607-4EB6-95E7-7DE3-3C27AE2714A5}"/>
              </a:ext>
            </a:extLst>
          </p:cNvPr>
          <p:cNvSpPr txBox="1"/>
          <p:nvPr/>
        </p:nvSpPr>
        <p:spPr>
          <a:xfrm>
            <a:off x="1872280" y="4721895"/>
            <a:ext cx="261610" cy="369332"/>
          </a:xfrm>
          <a:custGeom>
            <a:avLst/>
            <a:gdLst>
              <a:gd name="csX0" fmla="*/ 0 w 261610"/>
              <a:gd name="csY0" fmla="*/ 0 h 369332"/>
              <a:gd name="csX1" fmla="*/ 261610 w 261610"/>
              <a:gd name="csY1" fmla="*/ 0 h 369332"/>
              <a:gd name="csX2" fmla="*/ 261610 w 261610"/>
              <a:gd name="csY2" fmla="*/ 369332 h 369332"/>
              <a:gd name="csX3" fmla="*/ 0 w 261610"/>
              <a:gd name="csY3" fmla="*/ 369332 h 369332"/>
              <a:gd name="csX4" fmla="*/ 0 w 261610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61610" h="369332" extrusionOk="0">
                <a:moveTo>
                  <a:pt x="0" y="0"/>
                </a:moveTo>
                <a:cubicBezTo>
                  <a:pt x="66613" y="-19283"/>
                  <a:pt x="188645" y="21194"/>
                  <a:pt x="261610" y="0"/>
                </a:cubicBezTo>
                <a:cubicBezTo>
                  <a:pt x="273969" y="104079"/>
                  <a:pt x="258015" y="258487"/>
                  <a:pt x="261610" y="369332"/>
                </a:cubicBezTo>
                <a:cubicBezTo>
                  <a:pt x="153901" y="376168"/>
                  <a:pt x="90218" y="341614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9163B82-4376-E1FE-7FC5-2FE841640DDF}"/>
              </a:ext>
            </a:extLst>
          </p:cNvPr>
          <p:cNvSpPr txBox="1"/>
          <p:nvPr/>
        </p:nvSpPr>
        <p:spPr>
          <a:xfrm>
            <a:off x="974550" y="4138827"/>
            <a:ext cx="356188" cy="369332"/>
          </a:xfrm>
          <a:custGeom>
            <a:avLst/>
            <a:gdLst>
              <a:gd name="csX0" fmla="*/ 0 w 356188"/>
              <a:gd name="csY0" fmla="*/ 0 h 369332"/>
              <a:gd name="csX1" fmla="*/ 356188 w 356188"/>
              <a:gd name="csY1" fmla="*/ 0 h 369332"/>
              <a:gd name="csX2" fmla="*/ 356188 w 356188"/>
              <a:gd name="csY2" fmla="*/ 369332 h 369332"/>
              <a:gd name="csX3" fmla="*/ 0 w 356188"/>
              <a:gd name="csY3" fmla="*/ 369332 h 369332"/>
              <a:gd name="csX4" fmla="*/ 0 w 356188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6188" h="369332" extrusionOk="0">
                <a:moveTo>
                  <a:pt x="0" y="0"/>
                </a:moveTo>
                <a:cubicBezTo>
                  <a:pt x="137782" y="-24793"/>
                  <a:pt x="190997" y="40223"/>
                  <a:pt x="356188" y="0"/>
                </a:cubicBezTo>
                <a:cubicBezTo>
                  <a:pt x="368547" y="104079"/>
                  <a:pt x="352593" y="258487"/>
                  <a:pt x="356188" y="369332"/>
                </a:cubicBezTo>
                <a:cubicBezTo>
                  <a:pt x="270318" y="401911"/>
                  <a:pt x="150804" y="366628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-1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713B736-801B-C9ED-1D98-086B70A6ABF2}"/>
              </a:ext>
            </a:extLst>
          </p:cNvPr>
          <p:cNvSpPr txBox="1"/>
          <p:nvPr/>
        </p:nvSpPr>
        <p:spPr>
          <a:xfrm>
            <a:off x="1750066" y="3553727"/>
            <a:ext cx="312906" cy="369332"/>
          </a:xfrm>
          <a:custGeom>
            <a:avLst/>
            <a:gdLst>
              <a:gd name="csX0" fmla="*/ 0 w 312906"/>
              <a:gd name="csY0" fmla="*/ 0 h 369332"/>
              <a:gd name="csX1" fmla="*/ 312906 w 312906"/>
              <a:gd name="csY1" fmla="*/ 0 h 369332"/>
              <a:gd name="csX2" fmla="*/ 312906 w 312906"/>
              <a:gd name="csY2" fmla="*/ 369332 h 369332"/>
              <a:gd name="csX3" fmla="*/ 0 w 312906"/>
              <a:gd name="csY3" fmla="*/ 369332 h 369332"/>
              <a:gd name="csX4" fmla="*/ 0 w 312906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2906" h="369332" extrusionOk="0">
                <a:moveTo>
                  <a:pt x="0" y="0"/>
                </a:moveTo>
                <a:cubicBezTo>
                  <a:pt x="68915" y="-31957"/>
                  <a:pt x="242338" y="1506"/>
                  <a:pt x="312906" y="0"/>
                </a:cubicBezTo>
                <a:cubicBezTo>
                  <a:pt x="325265" y="104079"/>
                  <a:pt x="309311" y="258487"/>
                  <a:pt x="312906" y="369332"/>
                </a:cubicBezTo>
                <a:cubicBezTo>
                  <a:pt x="244055" y="380530"/>
                  <a:pt x="125352" y="361264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C78C184-51DC-9715-72C1-691ECF9FFF65}"/>
              </a:ext>
            </a:extLst>
          </p:cNvPr>
          <p:cNvSpPr txBox="1"/>
          <p:nvPr/>
        </p:nvSpPr>
        <p:spPr>
          <a:xfrm>
            <a:off x="3292052" y="4705161"/>
            <a:ext cx="261610" cy="369332"/>
          </a:xfrm>
          <a:custGeom>
            <a:avLst/>
            <a:gdLst>
              <a:gd name="csX0" fmla="*/ 0 w 261610"/>
              <a:gd name="csY0" fmla="*/ 0 h 369332"/>
              <a:gd name="csX1" fmla="*/ 261610 w 261610"/>
              <a:gd name="csY1" fmla="*/ 0 h 369332"/>
              <a:gd name="csX2" fmla="*/ 261610 w 261610"/>
              <a:gd name="csY2" fmla="*/ 369332 h 369332"/>
              <a:gd name="csX3" fmla="*/ 0 w 261610"/>
              <a:gd name="csY3" fmla="*/ 369332 h 369332"/>
              <a:gd name="csX4" fmla="*/ 0 w 261610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61610" h="369332" extrusionOk="0">
                <a:moveTo>
                  <a:pt x="0" y="0"/>
                </a:moveTo>
                <a:cubicBezTo>
                  <a:pt x="66613" y="-19283"/>
                  <a:pt x="188645" y="21194"/>
                  <a:pt x="261610" y="0"/>
                </a:cubicBezTo>
                <a:cubicBezTo>
                  <a:pt x="273969" y="104079"/>
                  <a:pt x="258015" y="258487"/>
                  <a:pt x="261610" y="369332"/>
                </a:cubicBezTo>
                <a:cubicBezTo>
                  <a:pt x="153901" y="376168"/>
                  <a:pt x="90218" y="341614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96BC3EC-9BC2-CE1C-7909-35E1D55488AE}"/>
              </a:ext>
            </a:extLst>
          </p:cNvPr>
          <p:cNvSpPr txBox="1"/>
          <p:nvPr/>
        </p:nvSpPr>
        <p:spPr>
          <a:xfrm>
            <a:off x="2929806" y="4042960"/>
            <a:ext cx="386644" cy="369332"/>
          </a:xfrm>
          <a:custGeom>
            <a:avLst/>
            <a:gdLst>
              <a:gd name="csX0" fmla="*/ 0 w 386644"/>
              <a:gd name="csY0" fmla="*/ 0 h 369332"/>
              <a:gd name="csX1" fmla="*/ 386644 w 386644"/>
              <a:gd name="csY1" fmla="*/ 0 h 369332"/>
              <a:gd name="csX2" fmla="*/ 386644 w 386644"/>
              <a:gd name="csY2" fmla="*/ 369332 h 369332"/>
              <a:gd name="csX3" fmla="*/ 0 w 386644"/>
              <a:gd name="csY3" fmla="*/ 369332 h 369332"/>
              <a:gd name="csX4" fmla="*/ 0 w 386644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86644" h="369332" fill="none" extrusionOk="0">
                <a:moveTo>
                  <a:pt x="0" y="0"/>
                </a:moveTo>
                <a:cubicBezTo>
                  <a:pt x="191410" y="-28417"/>
                  <a:pt x="252087" y="24479"/>
                  <a:pt x="386644" y="0"/>
                </a:cubicBezTo>
                <a:cubicBezTo>
                  <a:pt x="401965" y="138280"/>
                  <a:pt x="359836" y="262718"/>
                  <a:pt x="386644" y="369332"/>
                </a:cubicBezTo>
                <a:cubicBezTo>
                  <a:pt x="210203" y="381249"/>
                  <a:pt x="122841" y="336176"/>
                  <a:pt x="0" y="369332"/>
                </a:cubicBezTo>
                <a:cubicBezTo>
                  <a:pt x="-43072" y="256621"/>
                  <a:pt x="38712" y="103300"/>
                  <a:pt x="0" y="0"/>
                </a:cubicBezTo>
                <a:close/>
              </a:path>
              <a:path w="386644" h="369332" stroke="0" extrusionOk="0">
                <a:moveTo>
                  <a:pt x="0" y="0"/>
                </a:moveTo>
                <a:cubicBezTo>
                  <a:pt x="159497" y="-6721"/>
                  <a:pt x="200229" y="38987"/>
                  <a:pt x="386644" y="0"/>
                </a:cubicBezTo>
                <a:cubicBezTo>
                  <a:pt x="399003" y="104079"/>
                  <a:pt x="383049" y="258487"/>
                  <a:pt x="386644" y="369332"/>
                </a:cubicBezTo>
                <a:cubicBezTo>
                  <a:pt x="294500" y="398603"/>
                  <a:pt x="154941" y="339844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IN" dirty="0"/>
              <a:t>-2</a:t>
            </a:r>
          </a:p>
        </p:txBody>
      </p:sp>
      <p:sp>
        <p:nvSpPr>
          <p:cNvPr id="72" name="Arrow: Chevron 71">
            <a:extLst>
              <a:ext uri="{FF2B5EF4-FFF2-40B4-BE49-F238E27FC236}">
                <a16:creationId xmlns:a16="http://schemas.microsoft.com/office/drawing/2014/main" id="{8DB2A0D3-D67D-C092-D8A5-4843E0BCD3D8}"/>
              </a:ext>
            </a:extLst>
          </p:cNvPr>
          <p:cNvSpPr/>
          <p:nvPr/>
        </p:nvSpPr>
        <p:spPr>
          <a:xfrm rot="385711">
            <a:off x="2373999" y="4376409"/>
            <a:ext cx="300342" cy="314520"/>
          </a:xfrm>
          <a:prstGeom prst="chevron">
            <a:avLst/>
          </a:prstGeom>
          <a:solidFill>
            <a:srgbClr val="FF0000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7AAFDEC-84EC-DED6-1932-F3BD3027686F}"/>
              </a:ext>
            </a:extLst>
          </p:cNvPr>
          <p:cNvSpPr txBox="1"/>
          <p:nvPr/>
        </p:nvSpPr>
        <p:spPr>
          <a:xfrm>
            <a:off x="2109532" y="4256004"/>
            <a:ext cx="3818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A</a:t>
            </a: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1CA9A208-D5FB-0692-7151-B336DEC810DA}"/>
              </a:ext>
            </a:extLst>
          </p:cNvPr>
          <p:cNvSpPr/>
          <p:nvPr/>
        </p:nvSpPr>
        <p:spPr>
          <a:xfrm>
            <a:off x="5729839" y="3832228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20</a:t>
            </a: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9D3133D5-6B8E-6708-9635-29C21883FB38}"/>
              </a:ext>
            </a:extLst>
          </p:cNvPr>
          <p:cNvSpPr/>
          <p:nvPr/>
        </p:nvSpPr>
        <p:spPr>
          <a:xfrm>
            <a:off x="5001698" y="4372820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15</a:t>
            </a: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1580B39A-7C69-52AB-D94D-E5534617CD16}"/>
              </a:ext>
            </a:extLst>
          </p:cNvPr>
          <p:cNvSpPr/>
          <p:nvPr/>
        </p:nvSpPr>
        <p:spPr>
          <a:xfrm>
            <a:off x="4569898" y="5033220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10</a:t>
            </a: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622671B0-C38E-2039-B720-5CC498F67F4F}"/>
              </a:ext>
            </a:extLst>
          </p:cNvPr>
          <p:cNvSpPr/>
          <p:nvPr/>
        </p:nvSpPr>
        <p:spPr>
          <a:xfrm>
            <a:off x="5330095" y="5033220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17</a:t>
            </a:r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62B16EC6-2600-1212-D68A-C9A5DECA1CA4}"/>
              </a:ext>
            </a:extLst>
          </p:cNvPr>
          <p:cNvSpPr/>
          <p:nvPr/>
        </p:nvSpPr>
        <p:spPr>
          <a:xfrm>
            <a:off x="5001697" y="5746801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16</a:t>
            </a: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AFA36AC7-C63E-18E6-E52B-35D20A13714E}"/>
              </a:ext>
            </a:extLst>
          </p:cNvPr>
          <p:cNvCxnSpPr>
            <a:stCxn id="75" idx="3"/>
            <a:endCxn id="76" idx="0"/>
          </p:cNvCxnSpPr>
          <p:nvPr/>
        </p:nvCxnSpPr>
        <p:spPr>
          <a:xfrm flipH="1">
            <a:off x="5181300" y="4138827"/>
            <a:ext cx="601143" cy="2339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A4EB711B-356F-D878-E2D2-6207FE0EE0F5}"/>
              </a:ext>
            </a:extLst>
          </p:cNvPr>
          <p:cNvCxnSpPr>
            <a:cxnSpLocks/>
            <a:stCxn id="75" idx="5"/>
            <a:endCxn id="14" idx="1"/>
          </p:cNvCxnSpPr>
          <p:nvPr/>
        </p:nvCxnSpPr>
        <p:spPr>
          <a:xfrm>
            <a:off x="6036438" y="4138827"/>
            <a:ext cx="447575" cy="2782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BF277304-02D5-B68F-CCC2-8F190F9E5DC2}"/>
              </a:ext>
            </a:extLst>
          </p:cNvPr>
          <p:cNvCxnSpPr>
            <a:stCxn id="76" idx="3"/>
            <a:endCxn id="78" idx="0"/>
          </p:cNvCxnSpPr>
          <p:nvPr/>
        </p:nvCxnSpPr>
        <p:spPr>
          <a:xfrm flipH="1">
            <a:off x="4749500" y="4679419"/>
            <a:ext cx="304802" cy="3538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5C7F4379-F04E-4EBC-BF19-9D8369B643CB}"/>
              </a:ext>
            </a:extLst>
          </p:cNvPr>
          <p:cNvCxnSpPr>
            <a:stCxn id="76" idx="5"/>
            <a:endCxn id="79" idx="0"/>
          </p:cNvCxnSpPr>
          <p:nvPr/>
        </p:nvCxnSpPr>
        <p:spPr>
          <a:xfrm>
            <a:off x="5308297" y="4679419"/>
            <a:ext cx="201400" cy="3538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EE376D7F-CCE2-08C5-F88E-33B32C9A72A2}"/>
              </a:ext>
            </a:extLst>
          </p:cNvPr>
          <p:cNvCxnSpPr>
            <a:stCxn id="79" idx="3"/>
            <a:endCxn id="80" idx="0"/>
          </p:cNvCxnSpPr>
          <p:nvPr/>
        </p:nvCxnSpPr>
        <p:spPr>
          <a:xfrm flipH="1">
            <a:off x="5181299" y="5339819"/>
            <a:ext cx="201400" cy="4069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E6675E19-C969-E648-9F78-70E8EFCC737A}"/>
              </a:ext>
            </a:extLst>
          </p:cNvPr>
          <p:cNvSpPr txBox="1"/>
          <p:nvPr/>
        </p:nvSpPr>
        <p:spPr>
          <a:xfrm>
            <a:off x="4718247" y="5561791"/>
            <a:ext cx="312906" cy="369332"/>
          </a:xfrm>
          <a:custGeom>
            <a:avLst/>
            <a:gdLst>
              <a:gd name="csX0" fmla="*/ 0 w 312906"/>
              <a:gd name="csY0" fmla="*/ 0 h 369332"/>
              <a:gd name="csX1" fmla="*/ 312906 w 312906"/>
              <a:gd name="csY1" fmla="*/ 0 h 369332"/>
              <a:gd name="csX2" fmla="*/ 312906 w 312906"/>
              <a:gd name="csY2" fmla="*/ 369332 h 369332"/>
              <a:gd name="csX3" fmla="*/ 0 w 312906"/>
              <a:gd name="csY3" fmla="*/ 369332 h 369332"/>
              <a:gd name="csX4" fmla="*/ 0 w 312906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2906" h="369332" extrusionOk="0">
                <a:moveTo>
                  <a:pt x="0" y="0"/>
                </a:moveTo>
                <a:cubicBezTo>
                  <a:pt x="68915" y="-31957"/>
                  <a:pt x="242338" y="1506"/>
                  <a:pt x="312906" y="0"/>
                </a:cubicBezTo>
                <a:cubicBezTo>
                  <a:pt x="325265" y="104079"/>
                  <a:pt x="309311" y="258487"/>
                  <a:pt x="312906" y="369332"/>
                </a:cubicBezTo>
                <a:cubicBezTo>
                  <a:pt x="244055" y="380530"/>
                  <a:pt x="125352" y="361264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A0E0F4D4-9A55-CA03-BF97-6A374A16A29B}"/>
              </a:ext>
            </a:extLst>
          </p:cNvPr>
          <p:cNvSpPr txBox="1"/>
          <p:nvPr/>
        </p:nvSpPr>
        <p:spPr>
          <a:xfrm>
            <a:off x="4299624" y="4842801"/>
            <a:ext cx="312906" cy="369332"/>
          </a:xfrm>
          <a:custGeom>
            <a:avLst/>
            <a:gdLst>
              <a:gd name="csX0" fmla="*/ 0 w 312906"/>
              <a:gd name="csY0" fmla="*/ 0 h 369332"/>
              <a:gd name="csX1" fmla="*/ 312906 w 312906"/>
              <a:gd name="csY1" fmla="*/ 0 h 369332"/>
              <a:gd name="csX2" fmla="*/ 312906 w 312906"/>
              <a:gd name="csY2" fmla="*/ 369332 h 369332"/>
              <a:gd name="csX3" fmla="*/ 0 w 312906"/>
              <a:gd name="csY3" fmla="*/ 369332 h 369332"/>
              <a:gd name="csX4" fmla="*/ 0 w 312906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2906" h="369332" extrusionOk="0">
                <a:moveTo>
                  <a:pt x="0" y="0"/>
                </a:moveTo>
                <a:cubicBezTo>
                  <a:pt x="68915" y="-31957"/>
                  <a:pt x="242338" y="1506"/>
                  <a:pt x="312906" y="0"/>
                </a:cubicBezTo>
                <a:cubicBezTo>
                  <a:pt x="325265" y="104079"/>
                  <a:pt x="309311" y="258487"/>
                  <a:pt x="312906" y="369332"/>
                </a:cubicBezTo>
                <a:cubicBezTo>
                  <a:pt x="244055" y="380530"/>
                  <a:pt x="125352" y="361264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0027E131-7B4A-D9DB-F853-CFE21B36298A}"/>
              </a:ext>
            </a:extLst>
          </p:cNvPr>
          <p:cNvSpPr txBox="1"/>
          <p:nvPr/>
        </p:nvSpPr>
        <p:spPr>
          <a:xfrm>
            <a:off x="5580055" y="4721895"/>
            <a:ext cx="261610" cy="369332"/>
          </a:xfrm>
          <a:custGeom>
            <a:avLst/>
            <a:gdLst>
              <a:gd name="csX0" fmla="*/ 0 w 261610"/>
              <a:gd name="csY0" fmla="*/ 0 h 369332"/>
              <a:gd name="csX1" fmla="*/ 261610 w 261610"/>
              <a:gd name="csY1" fmla="*/ 0 h 369332"/>
              <a:gd name="csX2" fmla="*/ 261610 w 261610"/>
              <a:gd name="csY2" fmla="*/ 369332 h 369332"/>
              <a:gd name="csX3" fmla="*/ 0 w 261610"/>
              <a:gd name="csY3" fmla="*/ 369332 h 369332"/>
              <a:gd name="csX4" fmla="*/ 0 w 261610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61610" h="369332" extrusionOk="0">
                <a:moveTo>
                  <a:pt x="0" y="0"/>
                </a:moveTo>
                <a:cubicBezTo>
                  <a:pt x="66613" y="-19283"/>
                  <a:pt x="188645" y="21194"/>
                  <a:pt x="261610" y="0"/>
                </a:cubicBezTo>
                <a:cubicBezTo>
                  <a:pt x="273969" y="104079"/>
                  <a:pt x="258015" y="258487"/>
                  <a:pt x="261610" y="369332"/>
                </a:cubicBezTo>
                <a:cubicBezTo>
                  <a:pt x="153901" y="376168"/>
                  <a:pt x="90218" y="341614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0B556F2B-D3C8-5AE2-16F1-966AAA04767D}"/>
              </a:ext>
            </a:extLst>
          </p:cNvPr>
          <p:cNvSpPr txBox="1"/>
          <p:nvPr/>
        </p:nvSpPr>
        <p:spPr>
          <a:xfrm>
            <a:off x="4759758" y="4145960"/>
            <a:ext cx="356188" cy="369332"/>
          </a:xfrm>
          <a:custGeom>
            <a:avLst/>
            <a:gdLst>
              <a:gd name="csX0" fmla="*/ 0 w 356188"/>
              <a:gd name="csY0" fmla="*/ 0 h 369332"/>
              <a:gd name="csX1" fmla="*/ 356188 w 356188"/>
              <a:gd name="csY1" fmla="*/ 0 h 369332"/>
              <a:gd name="csX2" fmla="*/ 356188 w 356188"/>
              <a:gd name="csY2" fmla="*/ 369332 h 369332"/>
              <a:gd name="csX3" fmla="*/ 0 w 356188"/>
              <a:gd name="csY3" fmla="*/ 369332 h 369332"/>
              <a:gd name="csX4" fmla="*/ 0 w 356188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6188" h="369332" extrusionOk="0">
                <a:moveTo>
                  <a:pt x="0" y="0"/>
                </a:moveTo>
                <a:cubicBezTo>
                  <a:pt x="137782" y="-24793"/>
                  <a:pt x="190997" y="40223"/>
                  <a:pt x="356188" y="0"/>
                </a:cubicBezTo>
                <a:cubicBezTo>
                  <a:pt x="368547" y="104079"/>
                  <a:pt x="352593" y="258487"/>
                  <a:pt x="356188" y="369332"/>
                </a:cubicBezTo>
                <a:cubicBezTo>
                  <a:pt x="270318" y="401911"/>
                  <a:pt x="150804" y="366628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-1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A75D89FA-0159-A291-E176-057BD151B36A}"/>
              </a:ext>
            </a:extLst>
          </p:cNvPr>
          <p:cNvSpPr txBox="1"/>
          <p:nvPr/>
        </p:nvSpPr>
        <p:spPr>
          <a:xfrm>
            <a:off x="5457841" y="3553727"/>
            <a:ext cx="312906" cy="369332"/>
          </a:xfrm>
          <a:custGeom>
            <a:avLst/>
            <a:gdLst>
              <a:gd name="csX0" fmla="*/ 0 w 312906"/>
              <a:gd name="csY0" fmla="*/ 0 h 369332"/>
              <a:gd name="csX1" fmla="*/ 312906 w 312906"/>
              <a:gd name="csY1" fmla="*/ 0 h 369332"/>
              <a:gd name="csX2" fmla="*/ 312906 w 312906"/>
              <a:gd name="csY2" fmla="*/ 369332 h 369332"/>
              <a:gd name="csX3" fmla="*/ 0 w 312906"/>
              <a:gd name="csY3" fmla="*/ 369332 h 369332"/>
              <a:gd name="csX4" fmla="*/ 0 w 312906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2906" h="369332" extrusionOk="0">
                <a:moveTo>
                  <a:pt x="0" y="0"/>
                </a:moveTo>
                <a:cubicBezTo>
                  <a:pt x="68915" y="-31957"/>
                  <a:pt x="242338" y="1506"/>
                  <a:pt x="312906" y="0"/>
                </a:cubicBezTo>
                <a:cubicBezTo>
                  <a:pt x="325265" y="104079"/>
                  <a:pt x="309311" y="258487"/>
                  <a:pt x="312906" y="369332"/>
                </a:cubicBezTo>
                <a:cubicBezTo>
                  <a:pt x="244055" y="380530"/>
                  <a:pt x="125352" y="361264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  <a:endParaRPr lang="en-IN" dirty="0"/>
          </a:p>
        </p:txBody>
      </p:sp>
      <p:sp>
        <p:nvSpPr>
          <p:cNvPr id="100" name="Arrow: Right 99">
            <a:extLst>
              <a:ext uri="{FF2B5EF4-FFF2-40B4-BE49-F238E27FC236}">
                <a16:creationId xmlns:a16="http://schemas.microsoft.com/office/drawing/2014/main" id="{62A2BB79-0C0B-0F2E-6DE6-303EB2D313D2}"/>
              </a:ext>
            </a:extLst>
          </p:cNvPr>
          <p:cNvSpPr/>
          <p:nvPr/>
        </p:nvSpPr>
        <p:spPr>
          <a:xfrm>
            <a:off x="3740790" y="4695752"/>
            <a:ext cx="459330" cy="3693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7" name="Arrow: Curved Down 106">
            <a:extLst>
              <a:ext uri="{FF2B5EF4-FFF2-40B4-BE49-F238E27FC236}">
                <a16:creationId xmlns:a16="http://schemas.microsoft.com/office/drawing/2014/main" id="{B9D1B9F6-2B99-D42F-D82E-E884062B38FC}"/>
              </a:ext>
            </a:extLst>
          </p:cNvPr>
          <p:cNvSpPr/>
          <p:nvPr/>
        </p:nvSpPr>
        <p:spPr>
          <a:xfrm rot="18284784">
            <a:off x="3007755" y="5443420"/>
            <a:ext cx="751191" cy="376590"/>
          </a:xfrm>
          <a:prstGeom prst="curvedDown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R1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08" name="Arrow: Right 107">
            <a:extLst>
              <a:ext uri="{FF2B5EF4-FFF2-40B4-BE49-F238E27FC236}">
                <a16:creationId xmlns:a16="http://schemas.microsoft.com/office/drawing/2014/main" id="{A8B76EE7-E5FA-5D06-3417-4BA0C577FD24}"/>
              </a:ext>
            </a:extLst>
          </p:cNvPr>
          <p:cNvSpPr/>
          <p:nvPr/>
        </p:nvSpPr>
        <p:spPr>
          <a:xfrm>
            <a:off x="7715489" y="4695752"/>
            <a:ext cx="459330" cy="3693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8" name="Oval 167">
            <a:extLst>
              <a:ext uri="{FF2B5EF4-FFF2-40B4-BE49-F238E27FC236}">
                <a16:creationId xmlns:a16="http://schemas.microsoft.com/office/drawing/2014/main" id="{0AF46A13-D96E-39EA-1602-C515C3B24E29}"/>
              </a:ext>
            </a:extLst>
          </p:cNvPr>
          <p:cNvSpPr/>
          <p:nvPr/>
        </p:nvSpPr>
        <p:spPr>
          <a:xfrm>
            <a:off x="7771794" y="1435413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25</a:t>
            </a:r>
          </a:p>
        </p:txBody>
      </p:sp>
      <p:sp>
        <p:nvSpPr>
          <p:cNvPr id="169" name="Oval 168">
            <a:extLst>
              <a:ext uri="{FF2B5EF4-FFF2-40B4-BE49-F238E27FC236}">
                <a16:creationId xmlns:a16="http://schemas.microsoft.com/office/drawing/2014/main" id="{08554D99-E74A-68ED-0674-DEC2A45F6609}"/>
              </a:ext>
            </a:extLst>
          </p:cNvPr>
          <p:cNvSpPr/>
          <p:nvPr/>
        </p:nvSpPr>
        <p:spPr>
          <a:xfrm>
            <a:off x="8340880" y="2104189"/>
            <a:ext cx="359203" cy="35920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/>
              <a:t>2</a:t>
            </a:r>
            <a:r>
              <a:rPr lang="en-IN" dirty="0"/>
              <a:t>8</a:t>
            </a:r>
          </a:p>
        </p:txBody>
      </p:sp>
      <p:sp>
        <p:nvSpPr>
          <p:cNvPr id="170" name="Oval 169">
            <a:extLst>
              <a:ext uri="{FF2B5EF4-FFF2-40B4-BE49-F238E27FC236}">
                <a16:creationId xmlns:a16="http://schemas.microsoft.com/office/drawing/2014/main" id="{45AFB8A0-AE42-3DEB-A5E6-388395E83D72}"/>
              </a:ext>
            </a:extLst>
          </p:cNvPr>
          <p:cNvSpPr/>
          <p:nvPr/>
        </p:nvSpPr>
        <p:spPr>
          <a:xfrm>
            <a:off x="8802126" y="2822528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/>
              <a:t>3</a:t>
            </a:r>
            <a:r>
              <a:rPr lang="en-IN" dirty="0"/>
              <a:t>0</a:t>
            </a:r>
          </a:p>
        </p:txBody>
      </p: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D430B24E-667E-1B94-58DE-B9EE7E0BFB54}"/>
              </a:ext>
            </a:extLst>
          </p:cNvPr>
          <p:cNvCxnSpPr>
            <a:cxnSpLocks/>
            <a:stCxn id="168" idx="5"/>
            <a:endCxn id="169" idx="0"/>
          </p:cNvCxnSpPr>
          <p:nvPr/>
        </p:nvCxnSpPr>
        <p:spPr>
          <a:xfrm>
            <a:off x="8078393" y="1742012"/>
            <a:ext cx="442089" cy="362177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72" name="Straight Connector 171">
            <a:extLst>
              <a:ext uri="{FF2B5EF4-FFF2-40B4-BE49-F238E27FC236}">
                <a16:creationId xmlns:a16="http://schemas.microsoft.com/office/drawing/2014/main" id="{3966D65D-8F59-9A83-E17B-A3D4D6A103FD}"/>
              </a:ext>
            </a:extLst>
          </p:cNvPr>
          <p:cNvCxnSpPr>
            <a:cxnSpLocks/>
            <a:stCxn id="169" idx="5"/>
            <a:endCxn id="170" idx="0"/>
          </p:cNvCxnSpPr>
          <p:nvPr/>
        </p:nvCxnSpPr>
        <p:spPr>
          <a:xfrm>
            <a:off x="8647479" y="2410788"/>
            <a:ext cx="334249" cy="411740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3" name="Arrow: Chevron 172">
            <a:extLst>
              <a:ext uri="{FF2B5EF4-FFF2-40B4-BE49-F238E27FC236}">
                <a16:creationId xmlns:a16="http://schemas.microsoft.com/office/drawing/2014/main" id="{907F7F8D-06F9-276A-9B08-6B92F7EF918B}"/>
              </a:ext>
            </a:extLst>
          </p:cNvPr>
          <p:cNvSpPr/>
          <p:nvPr/>
        </p:nvSpPr>
        <p:spPr>
          <a:xfrm rot="1169834">
            <a:off x="7450438" y="1411099"/>
            <a:ext cx="300342" cy="314520"/>
          </a:xfrm>
          <a:prstGeom prst="chevron">
            <a:avLst/>
          </a:prstGeom>
          <a:solidFill>
            <a:srgbClr val="FF0000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7D7B9A34-45A5-665E-7E94-AF5406AB4C8B}"/>
              </a:ext>
            </a:extLst>
          </p:cNvPr>
          <p:cNvSpPr txBox="1"/>
          <p:nvPr/>
        </p:nvSpPr>
        <p:spPr>
          <a:xfrm>
            <a:off x="7183537" y="1216930"/>
            <a:ext cx="3818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A</a:t>
            </a:r>
          </a:p>
        </p:txBody>
      </p:sp>
      <p:sp>
        <p:nvSpPr>
          <p:cNvPr id="175" name="Arrow: Curved Up 174">
            <a:extLst>
              <a:ext uri="{FF2B5EF4-FFF2-40B4-BE49-F238E27FC236}">
                <a16:creationId xmlns:a16="http://schemas.microsoft.com/office/drawing/2014/main" id="{8882B30C-AA1D-98E7-33D6-16B63EEAA3D0}"/>
              </a:ext>
            </a:extLst>
          </p:cNvPr>
          <p:cNvSpPr/>
          <p:nvPr/>
        </p:nvSpPr>
        <p:spPr>
          <a:xfrm rot="14332852">
            <a:off x="7654950" y="1944588"/>
            <a:ext cx="726282" cy="396728"/>
          </a:xfrm>
          <a:prstGeom prst="curvedUp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R2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DCD0A9A1-7188-1F2E-0208-12710007FD08}"/>
              </a:ext>
            </a:extLst>
          </p:cNvPr>
          <p:cNvSpPr txBox="1"/>
          <p:nvPr/>
        </p:nvSpPr>
        <p:spPr>
          <a:xfrm>
            <a:off x="8001600" y="1092649"/>
            <a:ext cx="386644" cy="369332"/>
          </a:xfrm>
          <a:custGeom>
            <a:avLst/>
            <a:gdLst>
              <a:gd name="csX0" fmla="*/ 0 w 386644"/>
              <a:gd name="csY0" fmla="*/ 0 h 369332"/>
              <a:gd name="csX1" fmla="*/ 386644 w 386644"/>
              <a:gd name="csY1" fmla="*/ 0 h 369332"/>
              <a:gd name="csX2" fmla="*/ 386644 w 386644"/>
              <a:gd name="csY2" fmla="*/ 369332 h 369332"/>
              <a:gd name="csX3" fmla="*/ 0 w 386644"/>
              <a:gd name="csY3" fmla="*/ 369332 h 369332"/>
              <a:gd name="csX4" fmla="*/ 0 w 386644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86644" h="369332" fill="none" extrusionOk="0">
                <a:moveTo>
                  <a:pt x="0" y="0"/>
                </a:moveTo>
                <a:cubicBezTo>
                  <a:pt x="191410" y="-28417"/>
                  <a:pt x="252087" y="24479"/>
                  <a:pt x="386644" y="0"/>
                </a:cubicBezTo>
                <a:cubicBezTo>
                  <a:pt x="401965" y="138280"/>
                  <a:pt x="359836" y="262718"/>
                  <a:pt x="386644" y="369332"/>
                </a:cubicBezTo>
                <a:cubicBezTo>
                  <a:pt x="210203" y="381249"/>
                  <a:pt x="122841" y="336176"/>
                  <a:pt x="0" y="369332"/>
                </a:cubicBezTo>
                <a:cubicBezTo>
                  <a:pt x="-43072" y="256621"/>
                  <a:pt x="38712" y="103300"/>
                  <a:pt x="0" y="0"/>
                </a:cubicBezTo>
                <a:close/>
              </a:path>
              <a:path w="386644" h="369332" stroke="0" extrusionOk="0">
                <a:moveTo>
                  <a:pt x="0" y="0"/>
                </a:moveTo>
                <a:cubicBezTo>
                  <a:pt x="159497" y="-6721"/>
                  <a:pt x="200229" y="38987"/>
                  <a:pt x="386644" y="0"/>
                </a:cubicBezTo>
                <a:cubicBezTo>
                  <a:pt x="399003" y="104079"/>
                  <a:pt x="383049" y="258487"/>
                  <a:pt x="386644" y="369332"/>
                </a:cubicBezTo>
                <a:cubicBezTo>
                  <a:pt x="294500" y="398603"/>
                  <a:pt x="154941" y="339844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-2</a:t>
            </a:r>
            <a:endParaRPr lang="en-IN" dirty="0"/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B6171C82-808D-DF70-C703-FE12EF669765}"/>
              </a:ext>
            </a:extLst>
          </p:cNvPr>
          <p:cNvSpPr txBox="1"/>
          <p:nvPr/>
        </p:nvSpPr>
        <p:spPr>
          <a:xfrm>
            <a:off x="8545206" y="1785614"/>
            <a:ext cx="356188" cy="369332"/>
          </a:xfrm>
          <a:custGeom>
            <a:avLst/>
            <a:gdLst>
              <a:gd name="csX0" fmla="*/ 0 w 356188"/>
              <a:gd name="csY0" fmla="*/ 0 h 369332"/>
              <a:gd name="csX1" fmla="*/ 356188 w 356188"/>
              <a:gd name="csY1" fmla="*/ 0 h 369332"/>
              <a:gd name="csX2" fmla="*/ 356188 w 356188"/>
              <a:gd name="csY2" fmla="*/ 369332 h 369332"/>
              <a:gd name="csX3" fmla="*/ 0 w 356188"/>
              <a:gd name="csY3" fmla="*/ 369332 h 369332"/>
              <a:gd name="csX4" fmla="*/ 0 w 356188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6188" h="369332" extrusionOk="0">
                <a:moveTo>
                  <a:pt x="0" y="0"/>
                </a:moveTo>
                <a:cubicBezTo>
                  <a:pt x="137782" y="-24793"/>
                  <a:pt x="190997" y="40223"/>
                  <a:pt x="356188" y="0"/>
                </a:cubicBezTo>
                <a:cubicBezTo>
                  <a:pt x="368547" y="104079"/>
                  <a:pt x="352593" y="258487"/>
                  <a:pt x="356188" y="369332"/>
                </a:cubicBezTo>
                <a:cubicBezTo>
                  <a:pt x="270318" y="401911"/>
                  <a:pt x="150804" y="366628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US" dirty="0"/>
              <a:t>-1</a:t>
            </a:r>
            <a:endParaRPr lang="en-IN" dirty="0"/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552F83D5-8C50-9E8B-919C-4D0E8F333E53}"/>
              </a:ext>
            </a:extLst>
          </p:cNvPr>
          <p:cNvSpPr txBox="1"/>
          <p:nvPr/>
        </p:nvSpPr>
        <p:spPr>
          <a:xfrm>
            <a:off x="9021780" y="2474138"/>
            <a:ext cx="312906" cy="369332"/>
          </a:xfrm>
          <a:custGeom>
            <a:avLst/>
            <a:gdLst>
              <a:gd name="csX0" fmla="*/ 0 w 312906"/>
              <a:gd name="csY0" fmla="*/ 0 h 369332"/>
              <a:gd name="csX1" fmla="*/ 312906 w 312906"/>
              <a:gd name="csY1" fmla="*/ 0 h 369332"/>
              <a:gd name="csX2" fmla="*/ 312906 w 312906"/>
              <a:gd name="csY2" fmla="*/ 369332 h 369332"/>
              <a:gd name="csX3" fmla="*/ 0 w 312906"/>
              <a:gd name="csY3" fmla="*/ 369332 h 369332"/>
              <a:gd name="csX4" fmla="*/ 0 w 312906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2906" h="369332" extrusionOk="0">
                <a:moveTo>
                  <a:pt x="0" y="0"/>
                </a:moveTo>
                <a:cubicBezTo>
                  <a:pt x="68915" y="-31957"/>
                  <a:pt x="242338" y="1506"/>
                  <a:pt x="312906" y="0"/>
                </a:cubicBezTo>
                <a:cubicBezTo>
                  <a:pt x="325265" y="104079"/>
                  <a:pt x="309311" y="258487"/>
                  <a:pt x="312906" y="369332"/>
                </a:cubicBezTo>
                <a:cubicBezTo>
                  <a:pt x="244055" y="380530"/>
                  <a:pt x="125352" y="361264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  <a:endParaRPr lang="en-IN" dirty="0"/>
          </a:p>
        </p:txBody>
      </p:sp>
      <p:sp>
        <p:nvSpPr>
          <p:cNvPr id="190" name="Oval 189">
            <a:extLst>
              <a:ext uri="{FF2B5EF4-FFF2-40B4-BE49-F238E27FC236}">
                <a16:creationId xmlns:a16="http://schemas.microsoft.com/office/drawing/2014/main" id="{259FC248-05A9-83BC-5EF4-E4F6115AF7A8}"/>
              </a:ext>
            </a:extLst>
          </p:cNvPr>
          <p:cNvSpPr/>
          <p:nvPr/>
        </p:nvSpPr>
        <p:spPr>
          <a:xfrm>
            <a:off x="9808882" y="3832228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20</a:t>
            </a:r>
          </a:p>
        </p:txBody>
      </p:sp>
      <p:sp>
        <p:nvSpPr>
          <p:cNvPr id="191" name="Oval 190">
            <a:extLst>
              <a:ext uri="{FF2B5EF4-FFF2-40B4-BE49-F238E27FC236}">
                <a16:creationId xmlns:a16="http://schemas.microsoft.com/office/drawing/2014/main" id="{A5982DE3-899F-24A3-CFEA-EA99ED87ABD6}"/>
              </a:ext>
            </a:extLst>
          </p:cNvPr>
          <p:cNvSpPr/>
          <p:nvPr/>
        </p:nvSpPr>
        <p:spPr>
          <a:xfrm>
            <a:off x="9080741" y="4372820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15</a:t>
            </a:r>
          </a:p>
        </p:txBody>
      </p:sp>
      <p:sp>
        <p:nvSpPr>
          <p:cNvPr id="192" name="Oval 191">
            <a:extLst>
              <a:ext uri="{FF2B5EF4-FFF2-40B4-BE49-F238E27FC236}">
                <a16:creationId xmlns:a16="http://schemas.microsoft.com/office/drawing/2014/main" id="{A24F7D48-F80C-CD40-F8CB-AF9E5E6922C9}"/>
              </a:ext>
            </a:extLst>
          </p:cNvPr>
          <p:cNvSpPr/>
          <p:nvPr/>
        </p:nvSpPr>
        <p:spPr>
          <a:xfrm>
            <a:off x="8784408" y="5033220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10</a:t>
            </a:r>
          </a:p>
        </p:txBody>
      </p:sp>
      <p:sp>
        <p:nvSpPr>
          <p:cNvPr id="193" name="Oval 192">
            <a:extLst>
              <a:ext uri="{FF2B5EF4-FFF2-40B4-BE49-F238E27FC236}">
                <a16:creationId xmlns:a16="http://schemas.microsoft.com/office/drawing/2014/main" id="{629FA47C-544A-50DB-C167-AD2701CA235C}"/>
              </a:ext>
            </a:extLst>
          </p:cNvPr>
          <p:cNvSpPr/>
          <p:nvPr/>
        </p:nvSpPr>
        <p:spPr>
          <a:xfrm>
            <a:off x="9409138" y="5033220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17</a:t>
            </a:r>
          </a:p>
        </p:txBody>
      </p:sp>
      <p:sp>
        <p:nvSpPr>
          <p:cNvPr id="194" name="Oval 193">
            <a:extLst>
              <a:ext uri="{FF2B5EF4-FFF2-40B4-BE49-F238E27FC236}">
                <a16:creationId xmlns:a16="http://schemas.microsoft.com/office/drawing/2014/main" id="{57C1ABFA-37BD-36B3-10C8-47641F189285}"/>
              </a:ext>
            </a:extLst>
          </p:cNvPr>
          <p:cNvSpPr/>
          <p:nvPr/>
        </p:nvSpPr>
        <p:spPr>
          <a:xfrm>
            <a:off x="9080740" y="5746801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16</a:t>
            </a:r>
          </a:p>
        </p:txBody>
      </p: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0C975C04-C08D-473D-3DC4-CE6243FE29AF}"/>
              </a:ext>
            </a:extLst>
          </p:cNvPr>
          <p:cNvCxnSpPr>
            <a:stCxn id="190" idx="3"/>
            <a:endCxn id="191" idx="0"/>
          </p:cNvCxnSpPr>
          <p:nvPr/>
        </p:nvCxnSpPr>
        <p:spPr>
          <a:xfrm flipH="1">
            <a:off x="9260343" y="4138827"/>
            <a:ext cx="601143" cy="2339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416747D6-7444-2212-8698-D36179CBACE9}"/>
              </a:ext>
            </a:extLst>
          </p:cNvPr>
          <p:cNvCxnSpPr>
            <a:cxnSpLocks/>
            <a:stCxn id="190" idx="5"/>
            <a:endCxn id="206" idx="0"/>
          </p:cNvCxnSpPr>
          <p:nvPr/>
        </p:nvCxnSpPr>
        <p:spPr>
          <a:xfrm>
            <a:off x="10115481" y="4138827"/>
            <a:ext cx="635045" cy="21562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BC0618F9-E7E7-FCEE-4008-364F3A3532AE}"/>
              </a:ext>
            </a:extLst>
          </p:cNvPr>
          <p:cNvCxnSpPr>
            <a:stCxn id="191" idx="3"/>
            <a:endCxn id="192" idx="0"/>
          </p:cNvCxnSpPr>
          <p:nvPr/>
        </p:nvCxnSpPr>
        <p:spPr>
          <a:xfrm flipH="1">
            <a:off x="8964010" y="4679419"/>
            <a:ext cx="169335" cy="3538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5B75CD18-C804-A520-2867-0B7490B9CFE6}"/>
              </a:ext>
            </a:extLst>
          </p:cNvPr>
          <p:cNvCxnSpPr>
            <a:stCxn id="191" idx="5"/>
            <a:endCxn id="193" idx="0"/>
          </p:cNvCxnSpPr>
          <p:nvPr/>
        </p:nvCxnSpPr>
        <p:spPr>
          <a:xfrm>
            <a:off x="9387340" y="4679419"/>
            <a:ext cx="201400" cy="3538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C431E2E5-C7D5-EC5C-DB0A-567BAA128F20}"/>
              </a:ext>
            </a:extLst>
          </p:cNvPr>
          <p:cNvCxnSpPr>
            <a:stCxn id="193" idx="3"/>
            <a:endCxn id="194" idx="0"/>
          </p:cNvCxnSpPr>
          <p:nvPr/>
        </p:nvCxnSpPr>
        <p:spPr>
          <a:xfrm flipH="1">
            <a:off x="9260342" y="5339819"/>
            <a:ext cx="201400" cy="4069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TextBox 199">
            <a:extLst>
              <a:ext uri="{FF2B5EF4-FFF2-40B4-BE49-F238E27FC236}">
                <a16:creationId xmlns:a16="http://schemas.microsoft.com/office/drawing/2014/main" id="{6D8C8F10-0B9B-7D52-7703-9741FF7F82B5}"/>
              </a:ext>
            </a:extLst>
          </p:cNvPr>
          <p:cNvSpPr txBox="1"/>
          <p:nvPr/>
        </p:nvSpPr>
        <p:spPr>
          <a:xfrm>
            <a:off x="8797290" y="5561791"/>
            <a:ext cx="312906" cy="369332"/>
          </a:xfrm>
          <a:custGeom>
            <a:avLst/>
            <a:gdLst>
              <a:gd name="csX0" fmla="*/ 0 w 312906"/>
              <a:gd name="csY0" fmla="*/ 0 h 369332"/>
              <a:gd name="csX1" fmla="*/ 312906 w 312906"/>
              <a:gd name="csY1" fmla="*/ 0 h 369332"/>
              <a:gd name="csX2" fmla="*/ 312906 w 312906"/>
              <a:gd name="csY2" fmla="*/ 369332 h 369332"/>
              <a:gd name="csX3" fmla="*/ 0 w 312906"/>
              <a:gd name="csY3" fmla="*/ 369332 h 369332"/>
              <a:gd name="csX4" fmla="*/ 0 w 312906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2906" h="369332" extrusionOk="0">
                <a:moveTo>
                  <a:pt x="0" y="0"/>
                </a:moveTo>
                <a:cubicBezTo>
                  <a:pt x="68915" y="-31957"/>
                  <a:pt x="242338" y="1506"/>
                  <a:pt x="312906" y="0"/>
                </a:cubicBezTo>
                <a:cubicBezTo>
                  <a:pt x="325265" y="104079"/>
                  <a:pt x="309311" y="258487"/>
                  <a:pt x="312906" y="369332"/>
                </a:cubicBezTo>
                <a:cubicBezTo>
                  <a:pt x="244055" y="380530"/>
                  <a:pt x="125352" y="361264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5BF5088E-E282-948C-1814-F0C55A5FB61E}"/>
              </a:ext>
            </a:extLst>
          </p:cNvPr>
          <p:cNvSpPr txBox="1"/>
          <p:nvPr/>
        </p:nvSpPr>
        <p:spPr>
          <a:xfrm>
            <a:off x="8514134" y="4842801"/>
            <a:ext cx="312906" cy="369332"/>
          </a:xfrm>
          <a:custGeom>
            <a:avLst/>
            <a:gdLst>
              <a:gd name="csX0" fmla="*/ 0 w 312906"/>
              <a:gd name="csY0" fmla="*/ 0 h 369332"/>
              <a:gd name="csX1" fmla="*/ 312906 w 312906"/>
              <a:gd name="csY1" fmla="*/ 0 h 369332"/>
              <a:gd name="csX2" fmla="*/ 312906 w 312906"/>
              <a:gd name="csY2" fmla="*/ 369332 h 369332"/>
              <a:gd name="csX3" fmla="*/ 0 w 312906"/>
              <a:gd name="csY3" fmla="*/ 369332 h 369332"/>
              <a:gd name="csX4" fmla="*/ 0 w 312906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2906" h="369332" extrusionOk="0">
                <a:moveTo>
                  <a:pt x="0" y="0"/>
                </a:moveTo>
                <a:cubicBezTo>
                  <a:pt x="68915" y="-31957"/>
                  <a:pt x="242338" y="1506"/>
                  <a:pt x="312906" y="0"/>
                </a:cubicBezTo>
                <a:cubicBezTo>
                  <a:pt x="325265" y="104079"/>
                  <a:pt x="309311" y="258487"/>
                  <a:pt x="312906" y="369332"/>
                </a:cubicBezTo>
                <a:cubicBezTo>
                  <a:pt x="244055" y="380530"/>
                  <a:pt x="125352" y="361264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FBC0C974-A7E2-18A3-C167-4E5B450261C8}"/>
              </a:ext>
            </a:extLst>
          </p:cNvPr>
          <p:cNvSpPr txBox="1"/>
          <p:nvPr/>
        </p:nvSpPr>
        <p:spPr>
          <a:xfrm>
            <a:off x="9659098" y="4721895"/>
            <a:ext cx="261610" cy="369332"/>
          </a:xfrm>
          <a:custGeom>
            <a:avLst/>
            <a:gdLst>
              <a:gd name="csX0" fmla="*/ 0 w 261610"/>
              <a:gd name="csY0" fmla="*/ 0 h 369332"/>
              <a:gd name="csX1" fmla="*/ 261610 w 261610"/>
              <a:gd name="csY1" fmla="*/ 0 h 369332"/>
              <a:gd name="csX2" fmla="*/ 261610 w 261610"/>
              <a:gd name="csY2" fmla="*/ 369332 h 369332"/>
              <a:gd name="csX3" fmla="*/ 0 w 261610"/>
              <a:gd name="csY3" fmla="*/ 369332 h 369332"/>
              <a:gd name="csX4" fmla="*/ 0 w 261610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61610" h="369332" extrusionOk="0">
                <a:moveTo>
                  <a:pt x="0" y="0"/>
                </a:moveTo>
                <a:cubicBezTo>
                  <a:pt x="66613" y="-19283"/>
                  <a:pt x="188645" y="21194"/>
                  <a:pt x="261610" y="0"/>
                </a:cubicBezTo>
                <a:cubicBezTo>
                  <a:pt x="273969" y="104079"/>
                  <a:pt x="258015" y="258487"/>
                  <a:pt x="261610" y="369332"/>
                </a:cubicBezTo>
                <a:cubicBezTo>
                  <a:pt x="153901" y="376168"/>
                  <a:pt x="90218" y="341614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6110E324-FB3F-EB5F-C1A6-37D08D1103B9}"/>
              </a:ext>
            </a:extLst>
          </p:cNvPr>
          <p:cNvSpPr txBox="1"/>
          <p:nvPr/>
        </p:nvSpPr>
        <p:spPr>
          <a:xfrm>
            <a:off x="8838801" y="4145960"/>
            <a:ext cx="356188" cy="369332"/>
          </a:xfrm>
          <a:custGeom>
            <a:avLst/>
            <a:gdLst>
              <a:gd name="csX0" fmla="*/ 0 w 356188"/>
              <a:gd name="csY0" fmla="*/ 0 h 369332"/>
              <a:gd name="csX1" fmla="*/ 356188 w 356188"/>
              <a:gd name="csY1" fmla="*/ 0 h 369332"/>
              <a:gd name="csX2" fmla="*/ 356188 w 356188"/>
              <a:gd name="csY2" fmla="*/ 369332 h 369332"/>
              <a:gd name="csX3" fmla="*/ 0 w 356188"/>
              <a:gd name="csY3" fmla="*/ 369332 h 369332"/>
              <a:gd name="csX4" fmla="*/ 0 w 356188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6188" h="369332" extrusionOk="0">
                <a:moveTo>
                  <a:pt x="0" y="0"/>
                </a:moveTo>
                <a:cubicBezTo>
                  <a:pt x="137782" y="-24793"/>
                  <a:pt x="190997" y="40223"/>
                  <a:pt x="356188" y="0"/>
                </a:cubicBezTo>
                <a:cubicBezTo>
                  <a:pt x="368547" y="104079"/>
                  <a:pt x="352593" y="258487"/>
                  <a:pt x="356188" y="369332"/>
                </a:cubicBezTo>
                <a:cubicBezTo>
                  <a:pt x="270318" y="401911"/>
                  <a:pt x="150804" y="366628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-1</a:t>
            </a: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2C39CA53-431B-6CA3-EBD4-D801D0527A4A}"/>
              </a:ext>
            </a:extLst>
          </p:cNvPr>
          <p:cNvSpPr txBox="1"/>
          <p:nvPr/>
        </p:nvSpPr>
        <p:spPr>
          <a:xfrm>
            <a:off x="9536884" y="3553727"/>
            <a:ext cx="261610" cy="369332"/>
          </a:xfrm>
          <a:custGeom>
            <a:avLst/>
            <a:gdLst>
              <a:gd name="csX0" fmla="*/ 0 w 261610"/>
              <a:gd name="csY0" fmla="*/ 0 h 369332"/>
              <a:gd name="csX1" fmla="*/ 261610 w 261610"/>
              <a:gd name="csY1" fmla="*/ 0 h 369332"/>
              <a:gd name="csX2" fmla="*/ 261610 w 261610"/>
              <a:gd name="csY2" fmla="*/ 369332 h 369332"/>
              <a:gd name="csX3" fmla="*/ 0 w 261610"/>
              <a:gd name="csY3" fmla="*/ 369332 h 369332"/>
              <a:gd name="csX4" fmla="*/ 0 w 261610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61610" h="369332" extrusionOk="0">
                <a:moveTo>
                  <a:pt x="0" y="0"/>
                </a:moveTo>
                <a:cubicBezTo>
                  <a:pt x="66613" y="-19283"/>
                  <a:pt x="188645" y="21194"/>
                  <a:pt x="261610" y="0"/>
                </a:cubicBezTo>
                <a:cubicBezTo>
                  <a:pt x="273969" y="104079"/>
                  <a:pt x="258015" y="258487"/>
                  <a:pt x="261610" y="369332"/>
                </a:cubicBezTo>
                <a:cubicBezTo>
                  <a:pt x="153901" y="376168"/>
                  <a:pt x="90218" y="341614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  <a:endParaRPr lang="en-IN" dirty="0"/>
          </a:p>
        </p:txBody>
      </p:sp>
      <p:sp>
        <p:nvSpPr>
          <p:cNvPr id="205" name="Oval 204">
            <a:extLst>
              <a:ext uri="{FF2B5EF4-FFF2-40B4-BE49-F238E27FC236}">
                <a16:creationId xmlns:a16="http://schemas.microsoft.com/office/drawing/2014/main" id="{87FABEC7-8FB1-1A6C-5575-59FD91116BF0}"/>
              </a:ext>
            </a:extLst>
          </p:cNvPr>
          <p:cNvSpPr/>
          <p:nvPr/>
        </p:nvSpPr>
        <p:spPr>
          <a:xfrm>
            <a:off x="10264325" y="5032531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25</a:t>
            </a:r>
          </a:p>
        </p:txBody>
      </p:sp>
      <p:sp>
        <p:nvSpPr>
          <p:cNvPr id="206" name="Oval 205">
            <a:extLst>
              <a:ext uri="{FF2B5EF4-FFF2-40B4-BE49-F238E27FC236}">
                <a16:creationId xmlns:a16="http://schemas.microsoft.com/office/drawing/2014/main" id="{E4599138-74CE-F79B-A409-05673F38629D}"/>
              </a:ext>
            </a:extLst>
          </p:cNvPr>
          <p:cNvSpPr/>
          <p:nvPr/>
        </p:nvSpPr>
        <p:spPr>
          <a:xfrm>
            <a:off x="10570924" y="4354448"/>
            <a:ext cx="359203" cy="35920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/>
              <a:t>2</a:t>
            </a:r>
            <a:r>
              <a:rPr lang="en-IN" dirty="0"/>
              <a:t>8</a:t>
            </a:r>
          </a:p>
        </p:txBody>
      </p:sp>
      <p:sp>
        <p:nvSpPr>
          <p:cNvPr id="207" name="Oval 206">
            <a:extLst>
              <a:ext uri="{FF2B5EF4-FFF2-40B4-BE49-F238E27FC236}">
                <a16:creationId xmlns:a16="http://schemas.microsoft.com/office/drawing/2014/main" id="{72F33D81-C0DB-2F01-8C5A-38F2D0B5469F}"/>
              </a:ext>
            </a:extLst>
          </p:cNvPr>
          <p:cNvSpPr/>
          <p:nvPr/>
        </p:nvSpPr>
        <p:spPr>
          <a:xfrm>
            <a:off x="10913417" y="5026625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/>
              <a:t>3</a:t>
            </a:r>
            <a:r>
              <a:rPr lang="en-IN" dirty="0"/>
              <a:t>0</a:t>
            </a:r>
          </a:p>
        </p:txBody>
      </p:sp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029B8CD1-D2F8-39E7-C223-DDBE9B2BB9BC}"/>
              </a:ext>
            </a:extLst>
          </p:cNvPr>
          <p:cNvCxnSpPr>
            <a:cxnSpLocks/>
            <a:stCxn id="205" idx="0"/>
            <a:endCxn id="206" idx="3"/>
          </p:cNvCxnSpPr>
          <p:nvPr/>
        </p:nvCxnSpPr>
        <p:spPr>
          <a:xfrm flipV="1">
            <a:off x="10443927" y="4661047"/>
            <a:ext cx="179601" cy="37148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B8839F2E-ABD9-36D2-7CBE-82946224ED23}"/>
              </a:ext>
            </a:extLst>
          </p:cNvPr>
          <p:cNvCxnSpPr>
            <a:cxnSpLocks/>
            <a:stCxn id="206" idx="5"/>
            <a:endCxn id="207" idx="0"/>
          </p:cNvCxnSpPr>
          <p:nvPr/>
        </p:nvCxnSpPr>
        <p:spPr>
          <a:xfrm>
            <a:off x="10877523" y="4661047"/>
            <a:ext cx="215496" cy="365578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0" name="Arrow: Chevron 209">
            <a:extLst>
              <a:ext uri="{FF2B5EF4-FFF2-40B4-BE49-F238E27FC236}">
                <a16:creationId xmlns:a16="http://schemas.microsoft.com/office/drawing/2014/main" id="{E5ADFD6D-BFE1-2F16-BA1E-5DFB3BB3DBA9}"/>
              </a:ext>
            </a:extLst>
          </p:cNvPr>
          <p:cNvSpPr/>
          <p:nvPr/>
        </p:nvSpPr>
        <p:spPr>
          <a:xfrm rot="18169976">
            <a:off x="10134919" y="5377750"/>
            <a:ext cx="300342" cy="314520"/>
          </a:xfrm>
          <a:prstGeom prst="chevron">
            <a:avLst/>
          </a:prstGeom>
          <a:solidFill>
            <a:srgbClr val="FF0000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9D9B3FEA-EF4C-3DD0-1EBD-FB22CB1B871C}"/>
              </a:ext>
            </a:extLst>
          </p:cNvPr>
          <p:cNvSpPr txBox="1"/>
          <p:nvPr/>
        </p:nvSpPr>
        <p:spPr>
          <a:xfrm>
            <a:off x="9948834" y="5582440"/>
            <a:ext cx="3818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A</a:t>
            </a:r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E592B81D-E2A9-2711-67AD-8D01B0D54931}"/>
              </a:ext>
            </a:extLst>
          </p:cNvPr>
          <p:cNvSpPr txBox="1"/>
          <p:nvPr/>
        </p:nvSpPr>
        <p:spPr>
          <a:xfrm>
            <a:off x="10063502" y="4721895"/>
            <a:ext cx="312906" cy="369332"/>
          </a:xfrm>
          <a:custGeom>
            <a:avLst/>
            <a:gdLst>
              <a:gd name="csX0" fmla="*/ 0 w 312906"/>
              <a:gd name="csY0" fmla="*/ 0 h 369332"/>
              <a:gd name="csX1" fmla="*/ 312906 w 312906"/>
              <a:gd name="csY1" fmla="*/ 0 h 369332"/>
              <a:gd name="csX2" fmla="*/ 312906 w 312906"/>
              <a:gd name="csY2" fmla="*/ 369332 h 369332"/>
              <a:gd name="csX3" fmla="*/ 0 w 312906"/>
              <a:gd name="csY3" fmla="*/ 369332 h 369332"/>
              <a:gd name="csX4" fmla="*/ 0 w 312906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2906" h="369332" extrusionOk="0">
                <a:moveTo>
                  <a:pt x="0" y="0"/>
                </a:moveTo>
                <a:cubicBezTo>
                  <a:pt x="68915" y="-31957"/>
                  <a:pt x="242338" y="1506"/>
                  <a:pt x="312906" y="0"/>
                </a:cubicBezTo>
                <a:cubicBezTo>
                  <a:pt x="325265" y="104079"/>
                  <a:pt x="309311" y="258487"/>
                  <a:pt x="312906" y="369332"/>
                </a:cubicBezTo>
                <a:cubicBezTo>
                  <a:pt x="244055" y="380530"/>
                  <a:pt x="125352" y="361264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  <a:endParaRPr lang="en-IN" dirty="0"/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08CC09EE-A1F6-8168-0F30-23D34F26E286}"/>
              </a:ext>
            </a:extLst>
          </p:cNvPr>
          <p:cNvSpPr txBox="1"/>
          <p:nvPr/>
        </p:nvSpPr>
        <p:spPr>
          <a:xfrm>
            <a:off x="11164282" y="4695752"/>
            <a:ext cx="312906" cy="369332"/>
          </a:xfrm>
          <a:custGeom>
            <a:avLst/>
            <a:gdLst>
              <a:gd name="csX0" fmla="*/ 0 w 312906"/>
              <a:gd name="csY0" fmla="*/ 0 h 369332"/>
              <a:gd name="csX1" fmla="*/ 312906 w 312906"/>
              <a:gd name="csY1" fmla="*/ 0 h 369332"/>
              <a:gd name="csX2" fmla="*/ 312906 w 312906"/>
              <a:gd name="csY2" fmla="*/ 369332 h 369332"/>
              <a:gd name="csX3" fmla="*/ 0 w 312906"/>
              <a:gd name="csY3" fmla="*/ 369332 h 369332"/>
              <a:gd name="csX4" fmla="*/ 0 w 312906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2906" h="369332" extrusionOk="0">
                <a:moveTo>
                  <a:pt x="0" y="0"/>
                </a:moveTo>
                <a:cubicBezTo>
                  <a:pt x="68915" y="-31957"/>
                  <a:pt x="242338" y="1506"/>
                  <a:pt x="312906" y="0"/>
                </a:cubicBezTo>
                <a:cubicBezTo>
                  <a:pt x="325265" y="104079"/>
                  <a:pt x="309311" y="258487"/>
                  <a:pt x="312906" y="369332"/>
                </a:cubicBezTo>
                <a:cubicBezTo>
                  <a:pt x="244055" y="380530"/>
                  <a:pt x="125352" y="361264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  <a:endParaRPr lang="en-IN" dirty="0"/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7C7FDEA2-6E26-9060-F7B8-7C6195FF720D}"/>
              </a:ext>
            </a:extLst>
          </p:cNvPr>
          <p:cNvSpPr txBox="1"/>
          <p:nvPr/>
        </p:nvSpPr>
        <p:spPr>
          <a:xfrm>
            <a:off x="10697904" y="4059711"/>
            <a:ext cx="312906" cy="369332"/>
          </a:xfrm>
          <a:custGeom>
            <a:avLst/>
            <a:gdLst>
              <a:gd name="csX0" fmla="*/ 0 w 312906"/>
              <a:gd name="csY0" fmla="*/ 0 h 369332"/>
              <a:gd name="csX1" fmla="*/ 312906 w 312906"/>
              <a:gd name="csY1" fmla="*/ 0 h 369332"/>
              <a:gd name="csX2" fmla="*/ 312906 w 312906"/>
              <a:gd name="csY2" fmla="*/ 369332 h 369332"/>
              <a:gd name="csX3" fmla="*/ 0 w 312906"/>
              <a:gd name="csY3" fmla="*/ 369332 h 369332"/>
              <a:gd name="csX4" fmla="*/ 0 w 312906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2906" h="369332" extrusionOk="0">
                <a:moveTo>
                  <a:pt x="0" y="0"/>
                </a:moveTo>
                <a:cubicBezTo>
                  <a:pt x="68915" y="-31957"/>
                  <a:pt x="242338" y="1506"/>
                  <a:pt x="312906" y="0"/>
                </a:cubicBezTo>
                <a:cubicBezTo>
                  <a:pt x="325265" y="104079"/>
                  <a:pt x="309311" y="258487"/>
                  <a:pt x="312906" y="369332"/>
                </a:cubicBezTo>
                <a:cubicBezTo>
                  <a:pt x="244055" y="380530"/>
                  <a:pt x="125352" y="361264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9487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8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1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4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0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3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4" fill="hold">
                      <p:stCondLst>
                        <p:cond delay="indefinite"/>
                      </p:stCondLst>
                      <p:childTnLst>
                        <p:par>
                          <p:cTn id="275" fill="hold">
                            <p:stCondLst>
                              <p:cond delay="0"/>
                            </p:stCondLst>
                            <p:childTnLst>
                              <p:par>
                                <p:cTn id="2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8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1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4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7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0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3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6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9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2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5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8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1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4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7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0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3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6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9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2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5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8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1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4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7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0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3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1" grpId="0" animBg="1"/>
      <p:bldP spid="12" grpId="0"/>
      <p:bldP spid="13" grpId="0" animBg="1"/>
      <p:bldP spid="14" grpId="0" animBg="1"/>
      <p:bldP spid="15" grpId="0" animBg="1"/>
      <p:bldP spid="16" grpId="0" animBg="1"/>
      <p:bldP spid="19" grpId="0" animBg="1"/>
      <p:bldP spid="20" grpId="0"/>
      <p:bldP spid="24" grpId="0" animBg="1"/>
      <p:bldP spid="25" grpId="0" animBg="1"/>
      <p:bldP spid="26" grpId="0" animBg="1"/>
      <p:bldP spid="29" grpId="0" animBg="1"/>
      <p:bldP spid="36" grpId="0"/>
      <p:bldP spid="37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/>
      <p:bldP spid="75" grpId="0" animBg="1"/>
      <p:bldP spid="76" grpId="0" animBg="1"/>
      <p:bldP spid="78" grpId="0" animBg="1"/>
      <p:bldP spid="79" grpId="0" animBg="1"/>
      <p:bldP spid="80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100" grpId="0" animBg="1"/>
      <p:bldP spid="107" grpId="0" animBg="1"/>
      <p:bldP spid="108" grpId="0" animBg="1"/>
      <p:bldP spid="168" grpId="0" animBg="1"/>
      <p:bldP spid="169" grpId="0" animBg="1"/>
      <p:bldP spid="170" grpId="0" animBg="1"/>
      <p:bldP spid="173" grpId="0" animBg="1"/>
      <p:bldP spid="174" grpId="0"/>
      <p:bldP spid="175" grpId="0" animBg="1"/>
      <p:bldP spid="176" grpId="0" animBg="1"/>
      <p:bldP spid="177" grpId="0" animBg="1"/>
      <p:bldP spid="178" grpId="0" animBg="1"/>
      <p:bldP spid="190" grpId="0" animBg="1"/>
      <p:bldP spid="191" grpId="0" animBg="1"/>
      <p:bldP spid="192" grpId="0" animBg="1"/>
      <p:bldP spid="193" grpId="0" animBg="1"/>
      <p:bldP spid="194" grpId="0" animBg="1"/>
      <p:bldP spid="200" grpId="0" animBg="1"/>
      <p:bldP spid="201" grpId="0" animBg="1"/>
      <p:bldP spid="202" grpId="0" animBg="1"/>
      <p:bldP spid="203" grpId="0" animBg="1"/>
      <p:bldP spid="204" grpId="0" animBg="1"/>
      <p:bldP spid="205" grpId="0" animBg="1"/>
      <p:bldP spid="206" grpId="0" animBg="1"/>
      <p:bldP spid="207" grpId="0" animBg="1"/>
      <p:bldP spid="210" grpId="0" animBg="1"/>
      <p:bldP spid="211" grpId="0"/>
      <p:bldP spid="212" grpId="0" animBg="1"/>
      <p:bldP spid="213" grpId="0" animBg="1"/>
      <p:bldP spid="21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DF7EF-E21F-AB2D-3502-0346FDD48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AVL tree rotations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3AD18F-B3FC-8580-90C3-EA4E63C157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29300" cy="570442"/>
          </a:xfrm>
        </p:spPr>
        <p:txBody>
          <a:bodyPr/>
          <a:lstStyle/>
          <a:p>
            <a:r>
              <a:rPr lang="en-US" dirty="0"/>
              <a:t>Left-Right Rotation</a:t>
            </a:r>
            <a:endParaRPr lang="en-IN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652A779-A090-1667-4E55-07468A453D2D}"/>
              </a:ext>
            </a:extLst>
          </p:cNvPr>
          <p:cNvSpPr/>
          <p:nvPr/>
        </p:nvSpPr>
        <p:spPr>
          <a:xfrm>
            <a:off x="3572814" y="3376027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20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9D64E29-BD91-BBDF-1598-E25C6B81054B}"/>
              </a:ext>
            </a:extLst>
          </p:cNvPr>
          <p:cNvSpPr/>
          <p:nvPr/>
        </p:nvSpPr>
        <p:spPr>
          <a:xfrm>
            <a:off x="3177194" y="4135057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10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F2A0055-15B1-8B34-8E4D-94F451BA1015}"/>
              </a:ext>
            </a:extLst>
          </p:cNvPr>
          <p:cNvSpPr/>
          <p:nvPr/>
        </p:nvSpPr>
        <p:spPr>
          <a:xfrm>
            <a:off x="3752415" y="4864995"/>
            <a:ext cx="359203" cy="35920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15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D9E14B8-B483-5E4D-5217-BEC3888B61F2}"/>
              </a:ext>
            </a:extLst>
          </p:cNvPr>
          <p:cNvCxnSpPr>
            <a:stCxn id="4" idx="3"/>
            <a:endCxn id="5" idx="0"/>
          </p:cNvCxnSpPr>
          <p:nvPr/>
        </p:nvCxnSpPr>
        <p:spPr>
          <a:xfrm flipH="1">
            <a:off x="3356796" y="3682626"/>
            <a:ext cx="268622" cy="45243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7B71118-9174-7A22-37FE-7C0D0239E834}"/>
              </a:ext>
            </a:extLst>
          </p:cNvPr>
          <p:cNvCxnSpPr>
            <a:cxnSpLocks/>
            <a:stCxn id="5" idx="5"/>
            <a:endCxn id="6" idx="0"/>
          </p:cNvCxnSpPr>
          <p:nvPr/>
        </p:nvCxnSpPr>
        <p:spPr>
          <a:xfrm>
            <a:off x="3483793" y="4441656"/>
            <a:ext cx="448224" cy="423339"/>
          </a:xfrm>
          <a:prstGeom prst="line">
            <a:avLst/>
          </a:prstGeom>
          <a:ln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9" name="Arrow: Chevron 8">
            <a:extLst>
              <a:ext uri="{FF2B5EF4-FFF2-40B4-BE49-F238E27FC236}">
                <a16:creationId xmlns:a16="http://schemas.microsoft.com/office/drawing/2014/main" id="{FAA938D6-7E37-35D0-EDE6-E413F09C48A3}"/>
              </a:ext>
            </a:extLst>
          </p:cNvPr>
          <p:cNvSpPr/>
          <p:nvPr/>
        </p:nvSpPr>
        <p:spPr>
          <a:xfrm rot="1169834">
            <a:off x="3253699" y="3318757"/>
            <a:ext cx="300342" cy="314520"/>
          </a:xfrm>
          <a:prstGeom prst="chevron">
            <a:avLst/>
          </a:prstGeom>
          <a:solidFill>
            <a:srgbClr val="FF0000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807E53-FEFF-4615-F7C5-AEC8305EAC5F}"/>
              </a:ext>
            </a:extLst>
          </p:cNvPr>
          <p:cNvSpPr txBox="1"/>
          <p:nvPr/>
        </p:nvSpPr>
        <p:spPr>
          <a:xfrm>
            <a:off x="2986276" y="3142192"/>
            <a:ext cx="3818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A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6F48CFE-72F3-0537-393E-F391B500FEC7}"/>
              </a:ext>
            </a:extLst>
          </p:cNvPr>
          <p:cNvSpPr/>
          <p:nvPr/>
        </p:nvSpPr>
        <p:spPr>
          <a:xfrm>
            <a:off x="5786007" y="3376027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20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1164549-727E-3321-37E4-0A61E0E41AB6}"/>
              </a:ext>
            </a:extLst>
          </p:cNvPr>
          <p:cNvSpPr/>
          <p:nvPr/>
        </p:nvSpPr>
        <p:spPr>
          <a:xfrm>
            <a:off x="4675911" y="4868211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10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12EE78B-7A0B-6A01-34A1-3D3E2CA9912D}"/>
              </a:ext>
            </a:extLst>
          </p:cNvPr>
          <p:cNvSpPr/>
          <p:nvPr/>
        </p:nvSpPr>
        <p:spPr>
          <a:xfrm>
            <a:off x="5188237" y="4135057"/>
            <a:ext cx="359203" cy="35920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15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F5DA462-6D55-1AFE-D422-CB0F9180AF8D}"/>
              </a:ext>
            </a:extLst>
          </p:cNvPr>
          <p:cNvCxnSpPr>
            <a:cxnSpLocks/>
            <a:stCxn id="11" idx="3"/>
            <a:endCxn id="13" idx="0"/>
          </p:cNvCxnSpPr>
          <p:nvPr/>
        </p:nvCxnSpPr>
        <p:spPr>
          <a:xfrm flipH="1">
            <a:off x="5367839" y="3682626"/>
            <a:ext cx="470772" cy="45243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3288C4C-893D-8564-F36F-4715401E96B8}"/>
              </a:ext>
            </a:extLst>
          </p:cNvPr>
          <p:cNvCxnSpPr>
            <a:cxnSpLocks/>
            <a:stCxn id="12" idx="0"/>
            <a:endCxn id="13" idx="3"/>
          </p:cNvCxnSpPr>
          <p:nvPr/>
        </p:nvCxnSpPr>
        <p:spPr>
          <a:xfrm flipV="1">
            <a:off x="4855513" y="4441656"/>
            <a:ext cx="385328" cy="426555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Arrow: Chevron 15">
            <a:extLst>
              <a:ext uri="{FF2B5EF4-FFF2-40B4-BE49-F238E27FC236}">
                <a16:creationId xmlns:a16="http://schemas.microsoft.com/office/drawing/2014/main" id="{62177393-DF62-EFED-C21E-D4AA29C1042D}"/>
              </a:ext>
            </a:extLst>
          </p:cNvPr>
          <p:cNvSpPr/>
          <p:nvPr/>
        </p:nvSpPr>
        <p:spPr>
          <a:xfrm rot="1169834">
            <a:off x="5455660" y="3346532"/>
            <a:ext cx="300342" cy="314520"/>
          </a:xfrm>
          <a:prstGeom prst="chevron">
            <a:avLst/>
          </a:prstGeom>
          <a:solidFill>
            <a:srgbClr val="FF0000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F78034-9252-6676-9FA6-03006E1C21CF}"/>
              </a:ext>
            </a:extLst>
          </p:cNvPr>
          <p:cNvSpPr txBox="1"/>
          <p:nvPr/>
        </p:nvSpPr>
        <p:spPr>
          <a:xfrm>
            <a:off x="5188237" y="3169967"/>
            <a:ext cx="3818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A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081E4313-AD05-8BEB-8DAF-18F2AFDC6B76}"/>
              </a:ext>
            </a:extLst>
          </p:cNvPr>
          <p:cNvSpPr/>
          <p:nvPr/>
        </p:nvSpPr>
        <p:spPr>
          <a:xfrm>
            <a:off x="7669148" y="4919275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20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42839EC-251F-1AB2-8990-38BCF19BDD8A}"/>
              </a:ext>
            </a:extLst>
          </p:cNvPr>
          <p:cNvSpPr/>
          <p:nvPr/>
        </p:nvSpPr>
        <p:spPr>
          <a:xfrm>
            <a:off x="6646484" y="4919275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10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67E1EE13-1FF9-AF38-C44E-87D1188A30A2}"/>
              </a:ext>
            </a:extLst>
          </p:cNvPr>
          <p:cNvSpPr/>
          <p:nvPr/>
        </p:nvSpPr>
        <p:spPr>
          <a:xfrm>
            <a:off x="7119078" y="4135057"/>
            <a:ext cx="359203" cy="35920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15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C3EF400-EBB9-7B4C-F0CE-F9D5B0A9BBC1}"/>
              </a:ext>
            </a:extLst>
          </p:cNvPr>
          <p:cNvCxnSpPr>
            <a:cxnSpLocks/>
            <a:stCxn id="28" idx="0"/>
            <a:endCxn id="30" idx="5"/>
          </p:cNvCxnSpPr>
          <p:nvPr/>
        </p:nvCxnSpPr>
        <p:spPr>
          <a:xfrm flipH="1" flipV="1">
            <a:off x="7425677" y="4441656"/>
            <a:ext cx="423073" cy="477619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C3A3875-77DA-4E76-F610-16F6A373983B}"/>
              </a:ext>
            </a:extLst>
          </p:cNvPr>
          <p:cNvCxnSpPr>
            <a:cxnSpLocks/>
            <a:stCxn id="29" idx="0"/>
            <a:endCxn id="30" idx="3"/>
          </p:cNvCxnSpPr>
          <p:nvPr/>
        </p:nvCxnSpPr>
        <p:spPr>
          <a:xfrm flipV="1">
            <a:off x="6826086" y="4441656"/>
            <a:ext cx="345596" cy="477619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Arrow: Chevron 32">
            <a:extLst>
              <a:ext uri="{FF2B5EF4-FFF2-40B4-BE49-F238E27FC236}">
                <a16:creationId xmlns:a16="http://schemas.microsoft.com/office/drawing/2014/main" id="{089C28AA-8FFA-5593-D20B-093B8D441ECB}"/>
              </a:ext>
            </a:extLst>
          </p:cNvPr>
          <p:cNvSpPr/>
          <p:nvPr/>
        </p:nvSpPr>
        <p:spPr>
          <a:xfrm rot="8313816">
            <a:off x="7992446" y="4670058"/>
            <a:ext cx="300342" cy="314520"/>
          </a:xfrm>
          <a:prstGeom prst="chevron">
            <a:avLst/>
          </a:prstGeom>
          <a:solidFill>
            <a:srgbClr val="FF0000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882FBB6-DA77-6F57-03E5-89DC0301999A}"/>
              </a:ext>
            </a:extLst>
          </p:cNvPr>
          <p:cNvSpPr txBox="1"/>
          <p:nvPr/>
        </p:nvSpPr>
        <p:spPr>
          <a:xfrm>
            <a:off x="8161034" y="4430044"/>
            <a:ext cx="3818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A</a:t>
            </a:r>
          </a:p>
        </p:txBody>
      </p:sp>
      <p:sp>
        <p:nvSpPr>
          <p:cNvPr id="45" name="Arrow: Right 44">
            <a:extLst>
              <a:ext uri="{FF2B5EF4-FFF2-40B4-BE49-F238E27FC236}">
                <a16:creationId xmlns:a16="http://schemas.microsoft.com/office/drawing/2014/main" id="{C22C0514-D4C5-F56C-5424-7A3A970E8B50}"/>
              </a:ext>
            </a:extLst>
          </p:cNvPr>
          <p:cNvSpPr/>
          <p:nvPr/>
        </p:nvSpPr>
        <p:spPr>
          <a:xfrm>
            <a:off x="4411133" y="4135057"/>
            <a:ext cx="257682" cy="15754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Arrow: Right 45">
            <a:extLst>
              <a:ext uri="{FF2B5EF4-FFF2-40B4-BE49-F238E27FC236}">
                <a16:creationId xmlns:a16="http://schemas.microsoft.com/office/drawing/2014/main" id="{AD31A2A4-75EE-4DA8-810C-B76D7833A73E}"/>
              </a:ext>
            </a:extLst>
          </p:cNvPr>
          <p:cNvSpPr/>
          <p:nvPr/>
        </p:nvSpPr>
        <p:spPr>
          <a:xfrm>
            <a:off x="6289085" y="4135057"/>
            <a:ext cx="257682" cy="15754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Arrow: Curved Up 17">
            <a:extLst>
              <a:ext uri="{FF2B5EF4-FFF2-40B4-BE49-F238E27FC236}">
                <a16:creationId xmlns:a16="http://schemas.microsoft.com/office/drawing/2014/main" id="{F9F65BD4-D16C-B914-517B-6E9E5983DB2C}"/>
              </a:ext>
            </a:extLst>
          </p:cNvPr>
          <p:cNvSpPr/>
          <p:nvPr/>
        </p:nvSpPr>
        <p:spPr>
          <a:xfrm rot="15503450">
            <a:off x="3136769" y="4621258"/>
            <a:ext cx="548539" cy="359203"/>
          </a:xfrm>
          <a:prstGeom prst="curvedUp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9" name="Arrow: Curved Down 18">
            <a:extLst>
              <a:ext uri="{FF2B5EF4-FFF2-40B4-BE49-F238E27FC236}">
                <a16:creationId xmlns:a16="http://schemas.microsoft.com/office/drawing/2014/main" id="{52C6E671-9A01-59AF-EB82-4D7F00268F17}"/>
              </a:ext>
            </a:extLst>
          </p:cNvPr>
          <p:cNvSpPr/>
          <p:nvPr/>
        </p:nvSpPr>
        <p:spPr>
          <a:xfrm rot="17320532">
            <a:off x="5629193" y="3886101"/>
            <a:ext cx="460138" cy="285628"/>
          </a:xfrm>
          <a:prstGeom prst="curvedDown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5858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9" grpId="0" animBg="1"/>
      <p:bldP spid="10" grpId="0"/>
      <p:bldP spid="11" grpId="0" animBg="1"/>
      <p:bldP spid="12" grpId="0" animBg="1"/>
      <p:bldP spid="13" grpId="0" animBg="1"/>
      <p:bldP spid="16" grpId="0" animBg="1"/>
      <p:bldP spid="17" grpId="0"/>
      <p:bldP spid="28" grpId="0" animBg="1"/>
      <p:bldP spid="29" grpId="0" animBg="1"/>
      <p:bldP spid="30" grpId="0" animBg="1"/>
      <p:bldP spid="33" grpId="0" animBg="1"/>
      <p:bldP spid="34" grpId="0"/>
      <p:bldP spid="45" grpId="0" animBg="1"/>
      <p:bldP spid="46" grpId="0" animBg="1"/>
      <p:bldP spid="18" grpId="0" animBg="1"/>
      <p:bldP spid="19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5FCE4-F6D5-7B73-E4C9-B79B1B2B1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AVL tree insertion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DD9702-9103-1263-76AE-7C6545D3ED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98361"/>
          </a:xfrm>
        </p:spPr>
        <p:txBody>
          <a:bodyPr>
            <a:normAutofit fontScale="70000" lnSpcReduction="20000"/>
          </a:bodyPr>
          <a:lstStyle/>
          <a:p>
            <a:r>
              <a:rPr lang="en-IN" dirty="0"/>
              <a:t>Lets create one </a:t>
            </a:r>
            <a:r>
              <a:rPr lang="en-IN" dirty="0" err="1"/>
              <a:t>avl</a:t>
            </a:r>
            <a:r>
              <a:rPr lang="en-IN" dirty="0"/>
              <a:t> tree from the following entries:</a:t>
            </a:r>
          </a:p>
          <a:p>
            <a:r>
              <a:rPr lang="en-IN" dirty="0"/>
              <a:t>20 17 15 25 45 18 34 10 5 16 19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BD2B7AD-2283-5297-64C0-3E382F94E331}"/>
              </a:ext>
            </a:extLst>
          </p:cNvPr>
          <p:cNvSpPr/>
          <p:nvPr/>
        </p:nvSpPr>
        <p:spPr>
          <a:xfrm>
            <a:off x="1953172" y="2558806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647" y="80800"/>
                  <a:pt x="87515" y="-906"/>
                  <a:pt x="179602" y="0"/>
                </a:cubicBezTo>
                <a:cubicBezTo>
                  <a:pt x="261199" y="-5955"/>
                  <a:pt x="366961" y="92046"/>
                  <a:pt x="359204" y="179602"/>
                </a:cubicBezTo>
                <a:cubicBezTo>
                  <a:pt x="381331" y="276080"/>
                  <a:pt x="271758" y="355146"/>
                  <a:pt x="179602" y="359204"/>
                </a:cubicBezTo>
                <a:cubicBezTo>
                  <a:pt x="99437" y="372078"/>
                  <a:pt x="8835" y="29529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-19955" y="98771"/>
                  <a:pt x="82342" y="-4442"/>
                  <a:pt x="179602" y="0"/>
                </a:cubicBezTo>
                <a:cubicBezTo>
                  <a:pt x="264715" y="24021"/>
                  <a:pt x="361991" y="56820"/>
                  <a:pt x="359204" y="179602"/>
                </a:cubicBezTo>
                <a:cubicBezTo>
                  <a:pt x="332881" y="274765"/>
                  <a:pt x="294451" y="350061"/>
                  <a:pt x="179602" y="359204"/>
                </a:cubicBezTo>
                <a:cubicBezTo>
                  <a:pt x="77828" y="354866"/>
                  <a:pt x="-8736" y="259392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4198167949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20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FC192D1-5CF1-C612-056C-A5EF1BA948A7}"/>
              </a:ext>
            </a:extLst>
          </p:cNvPr>
          <p:cNvSpPr/>
          <p:nvPr/>
        </p:nvSpPr>
        <p:spPr>
          <a:xfrm>
            <a:off x="1649555" y="3076590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7668" y="62929"/>
                  <a:pt x="57223" y="320"/>
                  <a:pt x="179602" y="0"/>
                </a:cubicBezTo>
                <a:cubicBezTo>
                  <a:pt x="265968" y="-18763"/>
                  <a:pt x="345789" y="106432"/>
                  <a:pt x="359204" y="179602"/>
                </a:cubicBezTo>
                <a:cubicBezTo>
                  <a:pt x="345683" y="283678"/>
                  <a:pt x="256929" y="352284"/>
                  <a:pt x="179602" y="359204"/>
                </a:cubicBezTo>
                <a:cubicBezTo>
                  <a:pt x="107696" y="355030"/>
                  <a:pt x="1081" y="291785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-8874" y="86013"/>
                  <a:pt x="85527" y="25566"/>
                  <a:pt x="179602" y="0"/>
                </a:cubicBezTo>
                <a:cubicBezTo>
                  <a:pt x="281720" y="17511"/>
                  <a:pt x="369407" y="79871"/>
                  <a:pt x="359204" y="179602"/>
                </a:cubicBezTo>
                <a:cubicBezTo>
                  <a:pt x="338605" y="270040"/>
                  <a:pt x="257026" y="379019"/>
                  <a:pt x="179602" y="359204"/>
                </a:cubicBezTo>
                <a:cubicBezTo>
                  <a:pt x="87911" y="351309"/>
                  <a:pt x="-827" y="276800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17525418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17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C5F8ED2-66B4-34DF-D72C-A33BE7CC73E9}"/>
              </a:ext>
            </a:extLst>
          </p:cNvPr>
          <p:cNvSpPr/>
          <p:nvPr/>
        </p:nvSpPr>
        <p:spPr>
          <a:xfrm>
            <a:off x="1365869" y="3667560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14707" y="55288"/>
                  <a:pt x="58283" y="10454"/>
                  <a:pt x="179602" y="0"/>
                </a:cubicBezTo>
                <a:cubicBezTo>
                  <a:pt x="281565" y="-14496"/>
                  <a:pt x="330576" y="77008"/>
                  <a:pt x="359204" y="179602"/>
                </a:cubicBezTo>
                <a:cubicBezTo>
                  <a:pt x="373060" y="295127"/>
                  <a:pt x="280570" y="377895"/>
                  <a:pt x="179602" y="359204"/>
                </a:cubicBezTo>
                <a:cubicBezTo>
                  <a:pt x="73020" y="351925"/>
                  <a:pt x="-9528" y="253875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-10522" y="84063"/>
                  <a:pt x="85689" y="-25798"/>
                  <a:pt x="179602" y="0"/>
                </a:cubicBezTo>
                <a:cubicBezTo>
                  <a:pt x="257745" y="-9862"/>
                  <a:pt x="357292" y="67665"/>
                  <a:pt x="359204" y="179602"/>
                </a:cubicBezTo>
                <a:cubicBezTo>
                  <a:pt x="347137" y="288534"/>
                  <a:pt x="278210" y="354539"/>
                  <a:pt x="179602" y="359204"/>
                </a:cubicBezTo>
                <a:cubicBezTo>
                  <a:pt x="89721" y="352645"/>
                  <a:pt x="-1695" y="276667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836795270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15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C2864D2-8189-CBB1-99F8-4E118EFE2952}"/>
              </a:ext>
            </a:extLst>
          </p:cNvPr>
          <p:cNvSpPr/>
          <p:nvPr/>
        </p:nvSpPr>
        <p:spPr>
          <a:xfrm>
            <a:off x="3044580" y="2568404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15483" y="75136"/>
                  <a:pt x="65654" y="-3929"/>
                  <a:pt x="179602" y="0"/>
                </a:cubicBezTo>
                <a:cubicBezTo>
                  <a:pt x="287259" y="-19842"/>
                  <a:pt x="365137" y="68791"/>
                  <a:pt x="359204" y="179602"/>
                </a:cubicBezTo>
                <a:cubicBezTo>
                  <a:pt x="356777" y="275860"/>
                  <a:pt x="261474" y="374592"/>
                  <a:pt x="179602" y="359204"/>
                </a:cubicBezTo>
                <a:cubicBezTo>
                  <a:pt x="68838" y="344494"/>
                  <a:pt x="-6758" y="297005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-455" y="99892"/>
                  <a:pt x="78303" y="-8096"/>
                  <a:pt x="179602" y="0"/>
                </a:cubicBezTo>
                <a:cubicBezTo>
                  <a:pt x="271100" y="-9083"/>
                  <a:pt x="333528" y="78157"/>
                  <a:pt x="359204" y="179602"/>
                </a:cubicBezTo>
                <a:cubicBezTo>
                  <a:pt x="372370" y="275606"/>
                  <a:pt x="300158" y="348227"/>
                  <a:pt x="179602" y="359204"/>
                </a:cubicBezTo>
                <a:cubicBezTo>
                  <a:pt x="59519" y="347307"/>
                  <a:pt x="27408" y="271306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4067494099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17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B6FE2F4-57FD-8DC2-F955-E2054DBFD578}"/>
              </a:ext>
            </a:extLst>
          </p:cNvPr>
          <p:cNvSpPr/>
          <p:nvPr/>
        </p:nvSpPr>
        <p:spPr>
          <a:xfrm>
            <a:off x="3464964" y="3126773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8621" y="83272"/>
                  <a:pt x="61193" y="11994"/>
                  <a:pt x="179602" y="0"/>
                </a:cubicBezTo>
                <a:cubicBezTo>
                  <a:pt x="297988" y="3712"/>
                  <a:pt x="364104" y="92462"/>
                  <a:pt x="359204" y="179602"/>
                </a:cubicBezTo>
                <a:cubicBezTo>
                  <a:pt x="347211" y="269232"/>
                  <a:pt x="254477" y="361280"/>
                  <a:pt x="179602" y="359204"/>
                </a:cubicBezTo>
                <a:cubicBezTo>
                  <a:pt x="85913" y="362501"/>
                  <a:pt x="10688" y="292562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15018" y="62366"/>
                  <a:pt x="86622" y="1906"/>
                  <a:pt x="179602" y="0"/>
                </a:cubicBezTo>
                <a:cubicBezTo>
                  <a:pt x="276370" y="9406"/>
                  <a:pt x="352034" y="68574"/>
                  <a:pt x="359204" y="179602"/>
                </a:cubicBezTo>
                <a:cubicBezTo>
                  <a:pt x="340298" y="264939"/>
                  <a:pt x="285962" y="349805"/>
                  <a:pt x="179602" y="359204"/>
                </a:cubicBezTo>
                <a:cubicBezTo>
                  <a:pt x="67519" y="338238"/>
                  <a:pt x="-3094" y="273651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924181054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20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37EBBF1-1032-1E48-98AB-6159BA3718C3}"/>
              </a:ext>
            </a:extLst>
          </p:cNvPr>
          <p:cNvSpPr/>
          <p:nvPr/>
        </p:nvSpPr>
        <p:spPr>
          <a:xfrm>
            <a:off x="2617140" y="3126774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8830" y="55748"/>
                  <a:pt x="64863" y="10391"/>
                  <a:pt x="179602" y="0"/>
                </a:cubicBezTo>
                <a:cubicBezTo>
                  <a:pt x="265760" y="6929"/>
                  <a:pt x="367290" y="66454"/>
                  <a:pt x="359204" y="179602"/>
                </a:cubicBezTo>
                <a:cubicBezTo>
                  <a:pt x="355174" y="288071"/>
                  <a:pt x="291794" y="362011"/>
                  <a:pt x="179602" y="359204"/>
                </a:cubicBezTo>
                <a:cubicBezTo>
                  <a:pt x="108617" y="367363"/>
                  <a:pt x="23363" y="290473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16920" y="92596"/>
                  <a:pt x="97167" y="3023"/>
                  <a:pt x="179602" y="0"/>
                </a:cubicBezTo>
                <a:cubicBezTo>
                  <a:pt x="277181" y="1955"/>
                  <a:pt x="337541" y="64183"/>
                  <a:pt x="359204" y="179602"/>
                </a:cubicBezTo>
                <a:cubicBezTo>
                  <a:pt x="340309" y="265964"/>
                  <a:pt x="278968" y="353648"/>
                  <a:pt x="179602" y="359204"/>
                </a:cubicBezTo>
                <a:cubicBezTo>
                  <a:pt x="60683" y="354638"/>
                  <a:pt x="-23340" y="282142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4153742294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15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1DBA68D-54C4-8EB8-3A9B-243672B85592}"/>
              </a:ext>
            </a:extLst>
          </p:cNvPr>
          <p:cNvSpPr/>
          <p:nvPr/>
        </p:nvSpPr>
        <p:spPr>
          <a:xfrm>
            <a:off x="5161765" y="2554049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11653" y="97149"/>
                  <a:pt x="80517" y="4693"/>
                  <a:pt x="179602" y="0"/>
                </a:cubicBezTo>
                <a:cubicBezTo>
                  <a:pt x="276748" y="-3169"/>
                  <a:pt x="338108" y="62671"/>
                  <a:pt x="359204" y="179602"/>
                </a:cubicBezTo>
                <a:cubicBezTo>
                  <a:pt x="370136" y="272523"/>
                  <a:pt x="296282" y="351472"/>
                  <a:pt x="179602" y="359204"/>
                </a:cubicBezTo>
                <a:cubicBezTo>
                  <a:pt x="76834" y="352979"/>
                  <a:pt x="4867" y="283227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19477" y="72270"/>
                  <a:pt x="83354" y="-5344"/>
                  <a:pt x="179602" y="0"/>
                </a:cubicBezTo>
                <a:cubicBezTo>
                  <a:pt x="276070" y="-1512"/>
                  <a:pt x="368855" y="79643"/>
                  <a:pt x="359204" y="179602"/>
                </a:cubicBezTo>
                <a:cubicBezTo>
                  <a:pt x="374712" y="269895"/>
                  <a:pt x="273578" y="361818"/>
                  <a:pt x="179602" y="359204"/>
                </a:cubicBezTo>
                <a:cubicBezTo>
                  <a:pt x="83190" y="336677"/>
                  <a:pt x="23024" y="272034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56398615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17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9731DE8-7EBA-0767-0B8D-D3E62437085E}"/>
              </a:ext>
            </a:extLst>
          </p:cNvPr>
          <p:cNvSpPr/>
          <p:nvPr/>
        </p:nvSpPr>
        <p:spPr>
          <a:xfrm>
            <a:off x="5590080" y="3112419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9984" y="81677"/>
                  <a:pt x="67049" y="-21128"/>
                  <a:pt x="179602" y="0"/>
                </a:cubicBezTo>
                <a:cubicBezTo>
                  <a:pt x="276438" y="3583"/>
                  <a:pt x="365973" y="78040"/>
                  <a:pt x="359204" y="179602"/>
                </a:cubicBezTo>
                <a:cubicBezTo>
                  <a:pt x="343713" y="287640"/>
                  <a:pt x="269735" y="371505"/>
                  <a:pt x="179602" y="359204"/>
                </a:cubicBezTo>
                <a:cubicBezTo>
                  <a:pt x="94652" y="352432"/>
                  <a:pt x="-12143" y="282323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-4474" y="98607"/>
                  <a:pt x="103986" y="-17313"/>
                  <a:pt x="179602" y="0"/>
                </a:cubicBezTo>
                <a:cubicBezTo>
                  <a:pt x="281936" y="-25902"/>
                  <a:pt x="335672" y="77907"/>
                  <a:pt x="359204" y="179602"/>
                </a:cubicBezTo>
                <a:cubicBezTo>
                  <a:pt x="350014" y="273205"/>
                  <a:pt x="275371" y="359526"/>
                  <a:pt x="179602" y="359204"/>
                </a:cubicBezTo>
                <a:cubicBezTo>
                  <a:pt x="79005" y="344838"/>
                  <a:pt x="1839" y="276650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37517909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20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9F16B7D-7E14-4304-9BB5-913E23F745DE}"/>
              </a:ext>
            </a:extLst>
          </p:cNvPr>
          <p:cNvSpPr/>
          <p:nvPr/>
        </p:nvSpPr>
        <p:spPr>
          <a:xfrm>
            <a:off x="4766127" y="3111556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196" y="81065"/>
                  <a:pt x="68217" y="17548"/>
                  <a:pt x="179602" y="0"/>
                </a:cubicBezTo>
                <a:cubicBezTo>
                  <a:pt x="277544" y="5127"/>
                  <a:pt x="338714" y="87573"/>
                  <a:pt x="359204" y="179602"/>
                </a:cubicBezTo>
                <a:cubicBezTo>
                  <a:pt x="376820" y="283563"/>
                  <a:pt x="258955" y="362893"/>
                  <a:pt x="179602" y="359204"/>
                </a:cubicBezTo>
                <a:cubicBezTo>
                  <a:pt x="73543" y="372737"/>
                  <a:pt x="12772" y="277914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-21638" y="93943"/>
                  <a:pt x="58103" y="860"/>
                  <a:pt x="179602" y="0"/>
                </a:cubicBezTo>
                <a:cubicBezTo>
                  <a:pt x="292678" y="-26290"/>
                  <a:pt x="383886" y="71207"/>
                  <a:pt x="359204" y="179602"/>
                </a:cubicBezTo>
                <a:cubicBezTo>
                  <a:pt x="366242" y="290584"/>
                  <a:pt x="277659" y="368837"/>
                  <a:pt x="179602" y="359204"/>
                </a:cubicBezTo>
                <a:cubicBezTo>
                  <a:pt x="80588" y="365759"/>
                  <a:pt x="4199" y="285992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929652785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15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3BCAF17-2800-5D36-EE92-9C6713C55A56}"/>
              </a:ext>
            </a:extLst>
          </p:cNvPr>
          <p:cNvSpPr/>
          <p:nvPr/>
        </p:nvSpPr>
        <p:spPr>
          <a:xfrm>
            <a:off x="5949283" y="3667524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12378" y="87424"/>
                  <a:pt x="76465" y="-1263"/>
                  <a:pt x="179602" y="0"/>
                </a:cubicBezTo>
                <a:cubicBezTo>
                  <a:pt x="260859" y="2437"/>
                  <a:pt x="355214" y="55123"/>
                  <a:pt x="359204" y="179602"/>
                </a:cubicBezTo>
                <a:cubicBezTo>
                  <a:pt x="356514" y="279257"/>
                  <a:pt x="276144" y="352978"/>
                  <a:pt x="179602" y="359204"/>
                </a:cubicBezTo>
                <a:cubicBezTo>
                  <a:pt x="76010" y="338084"/>
                  <a:pt x="-15928" y="256330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-15228" y="105648"/>
                  <a:pt x="84312" y="2673"/>
                  <a:pt x="179602" y="0"/>
                </a:cubicBezTo>
                <a:cubicBezTo>
                  <a:pt x="268328" y="14511"/>
                  <a:pt x="387085" y="83972"/>
                  <a:pt x="359204" y="179602"/>
                </a:cubicBezTo>
                <a:cubicBezTo>
                  <a:pt x="356314" y="286075"/>
                  <a:pt x="278994" y="335176"/>
                  <a:pt x="179602" y="359204"/>
                </a:cubicBezTo>
                <a:cubicBezTo>
                  <a:pt x="75128" y="383502"/>
                  <a:pt x="-14237" y="300484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633697627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F5A309A-BF6D-463E-E5D0-80D7F69A675E}"/>
              </a:ext>
            </a:extLst>
          </p:cNvPr>
          <p:cNvSpPr/>
          <p:nvPr/>
        </p:nvSpPr>
        <p:spPr>
          <a:xfrm>
            <a:off x="6308486" y="4222629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7238" y="77210"/>
                  <a:pt x="107010" y="-8888"/>
                  <a:pt x="179602" y="0"/>
                </a:cubicBezTo>
                <a:cubicBezTo>
                  <a:pt x="297465" y="21933"/>
                  <a:pt x="363464" y="106217"/>
                  <a:pt x="359204" y="179602"/>
                </a:cubicBezTo>
                <a:cubicBezTo>
                  <a:pt x="360559" y="269623"/>
                  <a:pt x="272407" y="351859"/>
                  <a:pt x="179602" y="359204"/>
                </a:cubicBezTo>
                <a:cubicBezTo>
                  <a:pt x="67893" y="364232"/>
                  <a:pt x="-10287" y="267713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-1931" y="92377"/>
                  <a:pt x="77761" y="-18358"/>
                  <a:pt x="179602" y="0"/>
                </a:cubicBezTo>
                <a:cubicBezTo>
                  <a:pt x="287556" y="-20745"/>
                  <a:pt x="345236" y="70432"/>
                  <a:pt x="359204" y="179602"/>
                </a:cubicBezTo>
                <a:cubicBezTo>
                  <a:pt x="368222" y="258244"/>
                  <a:pt x="265667" y="349135"/>
                  <a:pt x="179602" y="359204"/>
                </a:cubicBezTo>
                <a:cubicBezTo>
                  <a:pt x="62626" y="358009"/>
                  <a:pt x="948" y="276223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202491777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45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C37D02A-9119-EEAA-BA26-B656F743A33E}"/>
              </a:ext>
            </a:extLst>
          </p:cNvPr>
          <p:cNvSpPr/>
          <p:nvPr/>
        </p:nvSpPr>
        <p:spPr>
          <a:xfrm>
            <a:off x="7356491" y="2553186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2402" y="53311"/>
                  <a:pt x="78016" y="-10492"/>
                  <a:pt x="179602" y="0"/>
                </a:cubicBezTo>
                <a:cubicBezTo>
                  <a:pt x="294321" y="-6459"/>
                  <a:pt x="351784" y="59547"/>
                  <a:pt x="359204" y="179602"/>
                </a:cubicBezTo>
                <a:cubicBezTo>
                  <a:pt x="343079" y="292104"/>
                  <a:pt x="285918" y="362581"/>
                  <a:pt x="179602" y="359204"/>
                </a:cubicBezTo>
                <a:cubicBezTo>
                  <a:pt x="101581" y="357510"/>
                  <a:pt x="-15633" y="288454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6402" y="81965"/>
                  <a:pt x="82671" y="-1837"/>
                  <a:pt x="179602" y="0"/>
                </a:cubicBezTo>
                <a:cubicBezTo>
                  <a:pt x="269459" y="4456"/>
                  <a:pt x="336701" y="89064"/>
                  <a:pt x="359204" y="179602"/>
                </a:cubicBezTo>
                <a:cubicBezTo>
                  <a:pt x="356903" y="249449"/>
                  <a:pt x="272928" y="357420"/>
                  <a:pt x="179602" y="359204"/>
                </a:cubicBezTo>
                <a:cubicBezTo>
                  <a:pt x="66129" y="354116"/>
                  <a:pt x="-17484" y="270992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622923056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17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1E78BB2-B190-5746-C582-547A422A9386}"/>
              </a:ext>
            </a:extLst>
          </p:cNvPr>
          <p:cNvSpPr/>
          <p:nvPr/>
        </p:nvSpPr>
        <p:spPr>
          <a:xfrm>
            <a:off x="7705165" y="3070971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21901" y="99656"/>
                  <a:pt x="107708" y="-9493"/>
                  <a:pt x="179602" y="0"/>
                </a:cubicBezTo>
                <a:cubicBezTo>
                  <a:pt x="277302" y="4921"/>
                  <a:pt x="347013" y="78569"/>
                  <a:pt x="359204" y="179602"/>
                </a:cubicBezTo>
                <a:cubicBezTo>
                  <a:pt x="369831" y="258468"/>
                  <a:pt x="296777" y="380345"/>
                  <a:pt x="179602" y="359204"/>
                </a:cubicBezTo>
                <a:cubicBezTo>
                  <a:pt x="61371" y="338800"/>
                  <a:pt x="-12673" y="276547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-18437" y="98328"/>
                  <a:pt x="57712" y="17287"/>
                  <a:pt x="179602" y="0"/>
                </a:cubicBezTo>
                <a:cubicBezTo>
                  <a:pt x="267538" y="-14747"/>
                  <a:pt x="368247" y="89083"/>
                  <a:pt x="359204" y="179602"/>
                </a:cubicBezTo>
                <a:cubicBezTo>
                  <a:pt x="339968" y="258930"/>
                  <a:pt x="284517" y="335725"/>
                  <a:pt x="179602" y="359204"/>
                </a:cubicBezTo>
                <a:cubicBezTo>
                  <a:pt x="85023" y="373290"/>
                  <a:pt x="-17986" y="28440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092623070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25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E3CF75E-C82A-8A2F-115E-6B44B01C91A0}"/>
              </a:ext>
            </a:extLst>
          </p:cNvPr>
          <p:cNvSpPr/>
          <p:nvPr/>
        </p:nvSpPr>
        <p:spPr>
          <a:xfrm>
            <a:off x="7016780" y="3070969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16012" y="94760"/>
                  <a:pt x="63251" y="-6030"/>
                  <a:pt x="179602" y="0"/>
                </a:cubicBezTo>
                <a:cubicBezTo>
                  <a:pt x="276030" y="-5717"/>
                  <a:pt x="368856" y="84102"/>
                  <a:pt x="359204" y="179602"/>
                </a:cubicBezTo>
                <a:cubicBezTo>
                  <a:pt x="375659" y="301752"/>
                  <a:pt x="283888" y="355411"/>
                  <a:pt x="179602" y="359204"/>
                </a:cubicBezTo>
                <a:cubicBezTo>
                  <a:pt x="64358" y="341547"/>
                  <a:pt x="2258" y="282184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2080" y="74995"/>
                  <a:pt x="93554" y="5610"/>
                  <a:pt x="179602" y="0"/>
                </a:cubicBezTo>
                <a:cubicBezTo>
                  <a:pt x="303631" y="-10142"/>
                  <a:pt x="363950" y="101955"/>
                  <a:pt x="359204" y="179602"/>
                </a:cubicBezTo>
                <a:cubicBezTo>
                  <a:pt x="359126" y="282494"/>
                  <a:pt x="276242" y="360819"/>
                  <a:pt x="179602" y="359204"/>
                </a:cubicBezTo>
                <a:cubicBezTo>
                  <a:pt x="82733" y="368503"/>
                  <a:pt x="13834" y="289467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4209554026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15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BF91499-E221-869F-FEBF-C0490ECD721C}"/>
              </a:ext>
            </a:extLst>
          </p:cNvPr>
          <p:cNvSpPr/>
          <p:nvPr/>
        </p:nvSpPr>
        <p:spPr>
          <a:xfrm>
            <a:off x="7373423" y="3588755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20107" y="88277"/>
                  <a:pt x="78175" y="145"/>
                  <a:pt x="179602" y="0"/>
                </a:cubicBezTo>
                <a:cubicBezTo>
                  <a:pt x="276447" y="-7187"/>
                  <a:pt x="370902" y="75466"/>
                  <a:pt x="359204" y="179602"/>
                </a:cubicBezTo>
                <a:cubicBezTo>
                  <a:pt x="349155" y="280609"/>
                  <a:pt x="299280" y="359624"/>
                  <a:pt x="179602" y="359204"/>
                </a:cubicBezTo>
                <a:cubicBezTo>
                  <a:pt x="76890" y="348788"/>
                  <a:pt x="-8257" y="270411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22470" y="76705"/>
                  <a:pt x="74926" y="-1318"/>
                  <a:pt x="179602" y="0"/>
                </a:cubicBezTo>
                <a:cubicBezTo>
                  <a:pt x="280738" y="-6650"/>
                  <a:pt x="359642" y="61635"/>
                  <a:pt x="359204" y="179602"/>
                </a:cubicBezTo>
                <a:cubicBezTo>
                  <a:pt x="371012" y="298178"/>
                  <a:pt x="278666" y="379995"/>
                  <a:pt x="179602" y="359204"/>
                </a:cubicBezTo>
                <a:cubicBezTo>
                  <a:pt x="102201" y="361990"/>
                  <a:pt x="19336" y="258089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854063350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20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E0627F2-51CC-255A-F575-FB25FA0ABFAF}"/>
              </a:ext>
            </a:extLst>
          </p:cNvPr>
          <p:cNvSpPr/>
          <p:nvPr/>
        </p:nvSpPr>
        <p:spPr>
          <a:xfrm>
            <a:off x="8078620" y="3588755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14050" y="84042"/>
                  <a:pt x="92122" y="7592"/>
                  <a:pt x="179602" y="0"/>
                </a:cubicBezTo>
                <a:cubicBezTo>
                  <a:pt x="295096" y="-12687"/>
                  <a:pt x="360665" y="77558"/>
                  <a:pt x="359204" y="179602"/>
                </a:cubicBezTo>
                <a:cubicBezTo>
                  <a:pt x="343238" y="284932"/>
                  <a:pt x="280606" y="353160"/>
                  <a:pt x="179602" y="359204"/>
                </a:cubicBezTo>
                <a:cubicBezTo>
                  <a:pt x="72255" y="378935"/>
                  <a:pt x="-23086" y="262602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1183" y="91812"/>
                  <a:pt x="99646" y="-1467"/>
                  <a:pt x="179602" y="0"/>
                </a:cubicBezTo>
                <a:cubicBezTo>
                  <a:pt x="277811" y="-11175"/>
                  <a:pt x="362114" y="54381"/>
                  <a:pt x="359204" y="179602"/>
                </a:cubicBezTo>
                <a:cubicBezTo>
                  <a:pt x="373618" y="302463"/>
                  <a:pt x="256595" y="357985"/>
                  <a:pt x="179602" y="359204"/>
                </a:cubicBezTo>
                <a:cubicBezTo>
                  <a:pt x="65394" y="366012"/>
                  <a:pt x="19183" y="284040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91791306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45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01C98E1-5E59-B738-6CE3-777D28486179}"/>
              </a:ext>
            </a:extLst>
          </p:cNvPr>
          <p:cNvSpPr/>
          <p:nvPr/>
        </p:nvSpPr>
        <p:spPr>
          <a:xfrm>
            <a:off x="1564316" y="6360430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4443" y="81170"/>
                  <a:pt x="85682" y="3650"/>
                  <a:pt x="179602" y="0"/>
                </a:cubicBezTo>
                <a:cubicBezTo>
                  <a:pt x="279159" y="-16619"/>
                  <a:pt x="348585" y="86589"/>
                  <a:pt x="359204" y="179602"/>
                </a:cubicBezTo>
                <a:cubicBezTo>
                  <a:pt x="358715" y="266302"/>
                  <a:pt x="276295" y="360331"/>
                  <a:pt x="179602" y="359204"/>
                </a:cubicBezTo>
                <a:cubicBezTo>
                  <a:pt x="51205" y="360219"/>
                  <a:pt x="-9948" y="297488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-10865" y="75884"/>
                  <a:pt x="68127" y="13553"/>
                  <a:pt x="179602" y="0"/>
                </a:cubicBezTo>
                <a:cubicBezTo>
                  <a:pt x="276654" y="-11363"/>
                  <a:pt x="374194" y="83319"/>
                  <a:pt x="359204" y="179602"/>
                </a:cubicBezTo>
                <a:cubicBezTo>
                  <a:pt x="381178" y="289712"/>
                  <a:pt x="291121" y="364431"/>
                  <a:pt x="179602" y="359204"/>
                </a:cubicBezTo>
                <a:cubicBezTo>
                  <a:pt x="90603" y="360839"/>
                  <a:pt x="-9998" y="27153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93225035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18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C6FDABA-B52A-81AD-76DB-E5B1AB690B2B}"/>
              </a:ext>
            </a:extLst>
          </p:cNvPr>
          <p:cNvSpPr/>
          <p:nvPr/>
        </p:nvSpPr>
        <p:spPr>
          <a:xfrm>
            <a:off x="4215199" y="4729556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11066" y="79287"/>
                  <a:pt x="86686" y="5311"/>
                  <a:pt x="179602" y="0"/>
                </a:cubicBezTo>
                <a:cubicBezTo>
                  <a:pt x="274365" y="4926"/>
                  <a:pt x="344332" y="60252"/>
                  <a:pt x="359204" y="179602"/>
                </a:cubicBezTo>
                <a:cubicBezTo>
                  <a:pt x="382094" y="262607"/>
                  <a:pt x="299231" y="358061"/>
                  <a:pt x="179602" y="359204"/>
                </a:cubicBezTo>
                <a:cubicBezTo>
                  <a:pt x="54791" y="372503"/>
                  <a:pt x="7223" y="278567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951" y="74250"/>
                  <a:pt x="102418" y="709"/>
                  <a:pt x="179602" y="0"/>
                </a:cubicBezTo>
                <a:cubicBezTo>
                  <a:pt x="276585" y="899"/>
                  <a:pt x="364430" y="102921"/>
                  <a:pt x="359204" y="179602"/>
                </a:cubicBezTo>
                <a:cubicBezTo>
                  <a:pt x="373667" y="272417"/>
                  <a:pt x="276273" y="350008"/>
                  <a:pt x="179602" y="359204"/>
                </a:cubicBezTo>
                <a:cubicBezTo>
                  <a:pt x="77113" y="352213"/>
                  <a:pt x="2352" y="270954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958588323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17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87C29479-64DC-2746-0071-9A91646AEAFD}"/>
              </a:ext>
            </a:extLst>
          </p:cNvPr>
          <p:cNvSpPr/>
          <p:nvPr/>
        </p:nvSpPr>
        <p:spPr>
          <a:xfrm>
            <a:off x="4509899" y="5235322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808" y="82456"/>
                  <a:pt x="85467" y="-17459"/>
                  <a:pt x="179602" y="0"/>
                </a:cubicBezTo>
                <a:cubicBezTo>
                  <a:pt x="279181" y="-15549"/>
                  <a:pt x="355266" y="92187"/>
                  <a:pt x="359204" y="179602"/>
                </a:cubicBezTo>
                <a:cubicBezTo>
                  <a:pt x="354798" y="276443"/>
                  <a:pt x="280973" y="363368"/>
                  <a:pt x="179602" y="359204"/>
                </a:cubicBezTo>
                <a:cubicBezTo>
                  <a:pt x="70627" y="356755"/>
                  <a:pt x="-6874" y="27094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-696" y="77333"/>
                  <a:pt x="78089" y="-709"/>
                  <a:pt x="179602" y="0"/>
                </a:cubicBezTo>
                <a:cubicBezTo>
                  <a:pt x="264473" y="-8815"/>
                  <a:pt x="356535" y="97498"/>
                  <a:pt x="359204" y="179602"/>
                </a:cubicBezTo>
                <a:cubicBezTo>
                  <a:pt x="365075" y="283327"/>
                  <a:pt x="272927" y="357854"/>
                  <a:pt x="179602" y="359204"/>
                </a:cubicBezTo>
                <a:cubicBezTo>
                  <a:pt x="98754" y="358590"/>
                  <a:pt x="13719" y="276291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959805995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20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E80C09C3-B4C6-FB1B-6B51-4624BEBBB7DF}"/>
              </a:ext>
            </a:extLst>
          </p:cNvPr>
          <p:cNvSpPr/>
          <p:nvPr/>
        </p:nvSpPr>
        <p:spPr>
          <a:xfrm>
            <a:off x="3946384" y="5238064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6002" y="94217"/>
                  <a:pt x="61919" y="14294"/>
                  <a:pt x="179602" y="0"/>
                </a:cubicBezTo>
                <a:cubicBezTo>
                  <a:pt x="257244" y="-18038"/>
                  <a:pt x="360872" y="81956"/>
                  <a:pt x="359204" y="179602"/>
                </a:cubicBezTo>
                <a:cubicBezTo>
                  <a:pt x="342947" y="263897"/>
                  <a:pt x="269659" y="350291"/>
                  <a:pt x="179602" y="359204"/>
                </a:cubicBezTo>
                <a:cubicBezTo>
                  <a:pt x="81306" y="374873"/>
                  <a:pt x="-5072" y="273472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23603" y="83075"/>
                  <a:pt x="60914" y="-7896"/>
                  <a:pt x="179602" y="0"/>
                </a:cubicBezTo>
                <a:cubicBezTo>
                  <a:pt x="262467" y="20886"/>
                  <a:pt x="350487" y="78935"/>
                  <a:pt x="359204" y="179602"/>
                </a:cubicBezTo>
                <a:cubicBezTo>
                  <a:pt x="379658" y="270029"/>
                  <a:pt x="272204" y="355450"/>
                  <a:pt x="179602" y="359204"/>
                </a:cubicBezTo>
                <a:cubicBezTo>
                  <a:pt x="89432" y="363905"/>
                  <a:pt x="-458" y="265237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063649369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15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E60FD8B5-C7DD-B9DB-A01C-372FBB21DDDC}"/>
              </a:ext>
            </a:extLst>
          </p:cNvPr>
          <p:cNvSpPr/>
          <p:nvPr/>
        </p:nvSpPr>
        <p:spPr>
          <a:xfrm>
            <a:off x="4206804" y="5788148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2183" y="79976"/>
                  <a:pt x="79453" y="-6485"/>
                  <a:pt x="179602" y="0"/>
                </a:cubicBezTo>
                <a:cubicBezTo>
                  <a:pt x="271535" y="10635"/>
                  <a:pt x="370006" y="74482"/>
                  <a:pt x="359204" y="179602"/>
                </a:cubicBezTo>
                <a:cubicBezTo>
                  <a:pt x="383044" y="272922"/>
                  <a:pt x="297108" y="358276"/>
                  <a:pt x="179602" y="359204"/>
                </a:cubicBezTo>
                <a:cubicBezTo>
                  <a:pt x="64176" y="374659"/>
                  <a:pt x="-3508" y="277132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14012" y="65972"/>
                  <a:pt x="83289" y="21657"/>
                  <a:pt x="179602" y="0"/>
                </a:cubicBezTo>
                <a:cubicBezTo>
                  <a:pt x="294373" y="-23611"/>
                  <a:pt x="334163" y="92732"/>
                  <a:pt x="359204" y="179602"/>
                </a:cubicBezTo>
                <a:cubicBezTo>
                  <a:pt x="371912" y="293281"/>
                  <a:pt x="280409" y="349286"/>
                  <a:pt x="179602" y="359204"/>
                </a:cubicBezTo>
                <a:cubicBezTo>
                  <a:pt x="71503" y="339899"/>
                  <a:pt x="-5959" y="279057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728822994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18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F886FD55-38A9-858E-9C7D-1738F7F1F15B}"/>
              </a:ext>
            </a:extLst>
          </p:cNvPr>
          <p:cNvSpPr/>
          <p:nvPr/>
        </p:nvSpPr>
        <p:spPr>
          <a:xfrm>
            <a:off x="4816498" y="5788148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17129" y="71371"/>
                  <a:pt x="74228" y="10730"/>
                  <a:pt x="179602" y="0"/>
                </a:cubicBezTo>
                <a:cubicBezTo>
                  <a:pt x="259742" y="3982"/>
                  <a:pt x="359490" y="71914"/>
                  <a:pt x="359204" y="179602"/>
                </a:cubicBezTo>
                <a:cubicBezTo>
                  <a:pt x="379515" y="260150"/>
                  <a:pt x="263522" y="356171"/>
                  <a:pt x="179602" y="359204"/>
                </a:cubicBezTo>
                <a:cubicBezTo>
                  <a:pt x="75164" y="383002"/>
                  <a:pt x="10773" y="275198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23282" y="79679"/>
                  <a:pt x="76527" y="1311"/>
                  <a:pt x="179602" y="0"/>
                </a:cubicBezTo>
                <a:cubicBezTo>
                  <a:pt x="262431" y="-5829"/>
                  <a:pt x="365399" y="78932"/>
                  <a:pt x="359204" y="179602"/>
                </a:cubicBezTo>
                <a:cubicBezTo>
                  <a:pt x="356184" y="259967"/>
                  <a:pt x="282081" y="352512"/>
                  <a:pt x="179602" y="359204"/>
                </a:cubicBezTo>
                <a:cubicBezTo>
                  <a:pt x="78310" y="363296"/>
                  <a:pt x="-25400" y="264991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4170394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25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4ECB0E3-043D-FEEB-640D-CD36A6382919}"/>
              </a:ext>
            </a:extLst>
          </p:cNvPr>
          <p:cNvSpPr/>
          <p:nvPr/>
        </p:nvSpPr>
        <p:spPr>
          <a:xfrm>
            <a:off x="5080049" y="6360430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3785" y="67722"/>
                  <a:pt x="78790" y="15757"/>
                  <a:pt x="179602" y="0"/>
                </a:cubicBezTo>
                <a:cubicBezTo>
                  <a:pt x="273505" y="-7546"/>
                  <a:pt x="374729" y="90442"/>
                  <a:pt x="359204" y="179602"/>
                </a:cubicBezTo>
                <a:cubicBezTo>
                  <a:pt x="353375" y="274619"/>
                  <a:pt x="297330" y="373456"/>
                  <a:pt x="179602" y="359204"/>
                </a:cubicBezTo>
                <a:cubicBezTo>
                  <a:pt x="108443" y="363665"/>
                  <a:pt x="-13581" y="300261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-3893" y="80531"/>
                  <a:pt x="96829" y="-2977"/>
                  <a:pt x="179602" y="0"/>
                </a:cubicBezTo>
                <a:cubicBezTo>
                  <a:pt x="266070" y="-17399"/>
                  <a:pt x="351934" y="92898"/>
                  <a:pt x="359204" y="179602"/>
                </a:cubicBezTo>
                <a:cubicBezTo>
                  <a:pt x="355916" y="255512"/>
                  <a:pt x="273030" y="347274"/>
                  <a:pt x="179602" y="359204"/>
                </a:cubicBezTo>
                <a:cubicBezTo>
                  <a:pt x="75791" y="347002"/>
                  <a:pt x="-6610" y="271814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546911103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45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4506DBCF-C4DD-40E8-D53B-23FBEE87C5BA}"/>
              </a:ext>
            </a:extLst>
          </p:cNvPr>
          <p:cNvSpPr/>
          <p:nvPr/>
        </p:nvSpPr>
        <p:spPr>
          <a:xfrm>
            <a:off x="7106756" y="4732378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10943" y="94258"/>
                  <a:pt x="98844" y="-13472"/>
                  <a:pt x="179602" y="0"/>
                </a:cubicBezTo>
                <a:cubicBezTo>
                  <a:pt x="260278" y="8104"/>
                  <a:pt x="351087" y="68003"/>
                  <a:pt x="359204" y="179602"/>
                </a:cubicBezTo>
                <a:cubicBezTo>
                  <a:pt x="364199" y="281411"/>
                  <a:pt x="293845" y="349880"/>
                  <a:pt x="179602" y="359204"/>
                </a:cubicBezTo>
                <a:cubicBezTo>
                  <a:pt x="73648" y="363297"/>
                  <a:pt x="-6059" y="277573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24375" y="94967"/>
                  <a:pt x="76837" y="6597"/>
                  <a:pt x="179602" y="0"/>
                </a:cubicBezTo>
                <a:cubicBezTo>
                  <a:pt x="254160" y="-2519"/>
                  <a:pt x="363220" y="66652"/>
                  <a:pt x="359204" y="179602"/>
                </a:cubicBezTo>
                <a:cubicBezTo>
                  <a:pt x="331758" y="275804"/>
                  <a:pt x="302354" y="368651"/>
                  <a:pt x="179602" y="359204"/>
                </a:cubicBezTo>
                <a:cubicBezTo>
                  <a:pt x="66080" y="354375"/>
                  <a:pt x="-11170" y="252419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437081088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20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2C044B6F-0BCA-04FE-D39D-57B4FD5786A3}"/>
              </a:ext>
            </a:extLst>
          </p:cNvPr>
          <p:cNvSpPr/>
          <p:nvPr/>
        </p:nvSpPr>
        <p:spPr>
          <a:xfrm>
            <a:off x="7467474" y="5216446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4428" y="73180"/>
                  <a:pt x="81920" y="-9823"/>
                  <a:pt x="179602" y="0"/>
                </a:cubicBezTo>
                <a:cubicBezTo>
                  <a:pt x="287043" y="-8350"/>
                  <a:pt x="381697" y="94907"/>
                  <a:pt x="359204" y="179602"/>
                </a:cubicBezTo>
                <a:cubicBezTo>
                  <a:pt x="360677" y="255416"/>
                  <a:pt x="281374" y="349625"/>
                  <a:pt x="179602" y="359204"/>
                </a:cubicBezTo>
                <a:cubicBezTo>
                  <a:pt x="82708" y="356670"/>
                  <a:pt x="25497" y="285041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-27351" y="91559"/>
                  <a:pt x="58742" y="-11119"/>
                  <a:pt x="179602" y="0"/>
                </a:cubicBezTo>
                <a:cubicBezTo>
                  <a:pt x="260202" y="-20180"/>
                  <a:pt x="345805" y="76457"/>
                  <a:pt x="359204" y="179602"/>
                </a:cubicBezTo>
                <a:cubicBezTo>
                  <a:pt x="361160" y="276288"/>
                  <a:pt x="281513" y="356214"/>
                  <a:pt x="179602" y="359204"/>
                </a:cubicBezTo>
                <a:cubicBezTo>
                  <a:pt x="90050" y="379151"/>
                  <a:pt x="14067" y="280881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12585013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25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C1C0E474-FEF1-1ED6-469F-B905845FB89E}"/>
              </a:ext>
            </a:extLst>
          </p:cNvPr>
          <p:cNvSpPr/>
          <p:nvPr/>
        </p:nvSpPr>
        <p:spPr>
          <a:xfrm>
            <a:off x="6746846" y="5211723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6166" y="98273"/>
                  <a:pt x="65412" y="7381"/>
                  <a:pt x="179602" y="0"/>
                </a:cubicBezTo>
                <a:cubicBezTo>
                  <a:pt x="286180" y="17216"/>
                  <a:pt x="343897" y="60185"/>
                  <a:pt x="359204" y="179602"/>
                </a:cubicBezTo>
                <a:cubicBezTo>
                  <a:pt x="362877" y="272781"/>
                  <a:pt x="264619" y="372161"/>
                  <a:pt x="179602" y="359204"/>
                </a:cubicBezTo>
                <a:cubicBezTo>
                  <a:pt x="104528" y="375685"/>
                  <a:pt x="11829" y="279792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-6800" y="74154"/>
                  <a:pt x="69841" y="9781"/>
                  <a:pt x="179602" y="0"/>
                </a:cubicBezTo>
                <a:cubicBezTo>
                  <a:pt x="279031" y="6984"/>
                  <a:pt x="359313" y="86266"/>
                  <a:pt x="359204" y="179602"/>
                </a:cubicBezTo>
                <a:cubicBezTo>
                  <a:pt x="360683" y="271371"/>
                  <a:pt x="276238" y="366047"/>
                  <a:pt x="179602" y="359204"/>
                </a:cubicBezTo>
                <a:cubicBezTo>
                  <a:pt x="82894" y="377995"/>
                  <a:pt x="-8054" y="300306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3241730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17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EA82CD4B-A432-B6C0-B866-5C113CBBE520}"/>
              </a:ext>
            </a:extLst>
          </p:cNvPr>
          <p:cNvSpPr/>
          <p:nvPr/>
        </p:nvSpPr>
        <p:spPr>
          <a:xfrm>
            <a:off x="7084580" y="5729506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13875" y="71028"/>
                  <a:pt x="79701" y="4596"/>
                  <a:pt x="179602" y="0"/>
                </a:cubicBezTo>
                <a:cubicBezTo>
                  <a:pt x="267666" y="9039"/>
                  <a:pt x="368967" y="92024"/>
                  <a:pt x="359204" y="179602"/>
                </a:cubicBezTo>
                <a:cubicBezTo>
                  <a:pt x="370690" y="298243"/>
                  <a:pt x="261147" y="372750"/>
                  <a:pt x="179602" y="359204"/>
                </a:cubicBezTo>
                <a:cubicBezTo>
                  <a:pt x="90750" y="350058"/>
                  <a:pt x="300" y="256704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-6282" y="87847"/>
                  <a:pt x="88931" y="-3903"/>
                  <a:pt x="179602" y="0"/>
                </a:cubicBezTo>
                <a:cubicBezTo>
                  <a:pt x="278473" y="21123"/>
                  <a:pt x="343127" y="75953"/>
                  <a:pt x="359204" y="179602"/>
                </a:cubicBezTo>
                <a:cubicBezTo>
                  <a:pt x="361047" y="291669"/>
                  <a:pt x="279812" y="351853"/>
                  <a:pt x="179602" y="359204"/>
                </a:cubicBezTo>
                <a:cubicBezTo>
                  <a:pt x="69305" y="345756"/>
                  <a:pt x="-8201" y="265471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63454946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18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5FF0F49D-A75B-F5E4-AC43-5CC3EE85846A}"/>
              </a:ext>
            </a:extLst>
          </p:cNvPr>
          <p:cNvSpPr/>
          <p:nvPr/>
        </p:nvSpPr>
        <p:spPr>
          <a:xfrm>
            <a:off x="7823903" y="5729506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8779" y="77008"/>
                  <a:pt x="72253" y="-11856"/>
                  <a:pt x="179602" y="0"/>
                </a:cubicBezTo>
                <a:cubicBezTo>
                  <a:pt x="285754" y="-16115"/>
                  <a:pt x="366817" y="61152"/>
                  <a:pt x="359204" y="179602"/>
                </a:cubicBezTo>
                <a:cubicBezTo>
                  <a:pt x="381659" y="268107"/>
                  <a:pt x="271529" y="357274"/>
                  <a:pt x="179602" y="359204"/>
                </a:cubicBezTo>
                <a:cubicBezTo>
                  <a:pt x="92628" y="364277"/>
                  <a:pt x="-957" y="262879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21010" y="89672"/>
                  <a:pt x="80846" y="-7688"/>
                  <a:pt x="179602" y="0"/>
                </a:cubicBezTo>
                <a:cubicBezTo>
                  <a:pt x="259202" y="14810"/>
                  <a:pt x="365593" y="84762"/>
                  <a:pt x="359204" y="179602"/>
                </a:cubicBezTo>
                <a:cubicBezTo>
                  <a:pt x="356046" y="262650"/>
                  <a:pt x="287084" y="358936"/>
                  <a:pt x="179602" y="359204"/>
                </a:cubicBezTo>
                <a:cubicBezTo>
                  <a:pt x="97462" y="372560"/>
                  <a:pt x="17686" y="267379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42579613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45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95A61E4E-7398-DE86-1EEB-C7FE0757A90B}"/>
              </a:ext>
            </a:extLst>
          </p:cNvPr>
          <p:cNvSpPr/>
          <p:nvPr/>
        </p:nvSpPr>
        <p:spPr>
          <a:xfrm>
            <a:off x="6403446" y="5729506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7149" y="86318"/>
                  <a:pt x="85438" y="-7908"/>
                  <a:pt x="179602" y="0"/>
                </a:cubicBezTo>
                <a:cubicBezTo>
                  <a:pt x="257661" y="9531"/>
                  <a:pt x="356015" y="95797"/>
                  <a:pt x="359204" y="179602"/>
                </a:cubicBezTo>
                <a:cubicBezTo>
                  <a:pt x="356505" y="277801"/>
                  <a:pt x="272089" y="387606"/>
                  <a:pt x="179602" y="359204"/>
                </a:cubicBezTo>
                <a:cubicBezTo>
                  <a:pt x="65829" y="378302"/>
                  <a:pt x="9298" y="291168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3327" y="78934"/>
                  <a:pt x="100586" y="11602"/>
                  <a:pt x="179602" y="0"/>
                </a:cubicBezTo>
                <a:cubicBezTo>
                  <a:pt x="301387" y="-17447"/>
                  <a:pt x="366747" y="83058"/>
                  <a:pt x="359204" y="179602"/>
                </a:cubicBezTo>
                <a:cubicBezTo>
                  <a:pt x="360734" y="290201"/>
                  <a:pt x="301716" y="340302"/>
                  <a:pt x="179602" y="359204"/>
                </a:cubicBezTo>
                <a:cubicBezTo>
                  <a:pt x="96208" y="374064"/>
                  <a:pt x="3236" y="297826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135631015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15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E2B31BC-A898-3632-6451-B9A612E7A130}"/>
              </a:ext>
            </a:extLst>
          </p:cNvPr>
          <p:cNvCxnSpPr>
            <a:stCxn id="5" idx="3"/>
            <a:endCxn id="6" idx="0"/>
          </p:cNvCxnSpPr>
          <p:nvPr/>
        </p:nvCxnSpPr>
        <p:spPr>
          <a:xfrm flipH="1">
            <a:off x="1829157" y="2865405"/>
            <a:ext cx="176619" cy="211185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DD5A9BD2-737C-A45B-5732-5241A5EECC08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 flipH="1">
            <a:off x="1418473" y="3383189"/>
            <a:ext cx="283686" cy="336975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98B3FCB4-2262-6EC1-69A8-AB02C7CA0582}"/>
              </a:ext>
            </a:extLst>
          </p:cNvPr>
          <p:cNvCxnSpPr>
            <a:stCxn id="8" idx="3"/>
            <a:endCxn id="10" idx="0"/>
          </p:cNvCxnSpPr>
          <p:nvPr/>
        </p:nvCxnSpPr>
        <p:spPr>
          <a:xfrm flipH="1">
            <a:off x="2796742" y="2875003"/>
            <a:ext cx="300442" cy="251771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1CA6E7B-394D-C16D-8F35-DCD22B57FDB1}"/>
              </a:ext>
            </a:extLst>
          </p:cNvPr>
          <p:cNvCxnSpPr>
            <a:stCxn id="8" idx="5"/>
            <a:endCxn id="9" idx="0"/>
          </p:cNvCxnSpPr>
          <p:nvPr/>
        </p:nvCxnSpPr>
        <p:spPr>
          <a:xfrm>
            <a:off x="3351179" y="2875003"/>
            <a:ext cx="293387" cy="251770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A5A06B3-42FD-5018-6895-B2AA788FFD8C}"/>
              </a:ext>
            </a:extLst>
          </p:cNvPr>
          <p:cNvCxnSpPr>
            <a:stCxn id="11" idx="3"/>
            <a:endCxn id="13" idx="0"/>
          </p:cNvCxnSpPr>
          <p:nvPr/>
        </p:nvCxnSpPr>
        <p:spPr>
          <a:xfrm flipH="1">
            <a:off x="4945729" y="2860648"/>
            <a:ext cx="268640" cy="250908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FA5F1F27-07D7-4A93-E68A-699BB211A866}"/>
              </a:ext>
            </a:extLst>
          </p:cNvPr>
          <p:cNvCxnSpPr>
            <a:cxnSpLocks/>
            <a:stCxn id="11" idx="5"/>
            <a:endCxn id="12" idx="0"/>
          </p:cNvCxnSpPr>
          <p:nvPr/>
        </p:nvCxnSpPr>
        <p:spPr>
          <a:xfrm>
            <a:off x="5468364" y="2860648"/>
            <a:ext cx="301318" cy="251771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0C537277-109E-1A2D-5895-C67D73DC82A7}"/>
              </a:ext>
            </a:extLst>
          </p:cNvPr>
          <p:cNvCxnSpPr>
            <a:stCxn id="12" idx="5"/>
            <a:endCxn id="14" idx="0"/>
          </p:cNvCxnSpPr>
          <p:nvPr/>
        </p:nvCxnSpPr>
        <p:spPr>
          <a:xfrm>
            <a:off x="5896679" y="3419018"/>
            <a:ext cx="232206" cy="248506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26E4E337-37E2-0580-357F-2558A4221E9A}"/>
              </a:ext>
            </a:extLst>
          </p:cNvPr>
          <p:cNvCxnSpPr>
            <a:cxnSpLocks/>
            <a:stCxn id="14" idx="5"/>
            <a:endCxn id="15" idx="0"/>
          </p:cNvCxnSpPr>
          <p:nvPr/>
        </p:nvCxnSpPr>
        <p:spPr>
          <a:xfrm>
            <a:off x="6255882" y="3974123"/>
            <a:ext cx="232206" cy="248506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F8C13DB0-178F-3B2B-5C57-0BFEF263D7A3}"/>
              </a:ext>
            </a:extLst>
          </p:cNvPr>
          <p:cNvCxnSpPr>
            <a:stCxn id="16" idx="3"/>
            <a:endCxn id="18" idx="0"/>
          </p:cNvCxnSpPr>
          <p:nvPr/>
        </p:nvCxnSpPr>
        <p:spPr>
          <a:xfrm flipH="1">
            <a:off x="7196382" y="2859785"/>
            <a:ext cx="212713" cy="211184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C380A539-596A-0A48-2D39-CB53C2BE7836}"/>
              </a:ext>
            </a:extLst>
          </p:cNvPr>
          <p:cNvCxnSpPr>
            <a:stCxn id="16" idx="5"/>
            <a:endCxn id="17" idx="0"/>
          </p:cNvCxnSpPr>
          <p:nvPr/>
        </p:nvCxnSpPr>
        <p:spPr>
          <a:xfrm>
            <a:off x="7663090" y="2859785"/>
            <a:ext cx="221677" cy="211186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2BEEEB9B-1705-09D9-2B97-2CD9F5F14DC1}"/>
              </a:ext>
            </a:extLst>
          </p:cNvPr>
          <p:cNvCxnSpPr>
            <a:stCxn id="17" idx="3"/>
            <a:endCxn id="19" idx="0"/>
          </p:cNvCxnSpPr>
          <p:nvPr/>
        </p:nvCxnSpPr>
        <p:spPr>
          <a:xfrm flipH="1">
            <a:off x="7553025" y="3377570"/>
            <a:ext cx="204744" cy="211185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2B0918E6-EFEC-F9C3-3613-9772FDFF34DD}"/>
              </a:ext>
            </a:extLst>
          </p:cNvPr>
          <p:cNvCxnSpPr>
            <a:stCxn id="17" idx="5"/>
            <a:endCxn id="20" idx="0"/>
          </p:cNvCxnSpPr>
          <p:nvPr/>
        </p:nvCxnSpPr>
        <p:spPr>
          <a:xfrm>
            <a:off x="8011764" y="3377570"/>
            <a:ext cx="246458" cy="211185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Oval 74">
            <a:extLst>
              <a:ext uri="{FF2B5EF4-FFF2-40B4-BE49-F238E27FC236}">
                <a16:creationId xmlns:a16="http://schemas.microsoft.com/office/drawing/2014/main" id="{677003D6-3659-14AB-96C6-B34C169B7E93}"/>
              </a:ext>
            </a:extLst>
          </p:cNvPr>
          <p:cNvSpPr/>
          <p:nvPr/>
        </p:nvSpPr>
        <p:spPr>
          <a:xfrm>
            <a:off x="1824865" y="4729848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4272" y="97548"/>
                  <a:pt x="69647" y="-8239"/>
                  <a:pt x="179602" y="0"/>
                </a:cubicBezTo>
                <a:cubicBezTo>
                  <a:pt x="274176" y="2769"/>
                  <a:pt x="348370" y="80629"/>
                  <a:pt x="359204" y="179602"/>
                </a:cubicBezTo>
                <a:cubicBezTo>
                  <a:pt x="342829" y="283270"/>
                  <a:pt x="264623" y="373621"/>
                  <a:pt x="179602" y="359204"/>
                </a:cubicBezTo>
                <a:cubicBezTo>
                  <a:pt x="83967" y="365140"/>
                  <a:pt x="-5401" y="271311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13196" y="67030"/>
                  <a:pt x="61310" y="7032"/>
                  <a:pt x="179602" y="0"/>
                </a:cubicBezTo>
                <a:cubicBezTo>
                  <a:pt x="294498" y="4906"/>
                  <a:pt x="362750" y="79836"/>
                  <a:pt x="359204" y="179602"/>
                </a:cubicBezTo>
                <a:cubicBezTo>
                  <a:pt x="367369" y="287891"/>
                  <a:pt x="277572" y="374531"/>
                  <a:pt x="179602" y="359204"/>
                </a:cubicBezTo>
                <a:cubicBezTo>
                  <a:pt x="101636" y="345400"/>
                  <a:pt x="7106" y="298348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26906276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17</a:t>
            </a: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2DDCAC7D-00BC-A8E7-DF3C-EDCC787AB913}"/>
              </a:ext>
            </a:extLst>
          </p:cNvPr>
          <p:cNvSpPr/>
          <p:nvPr/>
        </p:nvSpPr>
        <p:spPr>
          <a:xfrm>
            <a:off x="2126332" y="5238064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17758" y="95287"/>
                  <a:pt x="100995" y="14438"/>
                  <a:pt x="179602" y="0"/>
                </a:cubicBezTo>
                <a:cubicBezTo>
                  <a:pt x="285097" y="-7769"/>
                  <a:pt x="361165" y="69164"/>
                  <a:pt x="359204" y="179602"/>
                </a:cubicBezTo>
                <a:cubicBezTo>
                  <a:pt x="342480" y="268573"/>
                  <a:pt x="278864" y="370136"/>
                  <a:pt x="179602" y="359204"/>
                </a:cubicBezTo>
                <a:cubicBezTo>
                  <a:pt x="86791" y="343094"/>
                  <a:pt x="4730" y="277847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13960" y="99685"/>
                  <a:pt x="82423" y="-11741"/>
                  <a:pt x="179602" y="0"/>
                </a:cubicBezTo>
                <a:cubicBezTo>
                  <a:pt x="290053" y="5696"/>
                  <a:pt x="376535" y="81895"/>
                  <a:pt x="359204" y="179602"/>
                </a:cubicBezTo>
                <a:cubicBezTo>
                  <a:pt x="349676" y="273768"/>
                  <a:pt x="292320" y="353465"/>
                  <a:pt x="179602" y="359204"/>
                </a:cubicBezTo>
                <a:cubicBezTo>
                  <a:pt x="94663" y="333806"/>
                  <a:pt x="-15104" y="282600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567610718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25</a:t>
            </a: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51C8E5C0-EAF4-1308-CEB0-E4D10CB7E05D}"/>
              </a:ext>
            </a:extLst>
          </p:cNvPr>
          <p:cNvSpPr/>
          <p:nvPr/>
        </p:nvSpPr>
        <p:spPr>
          <a:xfrm>
            <a:off x="1550919" y="5241516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17254" y="60977"/>
                  <a:pt x="108138" y="5068"/>
                  <a:pt x="179602" y="0"/>
                </a:cubicBezTo>
                <a:cubicBezTo>
                  <a:pt x="285089" y="24946"/>
                  <a:pt x="351269" y="102502"/>
                  <a:pt x="359204" y="179602"/>
                </a:cubicBezTo>
                <a:cubicBezTo>
                  <a:pt x="358875" y="268827"/>
                  <a:pt x="275167" y="352449"/>
                  <a:pt x="179602" y="359204"/>
                </a:cubicBezTo>
                <a:cubicBezTo>
                  <a:pt x="92376" y="360555"/>
                  <a:pt x="8396" y="252733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2527" y="81202"/>
                  <a:pt x="67539" y="6107"/>
                  <a:pt x="179602" y="0"/>
                </a:cubicBezTo>
                <a:cubicBezTo>
                  <a:pt x="272746" y="-8281"/>
                  <a:pt x="335987" y="65688"/>
                  <a:pt x="359204" y="179602"/>
                </a:cubicBezTo>
                <a:cubicBezTo>
                  <a:pt x="368786" y="296958"/>
                  <a:pt x="275486" y="361086"/>
                  <a:pt x="179602" y="359204"/>
                </a:cubicBezTo>
                <a:cubicBezTo>
                  <a:pt x="93042" y="348482"/>
                  <a:pt x="-4795" y="26756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849665427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15</a:t>
            </a: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AD8702B1-B581-4020-D1CB-06641CE727C2}"/>
              </a:ext>
            </a:extLst>
          </p:cNvPr>
          <p:cNvSpPr/>
          <p:nvPr/>
        </p:nvSpPr>
        <p:spPr>
          <a:xfrm>
            <a:off x="1841859" y="5805708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2859" y="83573"/>
                  <a:pt x="92692" y="-946"/>
                  <a:pt x="179602" y="0"/>
                </a:cubicBezTo>
                <a:cubicBezTo>
                  <a:pt x="285239" y="12563"/>
                  <a:pt x="336246" y="85076"/>
                  <a:pt x="359204" y="179602"/>
                </a:cubicBezTo>
                <a:cubicBezTo>
                  <a:pt x="364387" y="278517"/>
                  <a:pt x="270681" y="368988"/>
                  <a:pt x="179602" y="359204"/>
                </a:cubicBezTo>
                <a:cubicBezTo>
                  <a:pt x="72919" y="362139"/>
                  <a:pt x="-22732" y="261799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-2233" y="74688"/>
                  <a:pt x="73213" y="775"/>
                  <a:pt x="179602" y="0"/>
                </a:cubicBezTo>
                <a:cubicBezTo>
                  <a:pt x="280980" y="16141"/>
                  <a:pt x="365078" y="66890"/>
                  <a:pt x="359204" y="179602"/>
                </a:cubicBezTo>
                <a:cubicBezTo>
                  <a:pt x="351533" y="253319"/>
                  <a:pt x="276588" y="368196"/>
                  <a:pt x="179602" y="359204"/>
                </a:cubicBezTo>
                <a:cubicBezTo>
                  <a:pt x="62486" y="375692"/>
                  <a:pt x="14624" y="275017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407970343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20</a:t>
            </a: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0EBC3D0D-8770-8D2C-BF79-78CEC561CB6A}"/>
              </a:ext>
            </a:extLst>
          </p:cNvPr>
          <p:cNvSpPr/>
          <p:nvPr/>
        </p:nvSpPr>
        <p:spPr>
          <a:xfrm>
            <a:off x="2422228" y="5805710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5786" y="78632"/>
                  <a:pt x="80262" y="22655"/>
                  <a:pt x="179602" y="0"/>
                </a:cubicBezTo>
                <a:cubicBezTo>
                  <a:pt x="280308" y="-1722"/>
                  <a:pt x="360112" y="82381"/>
                  <a:pt x="359204" y="179602"/>
                </a:cubicBezTo>
                <a:cubicBezTo>
                  <a:pt x="376448" y="298289"/>
                  <a:pt x="266473" y="381961"/>
                  <a:pt x="179602" y="359204"/>
                </a:cubicBezTo>
                <a:cubicBezTo>
                  <a:pt x="95390" y="354062"/>
                  <a:pt x="-6333" y="282327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2161" y="82361"/>
                  <a:pt x="86804" y="-25452"/>
                  <a:pt x="179602" y="0"/>
                </a:cubicBezTo>
                <a:cubicBezTo>
                  <a:pt x="268976" y="-9008"/>
                  <a:pt x="350033" y="85132"/>
                  <a:pt x="359204" y="179602"/>
                </a:cubicBezTo>
                <a:cubicBezTo>
                  <a:pt x="351359" y="283956"/>
                  <a:pt x="251495" y="355862"/>
                  <a:pt x="179602" y="359204"/>
                </a:cubicBezTo>
                <a:cubicBezTo>
                  <a:pt x="108157" y="359488"/>
                  <a:pt x="-19008" y="299668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697484136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45</a:t>
            </a: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47A01633-280B-DF09-B7DE-E26413F293D5}"/>
              </a:ext>
            </a:extLst>
          </p:cNvPr>
          <p:cNvCxnSpPr>
            <a:stCxn id="75" idx="3"/>
            <a:endCxn id="77" idx="0"/>
          </p:cNvCxnSpPr>
          <p:nvPr/>
        </p:nvCxnSpPr>
        <p:spPr>
          <a:xfrm flipH="1">
            <a:off x="1730521" y="5036447"/>
            <a:ext cx="146948" cy="205069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0D616762-B84F-CCF0-242B-D8AC65F2AFFD}"/>
              </a:ext>
            </a:extLst>
          </p:cNvPr>
          <p:cNvCxnSpPr>
            <a:stCxn id="75" idx="5"/>
            <a:endCxn id="76" idx="0"/>
          </p:cNvCxnSpPr>
          <p:nvPr/>
        </p:nvCxnSpPr>
        <p:spPr>
          <a:xfrm>
            <a:off x="2131464" y="5036447"/>
            <a:ext cx="174470" cy="201617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866F02F9-5729-CB8B-DAF6-5C49E52DD7B7}"/>
              </a:ext>
            </a:extLst>
          </p:cNvPr>
          <p:cNvCxnSpPr>
            <a:stCxn id="76" idx="3"/>
            <a:endCxn id="78" idx="0"/>
          </p:cNvCxnSpPr>
          <p:nvPr/>
        </p:nvCxnSpPr>
        <p:spPr>
          <a:xfrm flipH="1">
            <a:off x="2021461" y="5544663"/>
            <a:ext cx="157475" cy="261045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E05230C6-C90B-F001-CC8D-B57AA1E8DC4F}"/>
              </a:ext>
            </a:extLst>
          </p:cNvPr>
          <p:cNvCxnSpPr>
            <a:stCxn id="76" idx="5"/>
            <a:endCxn id="79" idx="0"/>
          </p:cNvCxnSpPr>
          <p:nvPr/>
        </p:nvCxnSpPr>
        <p:spPr>
          <a:xfrm>
            <a:off x="2432931" y="5544663"/>
            <a:ext cx="168899" cy="261047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5E7B1C9F-D3D6-B652-29B6-274C12B16457}"/>
              </a:ext>
            </a:extLst>
          </p:cNvPr>
          <p:cNvCxnSpPr>
            <a:stCxn id="78" idx="3"/>
            <a:endCxn id="26" idx="0"/>
          </p:cNvCxnSpPr>
          <p:nvPr/>
        </p:nvCxnSpPr>
        <p:spPr>
          <a:xfrm flipH="1">
            <a:off x="1743918" y="6112307"/>
            <a:ext cx="150545" cy="248123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14DA82E5-7B78-1113-905B-0BBB19DEA4F4}"/>
              </a:ext>
            </a:extLst>
          </p:cNvPr>
          <p:cNvCxnSpPr>
            <a:stCxn id="27" idx="3"/>
            <a:endCxn id="29" idx="0"/>
          </p:cNvCxnSpPr>
          <p:nvPr/>
        </p:nvCxnSpPr>
        <p:spPr>
          <a:xfrm flipH="1">
            <a:off x="4125986" y="5036155"/>
            <a:ext cx="141817" cy="201909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6BFC367F-AD23-CF5A-B23B-A3D8011158AE}"/>
              </a:ext>
            </a:extLst>
          </p:cNvPr>
          <p:cNvCxnSpPr>
            <a:stCxn id="27" idx="5"/>
            <a:endCxn id="28" idx="0"/>
          </p:cNvCxnSpPr>
          <p:nvPr/>
        </p:nvCxnSpPr>
        <p:spPr>
          <a:xfrm>
            <a:off x="4521798" y="5036155"/>
            <a:ext cx="167703" cy="199167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658B4E22-F6F2-402F-E9FC-6085B6E15939}"/>
              </a:ext>
            </a:extLst>
          </p:cNvPr>
          <p:cNvCxnSpPr>
            <a:stCxn id="28" idx="3"/>
            <a:endCxn id="30" idx="0"/>
          </p:cNvCxnSpPr>
          <p:nvPr/>
        </p:nvCxnSpPr>
        <p:spPr>
          <a:xfrm flipH="1">
            <a:off x="4386406" y="5541921"/>
            <a:ext cx="176097" cy="246227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AE705323-D95B-6AAC-29AC-A427181CA319}"/>
              </a:ext>
            </a:extLst>
          </p:cNvPr>
          <p:cNvCxnSpPr>
            <a:cxnSpLocks/>
            <a:stCxn id="28" idx="5"/>
            <a:endCxn id="31" idx="0"/>
          </p:cNvCxnSpPr>
          <p:nvPr/>
        </p:nvCxnSpPr>
        <p:spPr>
          <a:xfrm>
            <a:off x="4816498" y="5541921"/>
            <a:ext cx="179602" cy="246227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A11A7826-9B0A-CB10-D121-7140AF67079E}"/>
              </a:ext>
            </a:extLst>
          </p:cNvPr>
          <p:cNvCxnSpPr>
            <a:stCxn id="31" idx="5"/>
            <a:endCxn id="32" idx="0"/>
          </p:cNvCxnSpPr>
          <p:nvPr/>
        </p:nvCxnSpPr>
        <p:spPr>
          <a:xfrm>
            <a:off x="5123097" y="6094747"/>
            <a:ext cx="136554" cy="265683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E4002883-E8F9-FA49-F8BF-32CFDA3BCD7B}"/>
              </a:ext>
            </a:extLst>
          </p:cNvPr>
          <p:cNvCxnSpPr>
            <a:stCxn id="33" idx="3"/>
            <a:endCxn id="35" idx="0"/>
          </p:cNvCxnSpPr>
          <p:nvPr/>
        </p:nvCxnSpPr>
        <p:spPr>
          <a:xfrm flipH="1">
            <a:off x="6926448" y="5038977"/>
            <a:ext cx="232912" cy="172746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DE8F17C3-233B-704E-8C10-88132D3B9033}"/>
              </a:ext>
            </a:extLst>
          </p:cNvPr>
          <p:cNvCxnSpPr>
            <a:stCxn id="33" idx="5"/>
            <a:endCxn id="34" idx="0"/>
          </p:cNvCxnSpPr>
          <p:nvPr/>
        </p:nvCxnSpPr>
        <p:spPr>
          <a:xfrm>
            <a:off x="7413355" y="5038977"/>
            <a:ext cx="233721" cy="177469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BFB4C5C2-9A63-224F-4716-49D02E17333D}"/>
              </a:ext>
            </a:extLst>
          </p:cNvPr>
          <p:cNvCxnSpPr>
            <a:stCxn id="35" idx="3"/>
            <a:endCxn id="38" idx="0"/>
          </p:cNvCxnSpPr>
          <p:nvPr/>
        </p:nvCxnSpPr>
        <p:spPr>
          <a:xfrm flipH="1">
            <a:off x="6583048" y="5518322"/>
            <a:ext cx="216402" cy="211184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1F7FC22F-AFC8-1925-52B8-B8FC434F737F}"/>
              </a:ext>
            </a:extLst>
          </p:cNvPr>
          <p:cNvCxnSpPr>
            <a:stCxn id="35" idx="5"/>
            <a:endCxn id="36" idx="0"/>
          </p:cNvCxnSpPr>
          <p:nvPr/>
        </p:nvCxnSpPr>
        <p:spPr>
          <a:xfrm>
            <a:off x="7053445" y="5518322"/>
            <a:ext cx="210737" cy="211184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3A22F6F5-729C-CF1C-DAE9-121F46B805B6}"/>
              </a:ext>
            </a:extLst>
          </p:cNvPr>
          <p:cNvCxnSpPr>
            <a:stCxn id="34" idx="5"/>
            <a:endCxn id="37" idx="0"/>
          </p:cNvCxnSpPr>
          <p:nvPr/>
        </p:nvCxnSpPr>
        <p:spPr>
          <a:xfrm>
            <a:off x="7774073" y="5523045"/>
            <a:ext cx="229432" cy="206461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Rectangle: Rounded Corners 163">
            <a:extLst>
              <a:ext uri="{FF2B5EF4-FFF2-40B4-BE49-F238E27FC236}">
                <a16:creationId xmlns:a16="http://schemas.microsoft.com/office/drawing/2014/main" id="{9DEFCBF9-5157-DF2B-BC6B-46C854E4D46F}"/>
              </a:ext>
            </a:extLst>
          </p:cNvPr>
          <p:cNvSpPr/>
          <p:nvPr/>
        </p:nvSpPr>
        <p:spPr>
          <a:xfrm>
            <a:off x="1049867" y="2480727"/>
            <a:ext cx="3129282" cy="1641103"/>
          </a:xfrm>
          <a:custGeom>
            <a:avLst/>
            <a:gdLst>
              <a:gd name="csX0" fmla="*/ 0 w 3129282"/>
              <a:gd name="csY0" fmla="*/ 273523 h 1641103"/>
              <a:gd name="csX1" fmla="*/ 273523 w 3129282"/>
              <a:gd name="csY1" fmla="*/ 0 h 1641103"/>
              <a:gd name="csX2" fmla="*/ 789970 w 3129282"/>
              <a:gd name="csY2" fmla="*/ 0 h 1641103"/>
              <a:gd name="csX3" fmla="*/ 1358062 w 3129282"/>
              <a:gd name="csY3" fmla="*/ 0 h 1641103"/>
              <a:gd name="csX4" fmla="*/ 1874509 w 3129282"/>
              <a:gd name="csY4" fmla="*/ 0 h 1641103"/>
              <a:gd name="csX5" fmla="*/ 2390957 w 3129282"/>
              <a:gd name="csY5" fmla="*/ 0 h 1641103"/>
              <a:gd name="csX6" fmla="*/ 2855759 w 3129282"/>
              <a:gd name="csY6" fmla="*/ 0 h 1641103"/>
              <a:gd name="csX7" fmla="*/ 3129282 w 3129282"/>
              <a:gd name="csY7" fmla="*/ 273523 h 1641103"/>
              <a:gd name="csX8" fmla="*/ 3129282 w 3129282"/>
              <a:gd name="csY8" fmla="*/ 787730 h 1641103"/>
              <a:gd name="csX9" fmla="*/ 3129282 w 3129282"/>
              <a:gd name="csY9" fmla="*/ 1367580 h 1641103"/>
              <a:gd name="csX10" fmla="*/ 2855759 w 3129282"/>
              <a:gd name="csY10" fmla="*/ 1641103 h 1641103"/>
              <a:gd name="csX11" fmla="*/ 2339312 w 3129282"/>
              <a:gd name="csY11" fmla="*/ 1641103 h 1641103"/>
              <a:gd name="csX12" fmla="*/ 1874509 w 3129282"/>
              <a:gd name="csY12" fmla="*/ 1641103 h 1641103"/>
              <a:gd name="csX13" fmla="*/ 1306417 w 3129282"/>
              <a:gd name="csY13" fmla="*/ 1641103 h 1641103"/>
              <a:gd name="csX14" fmla="*/ 764148 w 3129282"/>
              <a:gd name="csY14" fmla="*/ 1641103 h 1641103"/>
              <a:gd name="csX15" fmla="*/ 273523 w 3129282"/>
              <a:gd name="csY15" fmla="*/ 1641103 h 1641103"/>
              <a:gd name="csX16" fmla="*/ 0 w 3129282"/>
              <a:gd name="csY16" fmla="*/ 1367580 h 1641103"/>
              <a:gd name="csX17" fmla="*/ 0 w 3129282"/>
              <a:gd name="csY17" fmla="*/ 842433 h 1641103"/>
              <a:gd name="csX18" fmla="*/ 0 w 3129282"/>
              <a:gd name="csY18" fmla="*/ 273523 h 16411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3129282" h="1641103" extrusionOk="0">
                <a:moveTo>
                  <a:pt x="0" y="273523"/>
                </a:moveTo>
                <a:cubicBezTo>
                  <a:pt x="-35272" y="125475"/>
                  <a:pt x="107296" y="10777"/>
                  <a:pt x="273523" y="0"/>
                </a:cubicBezTo>
                <a:cubicBezTo>
                  <a:pt x="523391" y="-21175"/>
                  <a:pt x="590793" y="56067"/>
                  <a:pt x="789970" y="0"/>
                </a:cubicBezTo>
                <a:cubicBezTo>
                  <a:pt x="989147" y="-56067"/>
                  <a:pt x="1125702" y="24292"/>
                  <a:pt x="1358062" y="0"/>
                </a:cubicBezTo>
                <a:cubicBezTo>
                  <a:pt x="1590422" y="-24292"/>
                  <a:pt x="1763480" y="55156"/>
                  <a:pt x="1874509" y="0"/>
                </a:cubicBezTo>
                <a:cubicBezTo>
                  <a:pt x="1985538" y="-55156"/>
                  <a:pt x="2251999" y="22690"/>
                  <a:pt x="2390957" y="0"/>
                </a:cubicBezTo>
                <a:cubicBezTo>
                  <a:pt x="2529915" y="-22690"/>
                  <a:pt x="2701238" y="33623"/>
                  <a:pt x="2855759" y="0"/>
                </a:cubicBezTo>
                <a:cubicBezTo>
                  <a:pt x="3025396" y="-27235"/>
                  <a:pt x="3093874" y="115803"/>
                  <a:pt x="3129282" y="273523"/>
                </a:cubicBezTo>
                <a:cubicBezTo>
                  <a:pt x="3142020" y="402435"/>
                  <a:pt x="3125868" y="546705"/>
                  <a:pt x="3129282" y="787730"/>
                </a:cubicBezTo>
                <a:cubicBezTo>
                  <a:pt x="3132696" y="1028755"/>
                  <a:pt x="3129205" y="1239003"/>
                  <a:pt x="3129282" y="1367580"/>
                </a:cubicBezTo>
                <a:cubicBezTo>
                  <a:pt x="3119023" y="1531833"/>
                  <a:pt x="2979568" y="1659454"/>
                  <a:pt x="2855759" y="1641103"/>
                </a:cubicBezTo>
                <a:cubicBezTo>
                  <a:pt x="2700385" y="1652182"/>
                  <a:pt x="2532316" y="1635683"/>
                  <a:pt x="2339312" y="1641103"/>
                </a:cubicBezTo>
                <a:cubicBezTo>
                  <a:pt x="2146308" y="1646523"/>
                  <a:pt x="2018087" y="1593149"/>
                  <a:pt x="1874509" y="1641103"/>
                </a:cubicBezTo>
                <a:cubicBezTo>
                  <a:pt x="1730931" y="1689057"/>
                  <a:pt x="1420344" y="1587724"/>
                  <a:pt x="1306417" y="1641103"/>
                </a:cubicBezTo>
                <a:cubicBezTo>
                  <a:pt x="1192490" y="1694482"/>
                  <a:pt x="935971" y="1603071"/>
                  <a:pt x="764148" y="1641103"/>
                </a:cubicBezTo>
                <a:cubicBezTo>
                  <a:pt x="592325" y="1679135"/>
                  <a:pt x="433996" y="1603383"/>
                  <a:pt x="273523" y="1641103"/>
                </a:cubicBezTo>
                <a:cubicBezTo>
                  <a:pt x="100987" y="1638712"/>
                  <a:pt x="16005" y="1550686"/>
                  <a:pt x="0" y="1367580"/>
                </a:cubicBezTo>
                <a:cubicBezTo>
                  <a:pt x="-28895" y="1152989"/>
                  <a:pt x="53490" y="979235"/>
                  <a:pt x="0" y="842433"/>
                </a:cubicBezTo>
                <a:cubicBezTo>
                  <a:pt x="-53490" y="705631"/>
                  <a:pt x="19163" y="484458"/>
                  <a:pt x="0" y="273523"/>
                </a:cubicBezTo>
                <a:close/>
              </a:path>
            </a:pathLst>
          </a:custGeom>
          <a:noFill/>
          <a:ln>
            <a:prstDash val="sysDash"/>
            <a:extLst>
              <a:ext uri="{C807C97D-BFC1-408E-A445-0C87EB9F89A2}">
                <ask:lineSketchStyleProps xmlns:ask="http://schemas.microsoft.com/office/drawing/2018/sketchyshapes" sd="2750918369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5" name="Rectangle: Rounded Corners 164">
            <a:extLst>
              <a:ext uri="{FF2B5EF4-FFF2-40B4-BE49-F238E27FC236}">
                <a16:creationId xmlns:a16="http://schemas.microsoft.com/office/drawing/2014/main" id="{6FD25B4E-7404-74BC-AA7D-1F03CD729E9C}"/>
              </a:ext>
            </a:extLst>
          </p:cNvPr>
          <p:cNvSpPr/>
          <p:nvPr/>
        </p:nvSpPr>
        <p:spPr>
          <a:xfrm>
            <a:off x="4697394" y="2508476"/>
            <a:ext cx="3913205" cy="2090516"/>
          </a:xfrm>
          <a:custGeom>
            <a:avLst/>
            <a:gdLst>
              <a:gd name="csX0" fmla="*/ 0 w 3913205"/>
              <a:gd name="csY0" fmla="*/ 348426 h 2090516"/>
              <a:gd name="csX1" fmla="*/ 348426 w 3913205"/>
              <a:gd name="csY1" fmla="*/ 0 h 2090516"/>
              <a:gd name="csX2" fmla="*/ 884485 w 3913205"/>
              <a:gd name="csY2" fmla="*/ 0 h 2090516"/>
              <a:gd name="csX3" fmla="*/ 1484871 w 3913205"/>
              <a:gd name="csY3" fmla="*/ 0 h 2090516"/>
              <a:gd name="csX4" fmla="*/ 2020930 w 3913205"/>
              <a:gd name="csY4" fmla="*/ 0 h 2090516"/>
              <a:gd name="csX5" fmla="*/ 2556988 w 3913205"/>
              <a:gd name="csY5" fmla="*/ 0 h 2090516"/>
              <a:gd name="csX6" fmla="*/ 3093047 w 3913205"/>
              <a:gd name="csY6" fmla="*/ 0 h 2090516"/>
              <a:gd name="csX7" fmla="*/ 3564779 w 3913205"/>
              <a:gd name="csY7" fmla="*/ 0 h 2090516"/>
              <a:gd name="csX8" fmla="*/ 3913205 w 3913205"/>
              <a:gd name="csY8" fmla="*/ 348426 h 2090516"/>
              <a:gd name="csX9" fmla="*/ 3913205 w 3913205"/>
              <a:gd name="csY9" fmla="*/ 840854 h 2090516"/>
              <a:gd name="csX10" fmla="*/ 3913205 w 3913205"/>
              <a:gd name="csY10" fmla="*/ 1263599 h 2090516"/>
              <a:gd name="csX11" fmla="*/ 3913205 w 3913205"/>
              <a:gd name="csY11" fmla="*/ 1742090 h 2090516"/>
              <a:gd name="csX12" fmla="*/ 3564779 w 3913205"/>
              <a:gd name="csY12" fmla="*/ 2090516 h 2090516"/>
              <a:gd name="csX13" fmla="*/ 3125211 w 3913205"/>
              <a:gd name="csY13" fmla="*/ 2090516 h 2090516"/>
              <a:gd name="csX14" fmla="*/ 2556988 w 3913205"/>
              <a:gd name="csY14" fmla="*/ 2090516 h 2090516"/>
              <a:gd name="csX15" fmla="*/ 1956603 w 3913205"/>
              <a:gd name="csY15" fmla="*/ 2090516 h 2090516"/>
              <a:gd name="csX16" fmla="*/ 1420544 w 3913205"/>
              <a:gd name="csY16" fmla="*/ 2090516 h 2090516"/>
              <a:gd name="csX17" fmla="*/ 916648 w 3913205"/>
              <a:gd name="csY17" fmla="*/ 2090516 h 2090516"/>
              <a:gd name="csX18" fmla="*/ 348426 w 3913205"/>
              <a:gd name="csY18" fmla="*/ 2090516 h 2090516"/>
              <a:gd name="csX19" fmla="*/ 0 w 3913205"/>
              <a:gd name="csY19" fmla="*/ 1742090 h 2090516"/>
              <a:gd name="csX20" fmla="*/ 0 w 3913205"/>
              <a:gd name="csY20" fmla="*/ 1277535 h 2090516"/>
              <a:gd name="csX21" fmla="*/ 0 w 3913205"/>
              <a:gd name="csY21" fmla="*/ 799044 h 2090516"/>
              <a:gd name="csX22" fmla="*/ 0 w 3913205"/>
              <a:gd name="csY22" fmla="*/ 348426 h 20905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3913205" h="2090516" extrusionOk="0">
                <a:moveTo>
                  <a:pt x="0" y="348426"/>
                </a:moveTo>
                <a:cubicBezTo>
                  <a:pt x="-34402" y="158936"/>
                  <a:pt x="111965" y="31292"/>
                  <a:pt x="348426" y="0"/>
                </a:cubicBezTo>
                <a:cubicBezTo>
                  <a:pt x="527955" y="-4171"/>
                  <a:pt x="763811" y="12502"/>
                  <a:pt x="884485" y="0"/>
                </a:cubicBezTo>
                <a:cubicBezTo>
                  <a:pt x="1005159" y="-12502"/>
                  <a:pt x="1295810" y="359"/>
                  <a:pt x="1484871" y="0"/>
                </a:cubicBezTo>
                <a:cubicBezTo>
                  <a:pt x="1673932" y="-359"/>
                  <a:pt x="1770791" y="30718"/>
                  <a:pt x="2020930" y="0"/>
                </a:cubicBezTo>
                <a:cubicBezTo>
                  <a:pt x="2271069" y="-30718"/>
                  <a:pt x="2404103" y="9837"/>
                  <a:pt x="2556988" y="0"/>
                </a:cubicBezTo>
                <a:cubicBezTo>
                  <a:pt x="2709873" y="-9837"/>
                  <a:pt x="2871576" y="34022"/>
                  <a:pt x="3093047" y="0"/>
                </a:cubicBezTo>
                <a:cubicBezTo>
                  <a:pt x="3314518" y="-34022"/>
                  <a:pt x="3414613" y="31548"/>
                  <a:pt x="3564779" y="0"/>
                </a:cubicBezTo>
                <a:cubicBezTo>
                  <a:pt x="3772043" y="-9578"/>
                  <a:pt x="3902221" y="162884"/>
                  <a:pt x="3913205" y="348426"/>
                </a:cubicBezTo>
                <a:cubicBezTo>
                  <a:pt x="3941694" y="563036"/>
                  <a:pt x="3860269" y="666914"/>
                  <a:pt x="3913205" y="840854"/>
                </a:cubicBezTo>
                <a:cubicBezTo>
                  <a:pt x="3966141" y="1014794"/>
                  <a:pt x="3900257" y="1176266"/>
                  <a:pt x="3913205" y="1263599"/>
                </a:cubicBezTo>
                <a:cubicBezTo>
                  <a:pt x="3926153" y="1350933"/>
                  <a:pt x="3877431" y="1627082"/>
                  <a:pt x="3913205" y="1742090"/>
                </a:cubicBezTo>
                <a:cubicBezTo>
                  <a:pt x="3951467" y="1898040"/>
                  <a:pt x="3756737" y="2112721"/>
                  <a:pt x="3564779" y="2090516"/>
                </a:cubicBezTo>
                <a:cubicBezTo>
                  <a:pt x="3397130" y="2118365"/>
                  <a:pt x="3260972" y="2082807"/>
                  <a:pt x="3125211" y="2090516"/>
                </a:cubicBezTo>
                <a:cubicBezTo>
                  <a:pt x="2989450" y="2098225"/>
                  <a:pt x="2766484" y="2064892"/>
                  <a:pt x="2556988" y="2090516"/>
                </a:cubicBezTo>
                <a:cubicBezTo>
                  <a:pt x="2347492" y="2116140"/>
                  <a:pt x="2241678" y="2023470"/>
                  <a:pt x="1956603" y="2090516"/>
                </a:cubicBezTo>
                <a:cubicBezTo>
                  <a:pt x="1671529" y="2157562"/>
                  <a:pt x="1674667" y="2061413"/>
                  <a:pt x="1420544" y="2090516"/>
                </a:cubicBezTo>
                <a:cubicBezTo>
                  <a:pt x="1166421" y="2119619"/>
                  <a:pt x="1099556" y="2085542"/>
                  <a:pt x="916648" y="2090516"/>
                </a:cubicBezTo>
                <a:cubicBezTo>
                  <a:pt x="733740" y="2095490"/>
                  <a:pt x="494460" y="2025110"/>
                  <a:pt x="348426" y="2090516"/>
                </a:cubicBezTo>
                <a:cubicBezTo>
                  <a:pt x="155806" y="2113204"/>
                  <a:pt x="-31260" y="1948950"/>
                  <a:pt x="0" y="1742090"/>
                </a:cubicBezTo>
                <a:cubicBezTo>
                  <a:pt x="-16065" y="1615250"/>
                  <a:pt x="5955" y="1377084"/>
                  <a:pt x="0" y="1277535"/>
                </a:cubicBezTo>
                <a:cubicBezTo>
                  <a:pt x="-5955" y="1177986"/>
                  <a:pt x="22942" y="927693"/>
                  <a:pt x="0" y="799044"/>
                </a:cubicBezTo>
                <a:cubicBezTo>
                  <a:pt x="-22942" y="670395"/>
                  <a:pt x="30668" y="521297"/>
                  <a:pt x="0" y="348426"/>
                </a:cubicBezTo>
                <a:close/>
              </a:path>
            </a:pathLst>
          </a:custGeom>
          <a:noFill/>
          <a:ln>
            <a:prstDash val="sysDash"/>
            <a:extLst>
              <a:ext uri="{C807C97D-BFC1-408E-A445-0C87EB9F89A2}">
                <ask:lineSketchStyleProps xmlns:ask="http://schemas.microsoft.com/office/drawing/2018/sketchyshapes" sd="2750918369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6" name="Rectangle: Rounded Corners 165">
            <a:extLst>
              <a:ext uri="{FF2B5EF4-FFF2-40B4-BE49-F238E27FC236}">
                <a16:creationId xmlns:a16="http://schemas.microsoft.com/office/drawing/2014/main" id="{E2C2842F-F07A-1165-6A9B-C3B2957F2FD7}"/>
              </a:ext>
            </a:extLst>
          </p:cNvPr>
          <p:cNvSpPr/>
          <p:nvPr/>
        </p:nvSpPr>
        <p:spPr>
          <a:xfrm>
            <a:off x="1501963" y="4684248"/>
            <a:ext cx="6854637" cy="2090516"/>
          </a:xfrm>
          <a:custGeom>
            <a:avLst/>
            <a:gdLst>
              <a:gd name="csX0" fmla="*/ 0 w 6854637"/>
              <a:gd name="csY0" fmla="*/ 348426 h 2090516"/>
              <a:gd name="csX1" fmla="*/ 348426 w 6854637"/>
              <a:gd name="csY1" fmla="*/ 0 h 2090516"/>
              <a:gd name="csX2" fmla="*/ 908225 w 6854637"/>
              <a:gd name="csY2" fmla="*/ 0 h 2090516"/>
              <a:gd name="csX3" fmla="*/ 1591179 w 6854637"/>
              <a:gd name="csY3" fmla="*/ 0 h 2090516"/>
              <a:gd name="csX4" fmla="*/ 2150978 w 6854637"/>
              <a:gd name="csY4" fmla="*/ 0 h 2090516"/>
              <a:gd name="csX5" fmla="*/ 2710776 w 6854637"/>
              <a:gd name="csY5" fmla="*/ 0 h 2090516"/>
              <a:gd name="csX6" fmla="*/ 3270575 w 6854637"/>
              <a:gd name="csY6" fmla="*/ 0 h 2090516"/>
              <a:gd name="csX7" fmla="*/ 3645640 w 6854637"/>
              <a:gd name="csY7" fmla="*/ 0 h 2090516"/>
              <a:gd name="csX8" fmla="*/ 4267016 w 6854637"/>
              <a:gd name="csY8" fmla="*/ 0 h 2090516"/>
              <a:gd name="csX9" fmla="*/ 4949971 w 6854637"/>
              <a:gd name="csY9" fmla="*/ 0 h 2090516"/>
              <a:gd name="csX10" fmla="*/ 5325036 w 6854637"/>
              <a:gd name="csY10" fmla="*/ 0 h 2090516"/>
              <a:gd name="csX11" fmla="*/ 5700101 w 6854637"/>
              <a:gd name="csY11" fmla="*/ 0 h 2090516"/>
              <a:gd name="csX12" fmla="*/ 6506211 w 6854637"/>
              <a:gd name="csY12" fmla="*/ 0 h 2090516"/>
              <a:gd name="csX13" fmla="*/ 6854637 w 6854637"/>
              <a:gd name="csY13" fmla="*/ 348426 h 2090516"/>
              <a:gd name="csX14" fmla="*/ 6854637 w 6854637"/>
              <a:gd name="csY14" fmla="*/ 771171 h 2090516"/>
              <a:gd name="csX15" fmla="*/ 6854637 w 6854637"/>
              <a:gd name="csY15" fmla="*/ 1249662 h 2090516"/>
              <a:gd name="csX16" fmla="*/ 6854637 w 6854637"/>
              <a:gd name="csY16" fmla="*/ 1742090 h 2090516"/>
              <a:gd name="csX17" fmla="*/ 6506211 w 6854637"/>
              <a:gd name="csY17" fmla="*/ 2090516 h 2090516"/>
              <a:gd name="csX18" fmla="*/ 6069568 w 6854637"/>
              <a:gd name="csY18" fmla="*/ 2090516 h 2090516"/>
              <a:gd name="csX19" fmla="*/ 5694503 w 6854637"/>
              <a:gd name="csY19" fmla="*/ 2090516 h 2090516"/>
              <a:gd name="csX20" fmla="*/ 5196282 w 6854637"/>
              <a:gd name="csY20" fmla="*/ 2090516 h 2090516"/>
              <a:gd name="csX21" fmla="*/ 4574906 w 6854637"/>
              <a:gd name="csY21" fmla="*/ 2090516 h 2090516"/>
              <a:gd name="csX22" fmla="*/ 3953529 w 6854637"/>
              <a:gd name="csY22" fmla="*/ 2090516 h 2090516"/>
              <a:gd name="csX23" fmla="*/ 3516886 w 6854637"/>
              <a:gd name="csY23" fmla="*/ 2090516 h 2090516"/>
              <a:gd name="csX24" fmla="*/ 2957088 w 6854637"/>
              <a:gd name="csY24" fmla="*/ 2090516 h 2090516"/>
              <a:gd name="csX25" fmla="*/ 2458867 w 6854637"/>
              <a:gd name="csY25" fmla="*/ 2090516 h 2090516"/>
              <a:gd name="csX26" fmla="*/ 2083802 w 6854637"/>
              <a:gd name="csY26" fmla="*/ 2090516 h 2090516"/>
              <a:gd name="csX27" fmla="*/ 1400847 w 6854637"/>
              <a:gd name="csY27" fmla="*/ 2090516 h 2090516"/>
              <a:gd name="csX28" fmla="*/ 902627 w 6854637"/>
              <a:gd name="csY28" fmla="*/ 2090516 h 2090516"/>
              <a:gd name="csX29" fmla="*/ 348426 w 6854637"/>
              <a:gd name="csY29" fmla="*/ 2090516 h 2090516"/>
              <a:gd name="csX30" fmla="*/ 0 w 6854637"/>
              <a:gd name="csY30" fmla="*/ 1742090 h 2090516"/>
              <a:gd name="csX31" fmla="*/ 0 w 6854637"/>
              <a:gd name="csY31" fmla="*/ 1249662 h 2090516"/>
              <a:gd name="csX32" fmla="*/ 0 w 6854637"/>
              <a:gd name="csY32" fmla="*/ 799044 h 2090516"/>
              <a:gd name="csX33" fmla="*/ 0 w 6854637"/>
              <a:gd name="csY33" fmla="*/ 348426 h 20905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</a:cxnLst>
            <a:rect l="l" t="t" r="r" b="b"/>
            <a:pathLst>
              <a:path w="6854637" h="2090516" extrusionOk="0">
                <a:moveTo>
                  <a:pt x="0" y="348426"/>
                </a:moveTo>
                <a:cubicBezTo>
                  <a:pt x="-34402" y="158936"/>
                  <a:pt x="111965" y="31292"/>
                  <a:pt x="348426" y="0"/>
                </a:cubicBezTo>
                <a:cubicBezTo>
                  <a:pt x="596844" y="-66506"/>
                  <a:pt x="653555" y="7171"/>
                  <a:pt x="908225" y="0"/>
                </a:cubicBezTo>
                <a:cubicBezTo>
                  <a:pt x="1162895" y="-7171"/>
                  <a:pt x="1374409" y="5813"/>
                  <a:pt x="1591179" y="0"/>
                </a:cubicBezTo>
                <a:cubicBezTo>
                  <a:pt x="1807949" y="-5813"/>
                  <a:pt x="1978698" y="3475"/>
                  <a:pt x="2150978" y="0"/>
                </a:cubicBezTo>
                <a:cubicBezTo>
                  <a:pt x="2323258" y="-3475"/>
                  <a:pt x="2452505" y="53734"/>
                  <a:pt x="2710776" y="0"/>
                </a:cubicBezTo>
                <a:cubicBezTo>
                  <a:pt x="2969047" y="-53734"/>
                  <a:pt x="3134099" y="21012"/>
                  <a:pt x="3270575" y="0"/>
                </a:cubicBezTo>
                <a:cubicBezTo>
                  <a:pt x="3407051" y="-21012"/>
                  <a:pt x="3555715" y="32861"/>
                  <a:pt x="3645640" y="0"/>
                </a:cubicBezTo>
                <a:cubicBezTo>
                  <a:pt x="3735565" y="-32861"/>
                  <a:pt x="4048792" y="37354"/>
                  <a:pt x="4267016" y="0"/>
                </a:cubicBezTo>
                <a:cubicBezTo>
                  <a:pt x="4485240" y="-37354"/>
                  <a:pt x="4712116" y="9928"/>
                  <a:pt x="4949971" y="0"/>
                </a:cubicBezTo>
                <a:cubicBezTo>
                  <a:pt x="5187827" y="-9928"/>
                  <a:pt x="5240448" y="39000"/>
                  <a:pt x="5325036" y="0"/>
                </a:cubicBezTo>
                <a:cubicBezTo>
                  <a:pt x="5409625" y="-39000"/>
                  <a:pt x="5620302" y="35766"/>
                  <a:pt x="5700101" y="0"/>
                </a:cubicBezTo>
                <a:cubicBezTo>
                  <a:pt x="5779901" y="-35766"/>
                  <a:pt x="6141401" y="60627"/>
                  <a:pt x="6506211" y="0"/>
                </a:cubicBezTo>
                <a:cubicBezTo>
                  <a:pt x="6736903" y="-36480"/>
                  <a:pt x="6854165" y="178201"/>
                  <a:pt x="6854637" y="348426"/>
                </a:cubicBezTo>
                <a:cubicBezTo>
                  <a:pt x="6882843" y="480033"/>
                  <a:pt x="6833770" y="675983"/>
                  <a:pt x="6854637" y="771171"/>
                </a:cubicBezTo>
                <a:cubicBezTo>
                  <a:pt x="6875504" y="866360"/>
                  <a:pt x="6849343" y="1011382"/>
                  <a:pt x="6854637" y="1249662"/>
                </a:cubicBezTo>
                <a:cubicBezTo>
                  <a:pt x="6859931" y="1487942"/>
                  <a:pt x="6836456" y="1512468"/>
                  <a:pt x="6854637" y="1742090"/>
                </a:cubicBezTo>
                <a:cubicBezTo>
                  <a:pt x="6818144" y="1930456"/>
                  <a:pt x="6711977" y="2117214"/>
                  <a:pt x="6506211" y="2090516"/>
                </a:cubicBezTo>
                <a:cubicBezTo>
                  <a:pt x="6349623" y="2109358"/>
                  <a:pt x="6244146" y="2080062"/>
                  <a:pt x="6069568" y="2090516"/>
                </a:cubicBezTo>
                <a:cubicBezTo>
                  <a:pt x="5894990" y="2100970"/>
                  <a:pt x="5849615" y="2082716"/>
                  <a:pt x="5694503" y="2090516"/>
                </a:cubicBezTo>
                <a:cubicBezTo>
                  <a:pt x="5539392" y="2098316"/>
                  <a:pt x="5362660" y="2087136"/>
                  <a:pt x="5196282" y="2090516"/>
                </a:cubicBezTo>
                <a:cubicBezTo>
                  <a:pt x="5029904" y="2093896"/>
                  <a:pt x="4745415" y="2069292"/>
                  <a:pt x="4574906" y="2090516"/>
                </a:cubicBezTo>
                <a:cubicBezTo>
                  <a:pt x="4404397" y="2111740"/>
                  <a:pt x="4215465" y="2018664"/>
                  <a:pt x="3953529" y="2090516"/>
                </a:cubicBezTo>
                <a:cubicBezTo>
                  <a:pt x="3691593" y="2162368"/>
                  <a:pt x="3729200" y="2053702"/>
                  <a:pt x="3516886" y="2090516"/>
                </a:cubicBezTo>
                <a:cubicBezTo>
                  <a:pt x="3304572" y="2127330"/>
                  <a:pt x="3107150" y="2046455"/>
                  <a:pt x="2957088" y="2090516"/>
                </a:cubicBezTo>
                <a:cubicBezTo>
                  <a:pt x="2807026" y="2134577"/>
                  <a:pt x="2643157" y="2058988"/>
                  <a:pt x="2458867" y="2090516"/>
                </a:cubicBezTo>
                <a:cubicBezTo>
                  <a:pt x="2274577" y="2122044"/>
                  <a:pt x="2266636" y="2086048"/>
                  <a:pt x="2083802" y="2090516"/>
                </a:cubicBezTo>
                <a:cubicBezTo>
                  <a:pt x="1900968" y="2094984"/>
                  <a:pt x="1706185" y="2071571"/>
                  <a:pt x="1400847" y="2090516"/>
                </a:cubicBezTo>
                <a:cubicBezTo>
                  <a:pt x="1095509" y="2109461"/>
                  <a:pt x="1085278" y="2041131"/>
                  <a:pt x="902627" y="2090516"/>
                </a:cubicBezTo>
                <a:cubicBezTo>
                  <a:pt x="719976" y="2139901"/>
                  <a:pt x="606524" y="2087249"/>
                  <a:pt x="348426" y="2090516"/>
                </a:cubicBezTo>
                <a:cubicBezTo>
                  <a:pt x="161325" y="2143256"/>
                  <a:pt x="-57344" y="1934481"/>
                  <a:pt x="0" y="1742090"/>
                </a:cubicBezTo>
                <a:cubicBezTo>
                  <a:pt x="-2565" y="1511337"/>
                  <a:pt x="25751" y="1422691"/>
                  <a:pt x="0" y="1249662"/>
                </a:cubicBezTo>
                <a:cubicBezTo>
                  <a:pt x="-25751" y="1076633"/>
                  <a:pt x="29430" y="920804"/>
                  <a:pt x="0" y="799044"/>
                </a:cubicBezTo>
                <a:cubicBezTo>
                  <a:pt x="-29430" y="677284"/>
                  <a:pt x="9443" y="522362"/>
                  <a:pt x="0" y="348426"/>
                </a:cubicBezTo>
                <a:close/>
              </a:path>
            </a:pathLst>
          </a:custGeom>
          <a:noFill/>
          <a:ln>
            <a:prstDash val="sysDash"/>
            <a:extLst>
              <a:ext uri="{C807C97D-BFC1-408E-A445-0C87EB9F89A2}">
                <ask:lineSketchStyleProps xmlns:ask="http://schemas.microsoft.com/office/drawing/2018/sketchyshapes" sd="2750918369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2574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75" grpId="0" animBg="1"/>
      <p:bldP spid="76" grpId="0" animBg="1"/>
      <p:bldP spid="77" grpId="0" animBg="1"/>
      <p:bldP spid="78" grpId="0" animBg="1"/>
      <p:bldP spid="79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9A576-3544-42DA-4B08-915DF7E4A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AVL tree insertion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586377-6FA7-7AD0-C90E-BD80DE4995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3373"/>
            <a:ext cx="10515600" cy="460375"/>
          </a:xfrm>
        </p:spPr>
        <p:txBody>
          <a:bodyPr>
            <a:normAutofit lnSpcReduction="10000"/>
          </a:bodyPr>
          <a:lstStyle/>
          <a:p>
            <a:r>
              <a:rPr lang="en-IN" dirty="0"/>
              <a:t>20 17 15 25 45 18 34 10 5 16 19</a:t>
            </a:r>
          </a:p>
          <a:p>
            <a:endParaRPr lang="en-IN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EBAE6E6-0ECE-386B-519A-01BBDFA033FF}"/>
              </a:ext>
            </a:extLst>
          </p:cNvPr>
          <p:cNvSpPr/>
          <p:nvPr/>
        </p:nvSpPr>
        <p:spPr>
          <a:xfrm>
            <a:off x="1975956" y="1981199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4909" y="85822"/>
                  <a:pt x="68393" y="-6976"/>
                  <a:pt x="179602" y="0"/>
                </a:cubicBezTo>
                <a:cubicBezTo>
                  <a:pt x="293785" y="19923"/>
                  <a:pt x="340592" y="61855"/>
                  <a:pt x="359204" y="179602"/>
                </a:cubicBezTo>
                <a:cubicBezTo>
                  <a:pt x="346888" y="276723"/>
                  <a:pt x="267136" y="350310"/>
                  <a:pt x="179602" y="359204"/>
                </a:cubicBezTo>
                <a:cubicBezTo>
                  <a:pt x="79172" y="357472"/>
                  <a:pt x="18475" y="291672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-327" y="66079"/>
                  <a:pt x="65579" y="-17039"/>
                  <a:pt x="179602" y="0"/>
                </a:cubicBezTo>
                <a:cubicBezTo>
                  <a:pt x="260061" y="-7740"/>
                  <a:pt x="378495" y="68140"/>
                  <a:pt x="359204" y="179602"/>
                </a:cubicBezTo>
                <a:cubicBezTo>
                  <a:pt x="370585" y="282816"/>
                  <a:pt x="288413" y="349336"/>
                  <a:pt x="179602" y="359204"/>
                </a:cubicBezTo>
                <a:cubicBezTo>
                  <a:pt x="90690" y="345312"/>
                  <a:pt x="-5055" y="28225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1826687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20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5DEF164-F39E-2438-4957-119B96F5B0D9}"/>
              </a:ext>
            </a:extLst>
          </p:cNvPr>
          <p:cNvSpPr/>
          <p:nvPr/>
        </p:nvSpPr>
        <p:spPr>
          <a:xfrm>
            <a:off x="2573743" y="2541470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5012" y="80546"/>
                  <a:pt x="86621" y="11614"/>
                  <a:pt x="179602" y="0"/>
                </a:cubicBezTo>
                <a:cubicBezTo>
                  <a:pt x="295766" y="5959"/>
                  <a:pt x="357777" y="62972"/>
                  <a:pt x="359204" y="179602"/>
                </a:cubicBezTo>
                <a:cubicBezTo>
                  <a:pt x="343551" y="274045"/>
                  <a:pt x="281616" y="357649"/>
                  <a:pt x="179602" y="359204"/>
                </a:cubicBezTo>
                <a:cubicBezTo>
                  <a:pt x="81239" y="348446"/>
                  <a:pt x="3326" y="26857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18627" y="80812"/>
                  <a:pt x="81643" y="3173"/>
                  <a:pt x="179602" y="0"/>
                </a:cubicBezTo>
                <a:cubicBezTo>
                  <a:pt x="302623" y="-5794"/>
                  <a:pt x="361453" y="108453"/>
                  <a:pt x="359204" y="179602"/>
                </a:cubicBezTo>
                <a:cubicBezTo>
                  <a:pt x="356477" y="281919"/>
                  <a:pt x="296274" y="381160"/>
                  <a:pt x="179602" y="359204"/>
                </a:cubicBezTo>
                <a:cubicBezTo>
                  <a:pt x="68881" y="354586"/>
                  <a:pt x="141" y="257004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418223382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25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4463DC3-5839-F917-41E0-301F2D839F77}"/>
              </a:ext>
            </a:extLst>
          </p:cNvPr>
          <p:cNvSpPr/>
          <p:nvPr/>
        </p:nvSpPr>
        <p:spPr>
          <a:xfrm>
            <a:off x="1446713" y="2536747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23052" y="83573"/>
                  <a:pt x="90411" y="-7527"/>
                  <a:pt x="179602" y="0"/>
                </a:cubicBezTo>
                <a:cubicBezTo>
                  <a:pt x="273902" y="7478"/>
                  <a:pt x="351301" y="85955"/>
                  <a:pt x="359204" y="179602"/>
                </a:cubicBezTo>
                <a:cubicBezTo>
                  <a:pt x="385165" y="273756"/>
                  <a:pt x="276800" y="362894"/>
                  <a:pt x="179602" y="359204"/>
                </a:cubicBezTo>
                <a:cubicBezTo>
                  <a:pt x="98103" y="352793"/>
                  <a:pt x="4203" y="258930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-20053" y="77571"/>
                  <a:pt x="91917" y="-24037"/>
                  <a:pt x="179602" y="0"/>
                </a:cubicBezTo>
                <a:cubicBezTo>
                  <a:pt x="305837" y="9246"/>
                  <a:pt x="336269" y="91317"/>
                  <a:pt x="359204" y="179602"/>
                </a:cubicBezTo>
                <a:cubicBezTo>
                  <a:pt x="368778" y="276336"/>
                  <a:pt x="281488" y="358745"/>
                  <a:pt x="179602" y="359204"/>
                </a:cubicBezTo>
                <a:cubicBezTo>
                  <a:pt x="77429" y="341251"/>
                  <a:pt x="850" y="273540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422796228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17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045D798-050E-FDE7-B390-8CAA4CD79C4A}"/>
              </a:ext>
            </a:extLst>
          </p:cNvPr>
          <p:cNvSpPr/>
          <p:nvPr/>
        </p:nvSpPr>
        <p:spPr>
          <a:xfrm>
            <a:off x="1784447" y="3054530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14338" y="81875"/>
                  <a:pt x="84685" y="10359"/>
                  <a:pt x="179602" y="0"/>
                </a:cubicBezTo>
                <a:cubicBezTo>
                  <a:pt x="275244" y="-3010"/>
                  <a:pt x="356033" y="92067"/>
                  <a:pt x="359204" y="179602"/>
                </a:cubicBezTo>
                <a:cubicBezTo>
                  <a:pt x="361285" y="275032"/>
                  <a:pt x="285354" y="358886"/>
                  <a:pt x="179602" y="359204"/>
                </a:cubicBezTo>
                <a:cubicBezTo>
                  <a:pt x="103380" y="360851"/>
                  <a:pt x="-1418" y="250968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-24716" y="82763"/>
                  <a:pt x="95817" y="25158"/>
                  <a:pt x="179602" y="0"/>
                </a:cubicBezTo>
                <a:cubicBezTo>
                  <a:pt x="283153" y="10258"/>
                  <a:pt x="374146" y="70855"/>
                  <a:pt x="359204" y="179602"/>
                </a:cubicBezTo>
                <a:cubicBezTo>
                  <a:pt x="369586" y="261673"/>
                  <a:pt x="282803" y="363740"/>
                  <a:pt x="179602" y="359204"/>
                </a:cubicBezTo>
                <a:cubicBezTo>
                  <a:pt x="75400" y="340835"/>
                  <a:pt x="10587" y="283827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854928175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18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51572F0-5457-5B38-B078-E4146A545E66}"/>
              </a:ext>
            </a:extLst>
          </p:cNvPr>
          <p:cNvSpPr/>
          <p:nvPr/>
        </p:nvSpPr>
        <p:spPr>
          <a:xfrm>
            <a:off x="2990153" y="3054530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72" y="90873"/>
                  <a:pt x="78033" y="-1344"/>
                  <a:pt x="179602" y="0"/>
                </a:cubicBezTo>
                <a:cubicBezTo>
                  <a:pt x="255805" y="13387"/>
                  <a:pt x="359502" y="72754"/>
                  <a:pt x="359204" y="179602"/>
                </a:cubicBezTo>
                <a:cubicBezTo>
                  <a:pt x="360647" y="275730"/>
                  <a:pt x="262176" y="347645"/>
                  <a:pt x="179602" y="359204"/>
                </a:cubicBezTo>
                <a:cubicBezTo>
                  <a:pt x="59196" y="362548"/>
                  <a:pt x="-5287" y="286177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10797" y="66943"/>
                  <a:pt x="58585" y="15636"/>
                  <a:pt x="179602" y="0"/>
                </a:cubicBezTo>
                <a:cubicBezTo>
                  <a:pt x="278274" y="-10954"/>
                  <a:pt x="346683" y="79254"/>
                  <a:pt x="359204" y="179602"/>
                </a:cubicBezTo>
                <a:cubicBezTo>
                  <a:pt x="360542" y="254542"/>
                  <a:pt x="268140" y="362468"/>
                  <a:pt x="179602" y="359204"/>
                </a:cubicBezTo>
                <a:cubicBezTo>
                  <a:pt x="88126" y="375724"/>
                  <a:pt x="16119" y="298752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062187233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45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1688141-2A08-5AF8-EF97-AC951B0148AC}"/>
              </a:ext>
            </a:extLst>
          </p:cNvPr>
          <p:cNvSpPr/>
          <p:nvPr/>
        </p:nvSpPr>
        <p:spPr>
          <a:xfrm>
            <a:off x="1103313" y="3054530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6958" y="51497"/>
                  <a:pt x="61608" y="5605"/>
                  <a:pt x="179602" y="0"/>
                </a:cubicBezTo>
                <a:cubicBezTo>
                  <a:pt x="275893" y="-3323"/>
                  <a:pt x="336483" y="91098"/>
                  <a:pt x="359204" y="179602"/>
                </a:cubicBezTo>
                <a:cubicBezTo>
                  <a:pt x="336158" y="261582"/>
                  <a:pt x="305219" y="363170"/>
                  <a:pt x="179602" y="359204"/>
                </a:cubicBezTo>
                <a:cubicBezTo>
                  <a:pt x="93272" y="355180"/>
                  <a:pt x="4009" y="27562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17708" y="89938"/>
                  <a:pt x="77584" y="1509"/>
                  <a:pt x="179602" y="0"/>
                </a:cubicBezTo>
                <a:cubicBezTo>
                  <a:pt x="294817" y="-2065"/>
                  <a:pt x="357588" y="70734"/>
                  <a:pt x="359204" y="179602"/>
                </a:cubicBezTo>
                <a:cubicBezTo>
                  <a:pt x="337219" y="291164"/>
                  <a:pt x="267322" y="356434"/>
                  <a:pt x="179602" y="359204"/>
                </a:cubicBezTo>
                <a:cubicBezTo>
                  <a:pt x="76428" y="378946"/>
                  <a:pt x="-12568" y="256499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78458458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15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EACB7C1-5D35-BC47-EC9B-50DF4EFA21CC}"/>
              </a:ext>
            </a:extLst>
          </p:cNvPr>
          <p:cNvCxnSpPr>
            <a:stCxn id="4" idx="3"/>
            <a:endCxn id="6" idx="0"/>
          </p:cNvCxnSpPr>
          <p:nvPr/>
        </p:nvCxnSpPr>
        <p:spPr>
          <a:xfrm flipH="1">
            <a:off x="1626315" y="2287798"/>
            <a:ext cx="402245" cy="248949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F8D4466-CE54-AE65-E2C4-52B629224126}"/>
              </a:ext>
            </a:extLst>
          </p:cNvPr>
          <p:cNvCxnSpPr>
            <a:stCxn id="4" idx="5"/>
            <a:endCxn id="5" idx="0"/>
          </p:cNvCxnSpPr>
          <p:nvPr/>
        </p:nvCxnSpPr>
        <p:spPr>
          <a:xfrm>
            <a:off x="2282555" y="2287798"/>
            <a:ext cx="470790" cy="253672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3857A1E-2532-35CD-2FD1-80C889ED6A55}"/>
              </a:ext>
            </a:extLst>
          </p:cNvPr>
          <p:cNvCxnSpPr>
            <a:stCxn id="6" idx="3"/>
            <a:endCxn id="9" idx="0"/>
          </p:cNvCxnSpPr>
          <p:nvPr/>
        </p:nvCxnSpPr>
        <p:spPr>
          <a:xfrm flipH="1">
            <a:off x="1282915" y="2843346"/>
            <a:ext cx="216402" cy="211184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581DD0C-DEA8-9C24-D6E3-A0B9AAF21820}"/>
              </a:ext>
            </a:extLst>
          </p:cNvPr>
          <p:cNvCxnSpPr>
            <a:stCxn id="6" idx="5"/>
            <a:endCxn id="7" idx="0"/>
          </p:cNvCxnSpPr>
          <p:nvPr/>
        </p:nvCxnSpPr>
        <p:spPr>
          <a:xfrm>
            <a:off x="1753312" y="2843346"/>
            <a:ext cx="210737" cy="211184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E8A043-E1E3-5FAE-1AFB-480ED9880646}"/>
              </a:ext>
            </a:extLst>
          </p:cNvPr>
          <p:cNvCxnSpPr>
            <a:stCxn id="5" idx="5"/>
            <a:endCxn id="8" idx="0"/>
          </p:cNvCxnSpPr>
          <p:nvPr/>
        </p:nvCxnSpPr>
        <p:spPr>
          <a:xfrm>
            <a:off x="2880342" y="2848069"/>
            <a:ext cx="289413" cy="206461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7E93C01C-C0F8-BB91-4A88-B5AF8E20CCF3}"/>
              </a:ext>
            </a:extLst>
          </p:cNvPr>
          <p:cNvSpPr/>
          <p:nvPr/>
        </p:nvSpPr>
        <p:spPr>
          <a:xfrm>
            <a:off x="2665845" y="3651803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6705" y="108679"/>
                  <a:pt x="73309" y="-1771"/>
                  <a:pt x="179602" y="0"/>
                </a:cubicBezTo>
                <a:cubicBezTo>
                  <a:pt x="278880" y="-17618"/>
                  <a:pt x="359374" y="70914"/>
                  <a:pt x="359204" y="179602"/>
                </a:cubicBezTo>
                <a:cubicBezTo>
                  <a:pt x="358003" y="281159"/>
                  <a:pt x="306203" y="369312"/>
                  <a:pt x="179602" y="359204"/>
                </a:cubicBezTo>
                <a:cubicBezTo>
                  <a:pt x="102966" y="361434"/>
                  <a:pt x="7899" y="278903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13569" y="105571"/>
                  <a:pt x="77806" y="-3828"/>
                  <a:pt x="179602" y="0"/>
                </a:cubicBezTo>
                <a:cubicBezTo>
                  <a:pt x="299710" y="-12181"/>
                  <a:pt x="352220" y="63887"/>
                  <a:pt x="359204" y="179602"/>
                </a:cubicBezTo>
                <a:cubicBezTo>
                  <a:pt x="338724" y="275060"/>
                  <a:pt x="293080" y="351407"/>
                  <a:pt x="179602" y="359204"/>
                </a:cubicBezTo>
                <a:cubicBezTo>
                  <a:pt x="78697" y="349842"/>
                  <a:pt x="8033" y="256506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4164308566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34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1E7F49F-550D-47C0-7370-994738F98353}"/>
              </a:ext>
            </a:extLst>
          </p:cNvPr>
          <p:cNvCxnSpPr>
            <a:stCxn id="8" idx="3"/>
            <a:endCxn id="16" idx="0"/>
          </p:cNvCxnSpPr>
          <p:nvPr/>
        </p:nvCxnSpPr>
        <p:spPr>
          <a:xfrm flipH="1">
            <a:off x="2845447" y="3361129"/>
            <a:ext cx="197310" cy="290674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7ACB7303-33FD-C34B-49C7-42C432EE6A4B}"/>
              </a:ext>
            </a:extLst>
          </p:cNvPr>
          <p:cNvSpPr/>
          <p:nvPr/>
        </p:nvSpPr>
        <p:spPr>
          <a:xfrm>
            <a:off x="4779090" y="1981199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8525" y="92166"/>
                  <a:pt x="55124" y="-1182"/>
                  <a:pt x="179602" y="0"/>
                </a:cubicBezTo>
                <a:cubicBezTo>
                  <a:pt x="275606" y="-7034"/>
                  <a:pt x="352727" y="68163"/>
                  <a:pt x="359204" y="179602"/>
                </a:cubicBezTo>
                <a:cubicBezTo>
                  <a:pt x="336014" y="274171"/>
                  <a:pt x="291365" y="377364"/>
                  <a:pt x="179602" y="359204"/>
                </a:cubicBezTo>
                <a:cubicBezTo>
                  <a:pt x="68309" y="349737"/>
                  <a:pt x="10932" y="286540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-26549" y="93390"/>
                  <a:pt x="84889" y="-3845"/>
                  <a:pt x="179602" y="0"/>
                </a:cubicBezTo>
                <a:cubicBezTo>
                  <a:pt x="287689" y="-10195"/>
                  <a:pt x="368906" y="99731"/>
                  <a:pt x="359204" y="179602"/>
                </a:cubicBezTo>
                <a:cubicBezTo>
                  <a:pt x="374201" y="290858"/>
                  <a:pt x="303124" y="350743"/>
                  <a:pt x="179602" y="359204"/>
                </a:cubicBezTo>
                <a:cubicBezTo>
                  <a:pt x="93128" y="384082"/>
                  <a:pt x="-20428" y="283741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403186428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20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80B67BB-018E-DB95-51B3-AE62CA8767A4}"/>
              </a:ext>
            </a:extLst>
          </p:cNvPr>
          <p:cNvSpPr/>
          <p:nvPr/>
        </p:nvSpPr>
        <p:spPr>
          <a:xfrm>
            <a:off x="5376877" y="2541470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1791" y="108726"/>
                  <a:pt x="98979" y="19503"/>
                  <a:pt x="179602" y="0"/>
                </a:cubicBezTo>
                <a:cubicBezTo>
                  <a:pt x="275545" y="10817"/>
                  <a:pt x="362740" y="68814"/>
                  <a:pt x="359204" y="179602"/>
                </a:cubicBezTo>
                <a:cubicBezTo>
                  <a:pt x="377004" y="293489"/>
                  <a:pt x="281662" y="353438"/>
                  <a:pt x="179602" y="359204"/>
                </a:cubicBezTo>
                <a:cubicBezTo>
                  <a:pt x="90500" y="342952"/>
                  <a:pt x="-923" y="274010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6674" y="75499"/>
                  <a:pt x="88717" y="5632"/>
                  <a:pt x="179602" y="0"/>
                </a:cubicBezTo>
                <a:cubicBezTo>
                  <a:pt x="289259" y="694"/>
                  <a:pt x="356403" y="76081"/>
                  <a:pt x="359204" y="179602"/>
                </a:cubicBezTo>
                <a:cubicBezTo>
                  <a:pt x="350422" y="275127"/>
                  <a:pt x="299876" y="359228"/>
                  <a:pt x="179602" y="359204"/>
                </a:cubicBezTo>
                <a:cubicBezTo>
                  <a:pt x="82824" y="358757"/>
                  <a:pt x="438" y="283134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418794795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25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00D146C-8162-16EE-19A5-758F373683E8}"/>
              </a:ext>
            </a:extLst>
          </p:cNvPr>
          <p:cNvSpPr/>
          <p:nvPr/>
        </p:nvSpPr>
        <p:spPr>
          <a:xfrm>
            <a:off x="4249847" y="2536747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16362" y="95727"/>
                  <a:pt x="63183" y="-9343"/>
                  <a:pt x="179602" y="0"/>
                </a:cubicBezTo>
                <a:cubicBezTo>
                  <a:pt x="277884" y="27046"/>
                  <a:pt x="351248" y="87465"/>
                  <a:pt x="359204" y="179602"/>
                </a:cubicBezTo>
                <a:cubicBezTo>
                  <a:pt x="360270" y="288952"/>
                  <a:pt x="264443" y="343779"/>
                  <a:pt x="179602" y="359204"/>
                </a:cubicBezTo>
                <a:cubicBezTo>
                  <a:pt x="84508" y="355434"/>
                  <a:pt x="-9730" y="279647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2260" y="81424"/>
                  <a:pt x="67805" y="-5120"/>
                  <a:pt x="179602" y="0"/>
                </a:cubicBezTo>
                <a:cubicBezTo>
                  <a:pt x="291545" y="8784"/>
                  <a:pt x="378056" y="57943"/>
                  <a:pt x="359204" y="179602"/>
                </a:cubicBezTo>
                <a:cubicBezTo>
                  <a:pt x="363293" y="283797"/>
                  <a:pt x="290916" y="349811"/>
                  <a:pt x="179602" y="359204"/>
                </a:cubicBezTo>
                <a:cubicBezTo>
                  <a:pt x="102225" y="351052"/>
                  <a:pt x="-21885" y="263968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290919203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17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2DCCF42-9629-DE8A-F335-E8C7271D31AD}"/>
              </a:ext>
            </a:extLst>
          </p:cNvPr>
          <p:cNvSpPr/>
          <p:nvPr/>
        </p:nvSpPr>
        <p:spPr>
          <a:xfrm>
            <a:off x="4587581" y="3054530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23969" y="81962"/>
                  <a:pt x="57308" y="5763"/>
                  <a:pt x="179602" y="0"/>
                </a:cubicBezTo>
                <a:cubicBezTo>
                  <a:pt x="280807" y="7944"/>
                  <a:pt x="372207" y="68681"/>
                  <a:pt x="359204" y="179602"/>
                </a:cubicBezTo>
                <a:cubicBezTo>
                  <a:pt x="335017" y="292153"/>
                  <a:pt x="282714" y="372437"/>
                  <a:pt x="179602" y="359204"/>
                </a:cubicBezTo>
                <a:cubicBezTo>
                  <a:pt x="92319" y="353192"/>
                  <a:pt x="5864" y="278849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2351" y="79776"/>
                  <a:pt x="90519" y="12774"/>
                  <a:pt x="179602" y="0"/>
                </a:cubicBezTo>
                <a:cubicBezTo>
                  <a:pt x="272012" y="-1841"/>
                  <a:pt x="363059" y="77582"/>
                  <a:pt x="359204" y="179602"/>
                </a:cubicBezTo>
                <a:cubicBezTo>
                  <a:pt x="331445" y="271025"/>
                  <a:pt x="299265" y="369058"/>
                  <a:pt x="179602" y="359204"/>
                </a:cubicBezTo>
                <a:cubicBezTo>
                  <a:pt x="79365" y="383251"/>
                  <a:pt x="8994" y="273944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069310069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18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947F519-C9FE-9F0B-E534-2297F788B84E}"/>
              </a:ext>
            </a:extLst>
          </p:cNvPr>
          <p:cNvSpPr/>
          <p:nvPr/>
        </p:nvSpPr>
        <p:spPr>
          <a:xfrm>
            <a:off x="6301287" y="3626266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2367" y="104833"/>
                  <a:pt x="90988" y="-255"/>
                  <a:pt x="179602" y="0"/>
                </a:cubicBezTo>
                <a:cubicBezTo>
                  <a:pt x="295667" y="-16244"/>
                  <a:pt x="379109" y="72778"/>
                  <a:pt x="359204" y="179602"/>
                </a:cubicBezTo>
                <a:cubicBezTo>
                  <a:pt x="357054" y="301383"/>
                  <a:pt x="268048" y="348672"/>
                  <a:pt x="179602" y="359204"/>
                </a:cubicBezTo>
                <a:cubicBezTo>
                  <a:pt x="78902" y="369609"/>
                  <a:pt x="-3163" y="283174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-7935" y="63487"/>
                  <a:pt x="84806" y="923"/>
                  <a:pt x="179602" y="0"/>
                </a:cubicBezTo>
                <a:cubicBezTo>
                  <a:pt x="257059" y="7193"/>
                  <a:pt x="353861" y="62135"/>
                  <a:pt x="359204" y="179602"/>
                </a:cubicBezTo>
                <a:cubicBezTo>
                  <a:pt x="361594" y="283775"/>
                  <a:pt x="292808" y="351088"/>
                  <a:pt x="179602" y="359204"/>
                </a:cubicBezTo>
                <a:cubicBezTo>
                  <a:pt x="79634" y="361803"/>
                  <a:pt x="8599" y="282648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551616636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45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7ABE66BA-F6E7-0BB3-7625-B93C6E12E0A1}"/>
              </a:ext>
            </a:extLst>
          </p:cNvPr>
          <p:cNvSpPr/>
          <p:nvPr/>
        </p:nvSpPr>
        <p:spPr>
          <a:xfrm>
            <a:off x="3906447" y="3054530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3282" y="79887"/>
                  <a:pt x="67211" y="19031"/>
                  <a:pt x="179602" y="0"/>
                </a:cubicBezTo>
                <a:cubicBezTo>
                  <a:pt x="264662" y="-14861"/>
                  <a:pt x="333557" y="85051"/>
                  <a:pt x="359204" y="179602"/>
                </a:cubicBezTo>
                <a:cubicBezTo>
                  <a:pt x="381509" y="269157"/>
                  <a:pt x="269643" y="370889"/>
                  <a:pt x="179602" y="359204"/>
                </a:cubicBezTo>
                <a:cubicBezTo>
                  <a:pt x="94553" y="370056"/>
                  <a:pt x="2543" y="257703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23236" y="64785"/>
                  <a:pt x="100776" y="-10854"/>
                  <a:pt x="179602" y="0"/>
                </a:cubicBezTo>
                <a:cubicBezTo>
                  <a:pt x="293368" y="-12251"/>
                  <a:pt x="366826" y="82232"/>
                  <a:pt x="359204" y="179602"/>
                </a:cubicBezTo>
                <a:cubicBezTo>
                  <a:pt x="358282" y="271241"/>
                  <a:pt x="286496" y="357601"/>
                  <a:pt x="179602" y="359204"/>
                </a:cubicBezTo>
                <a:cubicBezTo>
                  <a:pt x="78109" y="363985"/>
                  <a:pt x="1727" y="268019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487553297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15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473A26A-72A2-7C06-4D4B-A5F865118E4F}"/>
              </a:ext>
            </a:extLst>
          </p:cNvPr>
          <p:cNvCxnSpPr>
            <a:stCxn id="20" idx="3"/>
            <a:endCxn id="22" idx="0"/>
          </p:cNvCxnSpPr>
          <p:nvPr/>
        </p:nvCxnSpPr>
        <p:spPr>
          <a:xfrm flipH="1">
            <a:off x="4429449" y="2287798"/>
            <a:ext cx="402245" cy="248949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012360E-308B-3C0E-5828-C845E4B14AFE}"/>
              </a:ext>
            </a:extLst>
          </p:cNvPr>
          <p:cNvCxnSpPr>
            <a:stCxn id="20" idx="5"/>
            <a:endCxn id="21" idx="0"/>
          </p:cNvCxnSpPr>
          <p:nvPr/>
        </p:nvCxnSpPr>
        <p:spPr>
          <a:xfrm>
            <a:off x="5085689" y="2287798"/>
            <a:ext cx="470790" cy="253672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4E9BBFE-30C9-1CC5-3712-F1B63598E3A1}"/>
              </a:ext>
            </a:extLst>
          </p:cNvPr>
          <p:cNvCxnSpPr>
            <a:stCxn id="22" idx="3"/>
            <a:endCxn id="25" idx="0"/>
          </p:cNvCxnSpPr>
          <p:nvPr/>
        </p:nvCxnSpPr>
        <p:spPr>
          <a:xfrm flipH="1">
            <a:off x="4086049" y="2843346"/>
            <a:ext cx="216402" cy="211184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FE54316-1060-E74E-7CE4-835F28998203}"/>
              </a:ext>
            </a:extLst>
          </p:cNvPr>
          <p:cNvCxnSpPr>
            <a:stCxn id="22" idx="5"/>
            <a:endCxn id="23" idx="0"/>
          </p:cNvCxnSpPr>
          <p:nvPr/>
        </p:nvCxnSpPr>
        <p:spPr>
          <a:xfrm>
            <a:off x="4556446" y="2843346"/>
            <a:ext cx="210737" cy="211184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6C82989-2C94-5085-BACD-A28B026AB042}"/>
              </a:ext>
            </a:extLst>
          </p:cNvPr>
          <p:cNvCxnSpPr>
            <a:cxnSpLocks/>
            <a:stCxn id="21" idx="5"/>
            <a:endCxn id="31" idx="0"/>
          </p:cNvCxnSpPr>
          <p:nvPr/>
        </p:nvCxnSpPr>
        <p:spPr>
          <a:xfrm>
            <a:off x="5683476" y="2848069"/>
            <a:ext cx="334545" cy="206461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98C45F73-8D17-C62B-98D1-FDF8EFE28A1C}"/>
              </a:ext>
            </a:extLst>
          </p:cNvPr>
          <p:cNvSpPr/>
          <p:nvPr/>
        </p:nvSpPr>
        <p:spPr>
          <a:xfrm>
            <a:off x="5838419" y="3054530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16179" y="65307"/>
                  <a:pt x="84691" y="-20280"/>
                  <a:pt x="179602" y="0"/>
                </a:cubicBezTo>
                <a:cubicBezTo>
                  <a:pt x="282789" y="6663"/>
                  <a:pt x="340464" y="95140"/>
                  <a:pt x="359204" y="179602"/>
                </a:cubicBezTo>
                <a:cubicBezTo>
                  <a:pt x="362790" y="277203"/>
                  <a:pt x="273204" y="343851"/>
                  <a:pt x="179602" y="359204"/>
                </a:cubicBezTo>
                <a:cubicBezTo>
                  <a:pt x="73492" y="367912"/>
                  <a:pt x="23839" y="294494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11857" y="87404"/>
                  <a:pt x="82661" y="130"/>
                  <a:pt x="179602" y="0"/>
                </a:cubicBezTo>
                <a:cubicBezTo>
                  <a:pt x="274413" y="-1927"/>
                  <a:pt x="348530" y="81049"/>
                  <a:pt x="359204" y="179602"/>
                </a:cubicBezTo>
                <a:cubicBezTo>
                  <a:pt x="355946" y="279022"/>
                  <a:pt x="282224" y="383511"/>
                  <a:pt x="179602" y="359204"/>
                </a:cubicBezTo>
                <a:cubicBezTo>
                  <a:pt x="100361" y="370164"/>
                  <a:pt x="-19355" y="284252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4216069586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34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6FE1EF5-951D-25EF-E16F-0279A0940E99}"/>
              </a:ext>
            </a:extLst>
          </p:cNvPr>
          <p:cNvCxnSpPr>
            <a:cxnSpLocks/>
            <a:stCxn id="24" idx="0"/>
            <a:endCxn id="31" idx="5"/>
          </p:cNvCxnSpPr>
          <p:nvPr/>
        </p:nvCxnSpPr>
        <p:spPr>
          <a:xfrm flipH="1" flipV="1">
            <a:off x="6145018" y="3361129"/>
            <a:ext cx="335871" cy="265137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4CBF3852-4628-AE53-4A04-1751987E4F3C}"/>
              </a:ext>
            </a:extLst>
          </p:cNvPr>
          <p:cNvSpPr/>
          <p:nvPr/>
        </p:nvSpPr>
        <p:spPr>
          <a:xfrm>
            <a:off x="7925624" y="1976476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7601" y="81548"/>
                  <a:pt x="69929" y="-12223"/>
                  <a:pt x="179602" y="0"/>
                </a:cubicBezTo>
                <a:cubicBezTo>
                  <a:pt x="282637" y="-149"/>
                  <a:pt x="338941" y="73701"/>
                  <a:pt x="359204" y="179602"/>
                </a:cubicBezTo>
                <a:cubicBezTo>
                  <a:pt x="357006" y="278697"/>
                  <a:pt x="281585" y="367563"/>
                  <a:pt x="179602" y="359204"/>
                </a:cubicBezTo>
                <a:cubicBezTo>
                  <a:pt x="79182" y="349624"/>
                  <a:pt x="-5856" y="275691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-1042" y="92537"/>
                  <a:pt x="76600" y="791"/>
                  <a:pt x="179602" y="0"/>
                </a:cubicBezTo>
                <a:cubicBezTo>
                  <a:pt x="289083" y="-3000"/>
                  <a:pt x="385434" y="74401"/>
                  <a:pt x="359204" y="179602"/>
                </a:cubicBezTo>
                <a:cubicBezTo>
                  <a:pt x="350498" y="276808"/>
                  <a:pt x="305815" y="369878"/>
                  <a:pt x="179602" y="359204"/>
                </a:cubicBezTo>
                <a:cubicBezTo>
                  <a:pt x="69661" y="370792"/>
                  <a:pt x="-2062" y="285994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682106737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20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A86C2506-A41A-58BA-2EA6-768044219704}"/>
              </a:ext>
            </a:extLst>
          </p:cNvPr>
          <p:cNvSpPr/>
          <p:nvPr/>
        </p:nvSpPr>
        <p:spPr>
          <a:xfrm>
            <a:off x="8523411" y="2536747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11346" y="72493"/>
                  <a:pt x="87477" y="3888"/>
                  <a:pt x="179602" y="0"/>
                </a:cubicBezTo>
                <a:cubicBezTo>
                  <a:pt x="285247" y="337"/>
                  <a:pt x="348582" y="100835"/>
                  <a:pt x="359204" y="179602"/>
                </a:cubicBezTo>
                <a:cubicBezTo>
                  <a:pt x="379963" y="292115"/>
                  <a:pt x="287999" y="359831"/>
                  <a:pt x="179602" y="359204"/>
                </a:cubicBezTo>
                <a:cubicBezTo>
                  <a:pt x="85921" y="346227"/>
                  <a:pt x="-3262" y="305503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-14241" y="86751"/>
                  <a:pt x="73767" y="2029"/>
                  <a:pt x="179602" y="0"/>
                </a:cubicBezTo>
                <a:cubicBezTo>
                  <a:pt x="271799" y="2640"/>
                  <a:pt x="370204" y="81791"/>
                  <a:pt x="359204" y="179602"/>
                </a:cubicBezTo>
                <a:cubicBezTo>
                  <a:pt x="373210" y="267492"/>
                  <a:pt x="271929" y="369928"/>
                  <a:pt x="179602" y="359204"/>
                </a:cubicBezTo>
                <a:cubicBezTo>
                  <a:pt x="82710" y="366144"/>
                  <a:pt x="-1737" y="303241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181499547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34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23C090AF-439B-F482-C25A-73FCF9E6E51C}"/>
              </a:ext>
            </a:extLst>
          </p:cNvPr>
          <p:cNvSpPr/>
          <p:nvPr/>
        </p:nvSpPr>
        <p:spPr>
          <a:xfrm>
            <a:off x="7396381" y="2532024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20180" y="96753"/>
                  <a:pt x="53333" y="-7422"/>
                  <a:pt x="179602" y="0"/>
                </a:cubicBezTo>
                <a:cubicBezTo>
                  <a:pt x="259138" y="-845"/>
                  <a:pt x="353279" y="78100"/>
                  <a:pt x="359204" y="179602"/>
                </a:cubicBezTo>
                <a:cubicBezTo>
                  <a:pt x="341467" y="289719"/>
                  <a:pt x="280546" y="363887"/>
                  <a:pt x="179602" y="359204"/>
                </a:cubicBezTo>
                <a:cubicBezTo>
                  <a:pt x="88177" y="363733"/>
                  <a:pt x="5778" y="286049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3170" y="87348"/>
                  <a:pt x="81501" y="-26766"/>
                  <a:pt x="179602" y="0"/>
                </a:cubicBezTo>
                <a:cubicBezTo>
                  <a:pt x="273214" y="653"/>
                  <a:pt x="362296" y="58027"/>
                  <a:pt x="359204" y="179602"/>
                </a:cubicBezTo>
                <a:cubicBezTo>
                  <a:pt x="363645" y="273896"/>
                  <a:pt x="296250" y="376826"/>
                  <a:pt x="179602" y="359204"/>
                </a:cubicBezTo>
                <a:cubicBezTo>
                  <a:pt x="67867" y="376941"/>
                  <a:pt x="-6762" y="254121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369946418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17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67B9C459-0BD1-E202-FB09-78C2CD23AC1A}"/>
              </a:ext>
            </a:extLst>
          </p:cNvPr>
          <p:cNvSpPr/>
          <p:nvPr/>
        </p:nvSpPr>
        <p:spPr>
          <a:xfrm>
            <a:off x="7734115" y="3049807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5871" y="69072"/>
                  <a:pt x="67264" y="-8912"/>
                  <a:pt x="179602" y="0"/>
                </a:cubicBezTo>
                <a:cubicBezTo>
                  <a:pt x="286200" y="5920"/>
                  <a:pt x="363381" y="81387"/>
                  <a:pt x="359204" y="179602"/>
                </a:cubicBezTo>
                <a:cubicBezTo>
                  <a:pt x="373695" y="268690"/>
                  <a:pt x="284066" y="358990"/>
                  <a:pt x="179602" y="359204"/>
                </a:cubicBezTo>
                <a:cubicBezTo>
                  <a:pt x="109143" y="354618"/>
                  <a:pt x="25029" y="285281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5432" y="76319"/>
                  <a:pt x="65816" y="-19558"/>
                  <a:pt x="179602" y="0"/>
                </a:cubicBezTo>
                <a:cubicBezTo>
                  <a:pt x="307747" y="2401"/>
                  <a:pt x="358611" y="94772"/>
                  <a:pt x="359204" y="179602"/>
                </a:cubicBezTo>
                <a:cubicBezTo>
                  <a:pt x="352890" y="288176"/>
                  <a:pt x="276644" y="373736"/>
                  <a:pt x="179602" y="359204"/>
                </a:cubicBezTo>
                <a:cubicBezTo>
                  <a:pt x="66903" y="344176"/>
                  <a:pt x="-17502" y="278868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63268400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18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2FCB498A-C4D4-938A-ED6C-F0CB1B484179}"/>
              </a:ext>
            </a:extLst>
          </p:cNvPr>
          <p:cNvSpPr/>
          <p:nvPr/>
        </p:nvSpPr>
        <p:spPr>
          <a:xfrm>
            <a:off x="8882614" y="3049806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1566" y="82417"/>
                  <a:pt x="77662" y="-24284"/>
                  <a:pt x="179602" y="0"/>
                </a:cubicBezTo>
                <a:cubicBezTo>
                  <a:pt x="279339" y="13743"/>
                  <a:pt x="376907" y="70282"/>
                  <a:pt x="359204" y="179602"/>
                </a:cubicBezTo>
                <a:cubicBezTo>
                  <a:pt x="360006" y="276146"/>
                  <a:pt x="272216" y="338839"/>
                  <a:pt x="179602" y="359204"/>
                </a:cubicBezTo>
                <a:cubicBezTo>
                  <a:pt x="89398" y="334288"/>
                  <a:pt x="9488" y="28948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-7820" y="84520"/>
                  <a:pt x="67837" y="4993"/>
                  <a:pt x="179602" y="0"/>
                </a:cubicBezTo>
                <a:cubicBezTo>
                  <a:pt x="251241" y="-1012"/>
                  <a:pt x="362242" y="95079"/>
                  <a:pt x="359204" y="179602"/>
                </a:cubicBezTo>
                <a:cubicBezTo>
                  <a:pt x="355644" y="273925"/>
                  <a:pt x="286329" y="333484"/>
                  <a:pt x="179602" y="359204"/>
                </a:cubicBezTo>
                <a:cubicBezTo>
                  <a:pt x="78886" y="352473"/>
                  <a:pt x="-9075" y="280146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025872296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45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7CE00D2A-A2E8-74CB-AB26-AD6F96DBC6C2}"/>
              </a:ext>
            </a:extLst>
          </p:cNvPr>
          <p:cNvSpPr/>
          <p:nvPr/>
        </p:nvSpPr>
        <p:spPr>
          <a:xfrm>
            <a:off x="7052981" y="3049807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8183" y="87775"/>
                  <a:pt x="65314" y="-12785"/>
                  <a:pt x="179602" y="0"/>
                </a:cubicBezTo>
                <a:cubicBezTo>
                  <a:pt x="280823" y="20474"/>
                  <a:pt x="372348" y="54635"/>
                  <a:pt x="359204" y="179602"/>
                </a:cubicBezTo>
                <a:cubicBezTo>
                  <a:pt x="360673" y="273010"/>
                  <a:pt x="264034" y="349432"/>
                  <a:pt x="179602" y="359204"/>
                </a:cubicBezTo>
                <a:cubicBezTo>
                  <a:pt x="98306" y="373767"/>
                  <a:pt x="5399" y="276864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8936" y="76984"/>
                  <a:pt x="86057" y="-3557"/>
                  <a:pt x="179602" y="0"/>
                </a:cubicBezTo>
                <a:cubicBezTo>
                  <a:pt x="269692" y="14894"/>
                  <a:pt x="349801" y="78747"/>
                  <a:pt x="359204" y="179602"/>
                </a:cubicBezTo>
                <a:cubicBezTo>
                  <a:pt x="353721" y="276817"/>
                  <a:pt x="266807" y="360367"/>
                  <a:pt x="179602" y="359204"/>
                </a:cubicBezTo>
                <a:cubicBezTo>
                  <a:pt x="74366" y="350130"/>
                  <a:pt x="17343" y="292314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637546205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15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81687D1C-B42B-D4DC-B4DD-92427A600DED}"/>
              </a:ext>
            </a:extLst>
          </p:cNvPr>
          <p:cNvCxnSpPr>
            <a:stCxn id="41" idx="3"/>
            <a:endCxn id="43" idx="0"/>
          </p:cNvCxnSpPr>
          <p:nvPr/>
        </p:nvCxnSpPr>
        <p:spPr>
          <a:xfrm flipH="1">
            <a:off x="7575983" y="2283075"/>
            <a:ext cx="402245" cy="248949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35C8C375-50A9-40D8-0854-4F95032228B3}"/>
              </a:ext>
            </a:extLst>
          </p:cNvPr>
          <p:cNvCxnSpPr>
            <a:stCxn id="41" idx="5"/>
            <a:endCxn id="42" idx="0"/>
          </p:cNvCxnSpPr>
          <p:nvPr/>
        </p:nvCxnSpPr>
        <p:spPr>
          <a:xfrm>
            <a:off x="8232223" y="2283075"/>
            <a:ext cx="470790" cy="253672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380ED9B2-4078-58BC-22D5-DAC748C0FBDE}"/>
              </a:ext>
            </a:extLst>
          </p:cNvPr>
          <p:cNvCxnSpPr>
            <a:stCxn id="43" idx="3"/>
            <a:endCxn id="46" idx="0"/>
          </p:cNvCxnSpPr>
          <p:nvPr/>
        </p:nvCxnSpPr>
        <p:spPr>
          <a:xfrm flipH="1">
            <a:off x="7232583" y="2838623"/>
            <a:ext cx="216402" cy="211184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42711E48-DA24-857A-2D39-3EB43559AF54}"/>
              </a:ext>
            </a:extLst>
          </p:cNvPr>
          <p:cNvCxnSpPr>
            <a:stCxn id="43" idx="5"/>
            <a:endCxn id="44" idx="0"/>
          </p:cNvCxnSpPr>
          <p:nvPr/>
        </p:nvCxnSpPr>
        <p:spPr>
          <a:xfrm>
            <a:off x="7702980" y="2838623"/>
            <a:ext cx="210737" cy="211184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CB34A6BC-97EB-D0E3-FD9D-DBA68B528D9B}"/>
              </a:ext>
            </a:extLst>
          </p:cNvPr>
          <p:cNvCxnSpPr>
            <a:cxnSpLocks/>
            <a:stCxn id="42" idx="3"/>
            <a:endCxn id="52" idx="0"/>
          </p:cNvCxnSpPr>
          <p:nvPr/>
        </p:nvCxnSpPr>
        <p:spPr>
          <a:xfrm flipH="1">
            <a:off x="8424890" y="2843346"/>
            <a:ext cx="151125" cy="206460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>
            <a:extLst>
              <a:ext uri="{FF2B5EF4-FFF2-40B4-BE49-F238E27FC236}">
                <a16:creationId xmlns:a16="http://schemas.microsoft.com/office/drawing/2014/main" id="{5D56AB67-F96B-31D8-BA88-CD595D6FB93F}"/>
              </a:ext>
            </a:extLst>
          </p:cNvPr>
          <p:cNvSpPr/>
          <p:nvPr/>
        </p:nvSpPr>
        <p:spPr>
          <a:xfrm>
            <a:off x="8245288" y="3049806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18041" y="58710"/>
                  <a:pt x="97605" y="9369"/>
                  <a:pt x="179602" y="0"/>
                </a:cubicBezTo>
                <a:cubicBezTo>
                  <a:pt x="255408" y="999"/>
                  <a:pt x="357932" y="72313"/>
                  <a:pt x="359204" y="179602"/>
                </a:cubicBezTo>
                <a:cubicBezTo>
                  <a:pt x="375545" y="275296"/>
                  <a:pt x="267599" y="361148"/>
                  <a:pt x="179602" y="359204"/>
                </a:cubicBezTo>
                <a:cubicBezTo>
                  <a:pt x="84353" y="352299"/>
                  <a:pt x="8077" y="257769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13676" y="88923"/>
                  <a:pt x="69461" y="27391"/>
                  <a:pt x="179602" y="0"/>
                </a:cubicBezTo>
                <a:cubicBezTo>
                  <a:pt x="286789" y="-2131"/>
                  <a:pt x="362479" y="86716"/>
                  <a:pt x="359204" y="179602"/>
                </a:cubicBezTo>
                <a:cubicBezTo>
                  <a:pt x="348800" y="273453"/>
                  <a:pt x="272266" y="373719"/>
                  <a:pt x="179602" y="359204"/>
                </a:cubicBezTo>
                <a:cubicBezTo>
                  <a:pt x="93081" y="360198"/>
                  <a:pt x="7898" y="281913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4092136736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25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C3071884-2872-9116-9F20-6517491BEF9A}"/>
              </a:ext>
            </a:extLst>
          </p:cNvPr>
          <p:cNvCxnSpPr>
            <a:cxnSpLocks/>
            <a:stCxn id="45" idx="0"/>
            <a:endCxn id="42" idx="5"/>
          </p:cNvCxnSpPr>
          <p:nvPr/>
        </p:nvCxnSpPr>
        <p:spPr>
          <a:xfrm flipH="1" flipV="1">
            <a:off x="8830010" y="2843346"/>
            <a:ext cx="232206" cy="206460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>
            <a:extLst>
              <a:ext uri="{FF2B5EF4-FFF2-40B4-BE49-F238E27FC236}">
                <a16:creationId xmlns:a16="http://schemas.microsoft.com/office/drawing/2014/main" id="{9DE43A44-AD49-1357-F634-64DE3DD95AA6}"/>
              </a:ext>
            </a:extLst>
          </p:cNvPr>
          <p:cNvSpPr/>
          <p:nvPr/>
        </p:nvSpPr>
        <p:spPr>
          <a:xfrm>
            <a:off x="2643563" y="4212798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14440" y="81055"/>
                  <a:pt x="85898" y="-12884"/>
                  <a:pt x="179602" y="0"/>
                </a:cubicBezTo>
                <a:cubicBezTo>
                  <a:pt x="287977" y="-2829"/>
                  <a:pt x="329900" y="79798"/>
                  <a:pt x="359204" y="179602"/>
                </a:cubicBezTo>
                <a:cubicBezTo>
                  <a:pt x="365847" y="288319"/>
                  <a:pt x="270911" y="351466"/>
                  <a:pt x="179602" y="359204"/>
                </a:cubicBezTo>
                <a:cubicBezTo>
                  <a:pt x="62758" y="377247"/>
                  <a:pt x="-10708" y="284261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5082" y="69362"/>
                  <a:pt x="82824" y="-5063"/>
                  <a:pt x="179602" y="0"/>
                </a:cubicBezTo>
                <a:cubicBezTo>
                  <a:pt x="292615" y="-20522"/>
                  <a:pt x="348997" y="74822"/>
                  <a:pt x="359204" y="179602"/>
                </a:cubicBezTo>
                <a:cubicBezTo>
                  <a:pt x="343665" y="273535"/>
                  <a:pt x="279097" y="352865"/>
                  <a:pt x="179602" y="359204"/>
                </a:cubicBezTo>
                <a:cubicBezTo>
                  <a:pt x="71359" y="349143"/>
                  <a:pt x="1839" y="261240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097551813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20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BE5027EB-F7C6-9F25-C056-8D5FCA400303}"/>
              </a:ext>
            </a:extLst>
          </p:cNvPr>
          <p:cNvSpPr/>
          <p:nvPr/>
        </p:nvSpPr>
        <p:spPr>
          <a:xfrm>
            <a:off x="3241350" y="4773069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2295" y="78358"/>
                  <a:pt x="76790" y="13049"/>
                  <a:pt x="179602" y="0"/>
                </a:cubicBezTo>
                <a:cubicBezTo>
                  <a:pt x="256450" y="4501"/>
                  <a:pt x="346317" y="61585"/>
                  <a:pt x="359204" y="179602"/>
                </a:cubicBezTo>
                <a:cubicBezTo>
                  <a:pt x="352967" y="272180"/>
                  <a:pt x="297056" y="356625"/>
                  <a:pt x="179602" y="359204"/>
                </a:cubicBezTo>
                <a:cubicBezTo>
                  <a:pt x="82259" y="341294"/>
                  <a:pt x="19298" y="268974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-3385" y="103676"/>
                  <a:pt x="85316" y="-7211"/>
                  <a:pt x="179602" y="0"/>
                </a:cubicBezTo>
                <a:cubicBezTo>
                  <a:pt x="301280" y="-2528"/>
                  <a:pt x="367186" y="83566"/>
                  <a:pt x="359204" y="179602"/>
                </a:cubicBezTo>
                <a:cubicBezTo>
                  <a:pt x="346970" y="276253"/>
                  <a:pt x="267383" y="354967"/>
                  <a:pt x="179602" y="359204"/>
                </a:cubicBezTo>
                <a:cubicBezTo>
                  <a:pt x="94695" y="347919"/>
                  <a:pt x="12647" y="283927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46616208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34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748BB9FB-9FC6-B715-C7A7-86EE7EFE8161}"/>
              </a:ext>
            </a:extLst>
          </p:cNvPr>
          <p:cNvSpPr/>
          <p:nvPr/>
        </p:nvSpPr>
        <p:spPr>
          <a:xfrm>
            <a:off x="2114320" y="4768346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9927" y="63654"/>
                  <a:pt x="57480" y="-12354"/>
                  <a:pt x="179602" y="0"/>
                </a:cubicBezTo>
                <a:cubicBezTo>
                  <a:pt x="277393" y="-5869"/>
                  <a:pt x="369785" y="95964"/>
                  <a:pt x="359204" y="179602"/>
                </a:cubicBezTo>
                <a:cubicBezTo>
                  <a:pt x="369834" y="283058"/>
                  <a:pt x="272730" y="386210"/>
                  <a:pt x="179602" y="359204"/>
                </a:cubicBezTo>
                <a:cubicBezTo>
                  <a:pt x="66001" y="372570"/>
                  <a:pt x="4861" y="279427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-25991" y="84718"/>
                  <a:pt x="58756" y="-13954"/>
                  <a:pt x="179602" y="0"/>
                </a:cubicBezTo>
                <a:cubicBezTo>
                  <a:pt x="299759" y="10489"/>
                  <a:pt x="353287" y="90700"/>
                  <a:pt x="359204" y="179602"/>
                </a:cubicBezTo>
                <a:cubicBezTo>
                  <a:pt x="337251" y="283221"/>
                  <a:pt x="282861" y="363237"/>
                  <a:pt x="179602" y="359204"/>
                </a:cubicBezTo>
                <a:cubicBezTo>
                  <a:pt x="100767" y="373313"/>
                  <a:pt x="-6303" y="276491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419523899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17</a:t>
            </a: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1A83FC3C-26C5-A247-086C-6B259FABF056}"/>
              </a:ext>
            </a:extLst>
          </p:cNvPr>
          <p:cNvSpPr/>
          <p:nvPr/>
        </p:nvSpPr>
        <p:spPr>
          <a:xfrm>
            <a:off x="2452054" y="5286129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6964" y="70225"/>
                  <a:pt x="73878" y="-23125"/>
                  <a:pt x="179602" y="0"/>
                </a:cubicBezTo>
                <a:cubicBezTo>
                  <a:pt x="266167" y="-572"/>
                  <a:pt x="339477" y="79299"/>
                  <a:pt x="359204" y="179602"/>
                </a:cubicBezTo>
                <a:cubicBezTo>
                  <a:pt x="364894" y="279930"/>
                  <a:pt x="281713" y="350707"/>
                  <a:pt x="179602" y="359204"/>
                </a:cubicBezTo>
                <a:cubicBezTo>
                  <a:pt x="92982" y="360877"/>
                  <a:pt x="-8618" y="292900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-9158" y="68885"/>
                  <a:pt x="71055" y="11200"/>
                  <a:pt x="179602" y="0"/>
                </a:cubicBezTo>
                <a:cubicBezTo>
                  <a:pt x="292314" y="18153"/>
                  <a:pt x="352909" y="98928"/>
                  <a:pt x="359204" y="179602"/>
                </a:cubicBezTo>
                <a:cubicBezTo>
                  <a:pt x="353326" y="278875"/>
                  <a:pt x="284186" y="353496"/>
                  <a:pt x="179602" y="359204"/>
                </a:cubicBezTo>
                <a:cubicBezTo>
                  <a:pt x="81228" y="368871"/>
                  <a:pt x="9539" y="272657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825595500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18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36E04277-DBBE-E4EB-B076-59856B1E997E}"/>
              </a:ext>
            </a:extLst>
          </p:cNvPr>
          <p:cNvSpPr/>
          <p:nvPr/>
        </p:nvSpPr>
        <p:spPr>
          <a:xfrm>
            <a:off x="3600553" y="5286128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24703" y="65945"/>
                  <a:pt x="95355" y="4670"/>
                  <a:pt x="179602" y="0"/>
                </a:cubicBezTo>
                <a:cubicBezTo>
                  <a:pt x="302497" y="14820"/>
                  <a:pt x="347551" y="85919"/>
                  <a:pt x="359204" y="179602"/>
                </a:cubicBezTo>
                <a:cubicBezTo>
                  <a:pt x="364607" y="290862"/>
                  <a:pt x="261121" y="356688"/>
                  <a:pt x="179602" y="359204"/>
                </a:cubicBezTo>
                <a:cubicBezTo>
                  <a:pt x="72169" y="365166"/>
                  <a:pt x="244" y="286397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-7389" y="72766"/>
                  <a:pt x="71808" y="-7460"/>
                  <a:pt x="179602" y="0"/>
                </a:cubicBezTo>
                <a:cubicBezTo>
                  <a:pt x="292507" y="-18154"/>
                  <a:pt x="353560" y="67856"/>
                  <a:pt x="359204" y="179602"/>
                </a:cubicBezTo>
                <a:cubicBezTo>
                  <a:pt x="349035" y="273412"/>
                  <a:pt x="291905" y="367238"/>
                  <a:pt x="179602" y="359204"/>
                </a:cubicBezTo>
                <a:cubicBezTo>
                  <a:pt x="77895" y="356829"/>
                  <a:pt x="-14773" y="261831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06150649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45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DB712907-88E0-C2C9-8A5C-84B5C9302398}"/>
              </a:ext>
            </a:extLst>
          </p:cNvPr>
          <p:cNvSpPr/>
          <p:nvPr/>
        </p:nvSpPr>
        <p:spPr>
          <a:xfrm>
            <a:off x="1770920" y="5286129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3563" y="87169"/>
                  <a:pt x="82916" y="-3338"/>
                  <a:pt x="179602" y="0"/>
                </a:cubicBezTo>
                <a:cubicBezTo>
                  <a:pt x="284427" y="2973"/>
                  <a:pt x="371208" y="58602"/>
                  <a:pt x="359204" y="179602"/>
                </a:cubicBezTo>
                <a:cubicBezTo>
                  <a:pt x="361369" y="279575"/>
                  <a:pt x="263127" y="361866"/>
                  <a:pt x="179602" y="359204"/>
                </a:cubicBezTo>
                <a:cubicBezTo>
                  <a:pt x="92736" y="359523"/>
                  <a:pt x="7904" y="269920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-21509" y="75008"/>
                  <a:pt x="92103" y="-16549"/>
                  <a:pt x="179602" y="0"/>
                </a:cubicBezTo>
                <a:cubicBezTo>
                  <a:pt x="295629" y="-12502"/>
                  <a:pt x="348773" y="96356"/>
                  <a:pt x="359204" y="179602"/>
                </a:cubicBezTo>
                <a:cubicBezTo>
                  <a:pt x="362779" y="283107"/>
                  <a:pt x="271244" y="358151"/>
                  <a:pt x="179602" y="359204"/>
                </a:cubicBezTo>
                <a:cubicBezTo>
                  <a:pt x="75011" y="385137"/>
                  <a:pt x="1075" y="289362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559955100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15</a:t>
            </a:r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D2E64482-F3C5-2C0F-51FC-780FCCE6E00E}"/>
              </a:ext>
            </a:extLst>
          </p:cNvPr>
          <p:cNvCxnSpPr>
            <a:stCxn id="62" idx="3"/>
            <a:endCxn id="64" idx="0"/>
          </p:cNvCxnSpPr>
          <p:nvPr/>
        </p:nvCxnSpPr>
        <p:spPr>
          <a:xfrm flipH="1">
            <a:off x="2293922" y="4519397"/>
            <a:ext cx="402245" cy="248949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204311DB-B039-53F4-CFFC-0C3CA6D9D84F}"/>
              </a:ext>
            </a:extLst>
          </p:cNvPr>
          <p:cNvCxnSpPr>
            <a:stCxn id="62" idx="5"/>
            <a:endCxn id="63" idx="0"/>
          </p:cNvCxnSpPr>
          <p:nvPr/>
        </p:nvCxnSpPr>
        <p:spPr>
          <a:xfrm>
            <a:off x="2950162" y="4519397"/>
            <a:ext cx="470790" cy="253672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291AFAA1-7B06-D97A-49D9-43ADFD9075A1}"/>
              </a:ext>
            </a:extLst>
          </p:cNvPr>
          <p:cNvCxnSpPr>
            <a:stCxn id="64" idx="3"/>
            <a:endCxn id="67" idx="0"/>
          </p:cNvCxnSpPr>
          <p:nvPr/>
        </p:nvCxnSpPr>
        <p:spPr>
          <a:xfrm flipH="1">
            <a:off x="1950522" y="5074945"/>
            <a:ext cx="216402" cy="211184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5BA06E48-81F9-8FCF-F787-ECD34C788818}"/>
              </a:ext>
            </a:extLst>
          </p:cNvPr>
          <p:cNvCxnSpPr>
            <a:stCxn id="64" idx="5"/>
            <a:endCxn id="65" idx="0"/>
          </p:cNvCxnSpPr>
          <p:nvPr/>
        </p:nvCxnSpPr>
        <p:spPr>
          <a:xfrm>
            <a:off x="2420919" y="5074945"/>
            <a:ext cx="210737" cy="211184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795CF335-EE1F-614C-EF32-21B6A02FF060}"/>
              </a:ext>
            </a:extLst>
          </p:cNvPr>
          <p:cNvCxnSpPr>
            <a:cxnSpLocks/>
            <a:stCxn id="63" idx="3"/>
            <a:endCxn id="73" idx="0"/>
          </p:cNvCxnSpPr>
          <p:nvPr/>
        </p:nvCxnSpPr>
        <p:spPr>
          <a:xfrm flipH="1">
            <a:off x="3142829" y="5079668"/>
            <a:ext cx="151125" cy="206460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Oval 72">
            <a:extLst>
              <a:ext uri="{FF2B5EF4-FFF2-40B4-BE49-F238E27FC236}">
                <a16:creationId xmlns:a16="http://schemas.microsoft.com/office/drawing/2014/main" id="{39F402EC-D82B-E5E2-126C-A5CF0EBEF7E0}"/>
              </a:ext>
            </a:extLst>
          </p:cNvPr>
          <p:cNvSpPr/>
          <p:nvPr/>
        </p:nvSpPr>
        <p:spPr>
          <a:xfrm>
            <a:off x="2963227" y="5286128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17132" y="59065"/>
                  <a:pt x="79659" y="-7001"/>
                  <a:pt x="179602" y="0"/>
                </a:cubicBezTo>
                <a:cubicBezTo>
                  <a:pt x="285774" y="4334"/>
                  <a:pt x="352247" y="83450"/>
                  <a:pt x="359204" y="179602"/>
                </a:cubicBezTo>
                <a:cubicBezTo>
                  <a:pt x="356483" y="257071"/>
                  <a:pt x="263062" y="360739"/>
                  <a:pt x="179602" y="359204"/>
                </a:cubicBezTo>
                <a:cubicBezTo>
                  <a:pt x="60585" y="368787"/>
                  <a:pt x="5646" y="292773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418" y="73521"/>
                  <a:pt x="86950" y="7385"/>
                  <a:pt x="179602" y="0"/>
                </a:cubicBezTo>
                <a:cubicBezTo>
                  <a:pt x="275512" y="1581"/>
                  <a:pt x="352987" y="56951"/>
                  <a:pt x="359204" y="179602"/>
                </a:cubicBezTo>
                <a:cubicBezTo>
                  <a:pt x="361853" y="276801"/>
                  <a:pt x="288956" y="362448"/>
                  <a:pt x="179602" y="359204"/>
                </a:cubicBezTo>
                <a:cubicBezTo>
                  <a:pt x="82230" y="371745"/>
                  <a:pt x="-3920" y="254307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0395056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25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E821F06E-1416-5FAA-0EAF-46DB2D25DF2B}"/>
              </a:ext>
            </a:extLst>
          </p:cNvPr>
          <p:cNvCxnSpPr>
            <a:cxnSpLocks/>
            <a:stCxn id="66" idx="0"/>
            <a:endCxn id="63" idx="5"/>
          </p:cNvCxnSpPr>
          <p:nvPr/>
        </p:nvCxnSpPr>
        <p:spPr>
          <a:xfrm flipH="1" flipV="1">
            <a:off x="3547949" y="5079668"/>
            <a:ext cx="232206" cy="206460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Oval 75">
            <a:extLst>
              <a:ext uri="{FF2B5EF4-FFF2-40B4-BE49-F238E27FC236}">
                <a16:creationId xmlns:a16="http://schemas.microsoft.com/office/drawing/2014/main" id="{27422648-AE4B-A12E-E064-AFF89787AC89}"/>
              </a:ext>
            </a:extLst>
          </p:cNvPr>
          <p:cNvSpPr/>
          <p:nvPr/>
        </p:nvSpPr>
        <p:spPr>
          <a:xfrm>
            <a:off x="1494785" y="5803912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2548" y="81166"/>
                  <a:pt x="78916" y="-4068"/>
                  <a:pt x="179602" y="0"/>
                </a:cubicBezTo>
                <a:cubicBezTo>
                  <a:pt x="257107" y="-15718"/>
                  <a:pt x="351812" y="88702"/>
                  <a:pt x="359204" y="179602"/>
                </a:cubicBezTo>
                <a:cubicBezTo>
                  <a:pt x="352811" y="272491"/>
                  <a:pt x="279416" y="330835"/>
                  <a:pt x="179602" y="359204"/>
                </a:cubicBezTo>
                <a:cubicBezTo>
                  <a:pt x="88416" y="339767"/>
                  <a:pt x="19967" y="290349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5771" y="79470"/>
                  <a:pt x="62300" y="21695"/>
                  <a:pt x="179602" y="0"/>
                </a:cubicBezTo>
                <a:cubicBezTo>
                  <a:pt x="271183" y="499"/>
                  <a:pt x="344302" y="80490"/>
                  <a:pt x="359204" y="179602"/>
                </a:cubicBezTo>
                <a:cubicBezTo>
                  <a:pt x="377910" y="258554"/>
                  <a:pt x="267508" y="373457"/>
                  <a:pt x="179602" y="359204"/>
                </a:cubicBezTo>
                <a:cubicBezTo>
                  <a:pt x="95780" y="361964"/>
                  <a:pt x="-15160" y="277946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756963170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10</a:t>
            </a: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D1AF04DC-0A5D-790C-F2FF-C262CC7F0A0B}"/>
              </a:ext>
            </a:extLst>
          </p:cNvPr>
          <p:cNvCxnSpPr>
            <a:stCxn id="67" idx="3"/>
            <a:endCxn id="76" idx="0"/>
          </p:cNvCxnSpPr>
          <p:nvPr/>
        </p:nvCxnSpPr>
        <p:spPr>
          <a:xfrm flipH="1">
            <a:off x="1674387" y="5592728"/>
            <a:ext cx="149137" cy="211184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Oval 79">
            <a:extLst>
              <a:ext uri="{FF2B5EF4-FFF2-40B4-BE49-F238E27FC236}">
                <a16:creationId xmlns:a16="http://schemas.microsoft.com/office/drawing/2014/main" id="{5271FE94-A703-5551-2B70-4CD72B0E275B}"/>
              </a:ext>
            </a:extLst>
          </p:cNvPr>
          <p:cNvSpPr/>
          <p:nvPr/>
        </p:nvSpPr>
        <p:spPr>
          <a:xfrm>
            <a:off x="1245819" y="6290112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4309" y="90522"/>
                  <a:pt x="65468" y="16151"/>
                  <a:pt x="179602" y="0"/>
                </a:cubicBezTo>
                <a:cubicBezTo>
                  <a:pt x="283737" y="-3605"/>
                  <a:pt x="362852" y="67933"/>
                  <a:pt x="359204" y="179602"/>
                </a:cubicBezTo>
                <a:cubicBezTo>
                  <a:pt x="338311" y="277085"/>
                  <a:pt x="284554" y="357232"/>
                  <a:pt x="179602" y="359204"/>
                </a:cubicBezTo>
                <a:cubicBezTo>
                  <a:pt x="80138" y="335540"/>
                  <a:pt x="3989" y="306108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-19967" y="82803"/>
                  <a:pt x="88216" y="5906"/>
                  <a:pt x="179602" y="0"/>
                </a:cubicBezTo>
                <a:cubicBezTo>
                  <a:pt x="281777" y="3020"/>
                  <a:pt x="357371" y="81840"/>
                  <a:pt x="359204" y="179602"/>
                </a:cubicBezTo>
                <a:cubicBezTo>
                  <a:pt x="341376" y="273488"/>
                  <a:pt x="289473" y="385164"/>
                  <a:pt x="179602" y="359204"/>
                </a:cubicBezTo>
                <a:cubicBezTo>
                  <a:pt x="82701" y="360868"/>
                  <a:pt x="9254" y="255717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875976086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5</a:t>
            </a: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FE57ADBB-8A0D-56DD-4704-1CFA00FB9CBF}"/>
              </a:ext>
            </a:extLst>
          </p:cNvPr>
          <p:cNvCxnSpPr>
            <a:cxnSpLocks/>
            <a:stCxn id="76" idx="3"/>
            <a:endCxn id="80" idx="0"/>
          </p:cNvCxnSpPr>
          <p:nvPr/>
        </p:nvCxnSpPr>
        <p:spPr>
          <a:xfrm flipH="1">
            <a:off x="1425421" y="6110511"/>
            <a:ext cx="121968" cy="179601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Oval 83">
            <a:extLst>
              <a:ext uri="{FF2B5EF4-FFF2-40B4-BE49-F238E27FC236}">
                <a16:creationId xmlns:a16="http://schemas.microsoft.com/office/drawing/2014/main" id="{25BA1FE4-A334-6D7B-6DDB-D11F4C806A12}"/>
              </a:ext>
            </a:extLst>
          </p:cNvPr>
          <p:cNvSpPr/>
          <p:nvPr/>
        </p:nvSpPr>
        <p:spPr>
          <a:xfrm>
            <a:off x="5448673" y="4212798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12856" y="91544"/>
                  <a:pt x="74347" y="-14279"/>
                  <a:pt x="179602" y="0"/>
                </a:cubicBezTo>
                <a:cubicBezTo>
                  <a:pt x="257157" y="56"/>
                  <a:pt x="366788" y="61535"/>
                  <a:pt x="359204" y="179602"/>
                </a:cubicBezTo>
                <a:cubicBezTo>
                  <a:pt x="353057" y="272923"/>
                  <a:pt x="274093" y="364186"/>
                  <a:pt x="179602" y="359204"/>
                </a:cubicBezTo>
                <a:cubicBezTo>
                  <a:pt x="96712" y="374407"/>
                  <a:pt x="-3271" y="260254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5466" y="62594"/>
                  <a:pt x="71352" y="596"/>
                  <a:pt x="179602" y="0"/>
                </a:cubicBezTo>
                <a:cubicBezTo>
                  <a:pt x="286111" y="6254"/>
                  <a:pt x="359575" y="86311"/>
                  <a:pt x="359204" y="179602"/>
                </a:cubicBezTo>
                <a:cubicBezTo>
                  <a:pt x="370005" y="265687"/>
                  <a:pt x="283302" y="365833"/>
                  <a:pt x="179602" y="359204"/>
                </a:cubicBezTo>
                <a:cubicBezTo>
                  <a:pt x="62525" y="380306"/>
                  <a:pt x="3148" y="280238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119489818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20</a:t>
            </a:r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45C09E31-F5F8-AEFF-CE3C-3FDEB6161084}"/>
              </a:ext>
            </a:extLst>
          </p:cNvPr>
          <p:cNvSpPr/>
          <p:nvPr/>
        </p:nvSpPr>
        <p:spPr>
          <a:xfrm>
            <a:off x="6046460" y="4773069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12448" y="71606"/>
                  <a:pt x="57670" y="-3751"/>
                  <a:pt x="179602" y="0"/>
                </a:cubicBezTo>
                <a:cubicBezTo>
                  <a:pt x="257836" y="-9160"/>
                  <a:pt x="365139" y="101255"/>
                  <a:pt x="359204" y="179602"/>
                </a:cubicBezTo>
                <a:cubicBezTo>
                  <a:pt x="376391" y="284771"/>
                  <a:pt x="281275" y="338389"/>
                  <a:pt x="179602" y="359204"/>
                </a:cubicBezTo>
                <a:cubicBezTo>
                  <a:pt x="91053" y="345866"/>
                  <a:pt x="11748" y="299467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18537" y="74462"/>
                  <a:pt x="87990" y="1691"/>
                  <a:pt x="179602" y="0"/>
                </a:cubicBezTo>
                <a:cubicBezTo>
                  <a:pt x="289843" y="3780"/>
                  <a:pt x="343583" y="76204"/>
                  <a:pt x="359204" y="179602"/>
                </a:cubicBezTo>
                <a:cubicBezTo>
                  <a:pt x="340974" y="277407"/>
                  <a:pt x="304120" y="363193"/>
                  <a:pt x="179602" y="359204"/>
                </a:cubicBezTo>
                <a:cubicBezTo>
                  <a:pt x="98780" y="349737"/>
                  <a:pt x="9024" y="291999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895667107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34</a:t>
            </a: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B15D4DF8-0786-BAF4-E1C2-52A67355D82C}"/>
              </a:ext>
            </a:extLst>
          </p:cNvPr>
          <p:cNvSpPr/>
          <p:nvPr/>
        </p:nvSpPr>
        <p:spPr>
          <a:xfrm>
            <a:off x="4919430" y="4768346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349" y="60777"/>
                  <a:pt x="75751" y="10318"/>
                  <a:pt x="179602" y="0"/>
                </a:cubicBezTo>
                <a:cubicBezTo>
                  <a:pt x="273835" y="206"/>
                  <a:pt x="344344" y="59420"/>
                  <a:pt x="359204" y="179602"/>
                </a:cubicBezTo>
                <a:cubicBezTo>
                  <a:pt x="344377" y="280965"/>
                  <a:pt x="279790" y="334467"/>
                  <a:pt x="179602" y="359204"/>
                </a:cubicBezTo>
                <a:cubicBezTo>
                  <a:pt x="83169" y="364373"/>
                  <a:pt x="-511" y="295219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-2177" y="107957"/>
                  <a:pt x="78899" y="-10627"/>
                  <a:pt x="179602" y="0"/>
                </a:cubicBezTo>
                <a:cubicBezTo>
                  <a:pt x="299403" y="-12500"/>
                  <a:pt x="360030" y="77783"/>
                  <a:pt x="359204" y="179602"/>
                </a:cubicBezTo>
                <a:cubicBezTo>
                  <a:pt x="375223" y="262119"/>
                  <a:pt x="255889" y="369377"/>
                  <a:pt x="179602" y="359204"/>
                </a:cubicBezTo>
                <a:cubicBezTo>
                  <a:pt x="93803" y="355544"/>
                  <a:pt x="-967" y="267683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65590802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17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DC6C89AF-4B4E-1E26-F049-DCB8319D5B66}"/>
              </a:ext>
            </a:extLst>
          </p:cNvPr>
          <p:cNvSpPr/>
          <p:nvPr/>
        </p:nvSpPr>
        <p:spPr>
          <a:xfrm>
            <a:off x="5257164" y="5286129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4838" y="72794"/>
                  <a:pt x="83699" y="4722"/>
                  <a:pt x="179602" y="0"/>
                </a:cubicBezTo>
                <a:cubicBezTo>
                  <a:pt x="276815" y="2713"/>
                  <a:pt x="363070" y="87587"/>
                  <a:pt x="359204" y="179602"/>
                </a:cubicBezTo>
                <a:cubicBezTo>
                  <a:pt x="349013" y="276438"/>
                  <a:pt x="259808" y="378491"/>
                  <a:pt x="179602" y="359204"/>
                </a:cubicBezTo>
                <a:cubicBezTo>
                  <a:pt x="64216" y="364767"/>
                  <a:pt x="8234" y="271861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8668" y="77146"/>
                  <a:pt x="80062" y="-25947"/>
                  <a:pt x="179602" y="0"/>
                </a:cubicBezTo>
                <a:cubicBezTo>
                  <a:pt x="279917" y="-13388"/>
                  <a:pt x="368727" y="60378"/>
                  <a:pt x="359204" y="179602"/>
                </a:cubicBezTo>
                <a:cubicBezTo>
                  <a:pt x="363401" y="279009"/>
                  <a:pt x="285113" y="362062"/>
                  <a:pt x="179602" y="359204"/>
                </a:cubicBezTo>
                <a:cubicBezTo>
                  <a:pt x="90090" y="366187"/>
                  <a:pt x="-17122" y="279967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172713316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18</a:t>
            </a:r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7609E4A3-B6D7-64C6-7562-28155D00CE26}"/>
              </a:ext>
            </a:extLst>
          </p:cNvPr>
          <p:cNvSpPr/>
          <p:nvPr/>
        </p:nvSpPr>
        <p:spPr>
          <a:xfrm>
            <a:off x="6405663" y="5286128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8865" y="73203"/>
                  <a:pt x="91336" y="-4248"/>
                  <a:pt x="179602" y="0"/>
                </a:cubicBezTo>
                <a:cubicBezTo>
                  <a:pt x="263719" y="21028"/>
                  <a:pt x="356331" y="51684"/>
                  <a:pt x="359204" y="179602"/>
                </a:cubicBezTo>
                <a:cubicBezTo>
                  <a:pt x="366567" y="263995"/>
                  <a:pt x="276784" y="350612"/>
                  <a:pt x="179602" y="359204"/>
                </a:cubicBezTo>
                <a:cubicBezTo>
                  <a:pt x="88257" y="358202"/>
                  <a:pt x="-4133" y="268780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-799" y="66589"/>
                  <a:pt x="89548" y="-11423"/>
                  <a:pt x="179602" y="0"/>
                </a:cubicBezTo>
                <a:cubicBezTo>
                  <a:pt x="263482" y="15422"/>
                  <a:pt x="381955" y="68838"/>
                  <a:pt x="359204" y="179602"/>
                </a:cubicBezTo>
                <a:cubicBezTo>
                  <a:pt x="374047" y="281163"/>
                  <a:pt x="277488" y="356800"/>
                  <a:pt x="179602" y="359204"/>
                </a:cubicBezTo>
                <a:cubicBezTo>
                  <a:pt x="66471" y="347483"/>
                  <a:pt x="-17942" y="275777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330534377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45</a:t>
            </a: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D1DC57A1-D99E-AD75-84C7-A860AA51583D}"/>
              </a:ext>
            </a:extLst>
          </p:cNvPr>
          <p:cNvSpPr/>
          <p:nvPr/>
        </p:nvSpPr>
        <p:spPr>
          <a:xfrm>
            <a:off x="4884963" y="5803910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4567" y="84626"/>
                  <a:pt x="74401" y="6848"/>
                  <a:pt x="179602" y="0"/>
                </a:cubicBezTo>
                <a:cubicBezTo>
                  <a:pt x="293647" y="-17154"/>
                  <a:pt x="375197" y="99865"/>
                  <a:pt x="359204" y="179602"/>
                </a:cubicBezTo>
                <a:cubicBezTo>
                  <a:pt x="355744" y="282515"/>
                  <a:pt x="285760" y="344132"/>
                  <a:pt x="179602" y="359204"/>
                </a:cubicBezTo>
                <a:cubicBezTo>
                  <a:pt x="84045" y="373763"/>
                  <a:pt x="-6165" y="27980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-10461" y="107736"/>
                  <a:pt x="83855" y="-2224"/>
                  <a:pt x="179602" y="0"/>
                </a:cubicBezTo>
                <a:cubicBezTo>
                  <a:pt x="279706" y="-7541"/>
                  <a:pt x="370466" y="83750"/>
                  <a:pt x="359204" y="179602"/>
                </a:cubicBezTo>
                <a:cubicBezTo>
                  <a:pt x="352472" y="286117"/>
                  <a:pt x="282423" y="378006"/>
                  <a:pt x="179602" y="359204"/>
                </a:cubicBezTo>
                <a:cubicBezTo>
                  <a:pt x="102282" y="369907"/>
                  <a:pt x="-7680" y="269513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26494800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15</a:t>
            </a:r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814457B0-DCA5-BFC5-D158-CD80DB620A86}"/>
              </a:ext>
            </a:extLst>
          </p:cNvPr>
          <p:cNvCxnSpPr>
            <a:stCxn id="84" idx="3"/>
            <a:endCxn id="86" idx="0"/>
          </p:cNvCxnSpPr>
          <p:nvPr/>
        </p:nvCxnSpPr>
        <p:spPr>
          <a:xfrm flipH="1">
            <a:off x="5099032" y="4519397"/>
            <a:ext cx="402245" cy="248949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BF83673F-3411-6402-1A0A-4AD2E5A9C486}"/>
              </a:ext>
            </a:extLst>
          </p:cNvPr>
          <p:cNvCxnSpPr>
            <a:stCxn id="84" idx="5"/>
            <a:endCxn id="85" idx="0"/>
          </p:cNvCxnSpPr>
          <p:nvPr/>
        </p:nvCxnSpPr>
        <p:spPr>
          <a:xfrm>
            <a:off x="5755272" y="4519397"/>
            <a:ext cx="470790" cy="253672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70D430A4-E52C-EBC6-3FA6-0A564F72DAF8}"/>
              </a:ext>
            </a:extLst>
          </p:cNvPr>
          <p:cNvCxnSpPr>
            <a:cxnSpLocks/>
            <a:stCxn id="86" idx="3"/>
            <a:endCxn id="97" idx="0"/>
          </p:cNvCxnSpPr>
          <p:nvPr/>
        </p:nvCxnSpPr>
        <p:spPr>
          <a:xfrm flipH="1">
            <a:off x="4767684" y="5074945"/>
            <a:ext cx="204350" cy="211182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3F792377-6074-AF9A-65EF-D797A68524C2}"/>
              </a:ext>
            </a:extLst>
          </p:cNvPr>
          <p:cNvCxnSpPr>
            <a:stCxn id="86" idx="5"/>
            <a:endCxn id="87" idx="0"/>
          </p:cNvCxnSpPr>
          <p:nvPr/>
        </p:nvCxnSpPr>
        <p:spPr>
          <a:xfrm>
            <a:off x="5226029" y="5074945"/>
            <a:ext cx="210737" cy="211184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E1C31037-40BC-D5BD-C92B-B0D0082BD3A8}"/>
              </a:ext>
            </a:extLst>
          </p:cNvPr>
          <p:cNvCxnSpPr>
            <a:cxnSpLocks/>
            <a:stCxn id="85" idx="3"/>
            <a:endCxn id="95" idx="0"/>
          </p:cNvCxnSpPr>
          <p:nvPr/>
        </p:nvCxnSpPr>
        <p:spPr>
          <a:xfrm flipH="1">
            <a:off x="5947939" y="5079668"/>
            <a:ext cx="151125" cy="206460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Oval 94">
            <a:extLst>
              <a:ext uri="{FF2B5EF4-FFF2-40B4-BE49-F238E27FC236}">
                <a16:creationId xmlns:a16="http://schemas.microsoft.com/office/drawing/2014/main" id="{10830314-AB5C-26CC-085C-7280DCE0FC0B}"/>
              </a:ext>
            </a:extLst>
          </p:cNvPr>
          <p:cNvSpPr/>
          <p:nvPr/>
        </p:nvSpPr>
        <p:spPr>
          <a:xfrm>
            <a:off x="5768337" y="5286128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104" y="79361"/>
                  <a:pt x="80814" y="-28632"/>
                  <a:pt x="179602" y="0"/>
                </a:cubicBezTo>
                <a:cubicBezTo>
                  <a:pt x="253304" y="-13670"/>
                  <a:pt x="367535" y="69390"/>
                  <a:pt x="359204" y="179602"/>
                </a:cubicBezTo>
                <a:cubicBezTo>
                  <a:pt x="343274" y="282283"/>
                  <a:pt x="295497" y="354230"/>
                  <a:pt x="179602" y="359204"/>
                </a:cubicBezTo>
                <a:cubicBezTo>
                  <a:pt x="77283" y="358979"/>
                  <a:pt x="-5927" y="29947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-7111" y="91093"/>
                  <a:pt x="68548" y="-2852"/>
                  <a:pt x="179602" y="0"/>
                </a:cubicBezTo>
                <a:cubicBezTo>
                  <a:pt x="296850" y="2275"/>
                  <a:pt x="358291" y="74449"/>
                  <a:pt x="359204" y="179602"/>
                </a:cubicBezTo>
                <a:cubicBezTo>
                  <a:pt x="361033" y="281212"/>
                  <a:pt x="281612" y="358324"/>
                  <a:pt x="179602" y="359204"/>
                </a:cubicBezTo>
                <a:cubicBezTo>
                  <a:pt x="82244" y="364102"/>
                  <a:pt x="-1494" y="276709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973968567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25</a:t>
            </a:r>
          </a:p>
        </p:txBody>
      </p: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6D054893-AE2A-3363-53D8-0397DE8A887B}"/>
              </a:ext>
            </a:extLst>
          </p:cNvPr>
          <p:cNvCxnSpPr>
            <a:cxnSpLocks/>
            <a:stCxn id="88" idx="0"/>
            <a:endCxn id="85" idx="5"/>
          </p:cNvCxnSpPr>
          <p:nvPr/>
        </p:nvCxnSpPr>
        <p:spPr>
          <a:xfrm flipH="1" flipV="1">
            <a:off x="6353059" y="5079668"/>
            <a:ext cx="232206" cy="206460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Oval 96">
            <a:extLst>
              <a:ext uri="{FF2B5EF4-FFF2-40B4-BE49-F238E27FC236}">
                <a16:creationId xmlns:a16="http://schemas.microsoft.com/office/drawing/2014/main" id="{1B96554C-1A53-A1B2-28BD-8D3BB04544AD}"/>
              </a:ext>
            </a:extLst>
          </p:cNvPr>
          <p:cNvSpPr/>
          <p:nvPr/>
        </p:nvSpPr>
        <p:spPr>
          <a:xfrm>
            <a:off x="4588082" y="5286127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22231" y="94166"/>
                  <a:pt x="64408" y="3224"/>
                  <a:pt x="179602" y="0"/>
                </a:cubicBezTo>
                <a:cubicBezTo>
                  <a:pt x="301687" y="-4294"/>
                  <a:pt x="347798" y="105848"/>
                  <a:pt x="359204" y="179602"/>
                </a:cubicBezTo>
                <a:cubicBezTo>
                  <a:pt x="359068" y="268188"/>
                  <a:pt x="302425" y="368895"/>
                  <a:pt x="179602" y="359204"/>
                </a:cubicBezTo>
                <a:cubicBezTo>
                  <a:pt x="56466" y="356676"/>
                  <a:pt x="-27833" y="281114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12338" y="67921"/>
                  <a:pt x="68157" y="-23799"/>
                  <a:pt x="179602" y="0"/>
                </a:cubicBezTo>
                <a:cubicBezTo>
                  <a:pt x="279742" y="15574"/>
                  <a:pt x="382769" y="88653"/>
                  <a:pt x="359204" y="179602"/>
                </a:cubicBezTo>
                <a:cubicBezTo>
                  <a:pt x="365040" y="266755"/>
                  <a:pt x="283161" y="374141"/>
                  <a:pt x="179602" y="359204"/>
                </a:cubicBezTo>
                <a:cubicBezTo>
                  <a:pt x="82676" y="333685"/>
                  <a:pt x="17716" y="297201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566712039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10</a:t>
            </a:r>
          </a:p>
        </p:txBody>
      </p: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96895ECE-AC26-402E-4765-1E07A8BE2BCC}"/>
              </a:ext>
            </a:extLst>
          </p:cNvPr>
          <p:cNvCxnSpPr>
            <a:cxnSpLocks/>
            <a:stCxn id="89" idx="0"/>
            <a:endCxn id="97" idx="5"/>
          </p:cNvCxnSpPr>
          <p:nvPr/>
        </p:nvCxnSpPr>
        <p:spPr>
          <a:xfrm flipH="1" flipV="1">
            <a:off x="4894681" y="5592726"/>
            <a:ext cx="169884" cy="211184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Oval 98">
            <a:extLst>
              <a:ext uri="{FF2B5EF4-FFF2-40B4-BE49-F238E27FC236}">
                <a16:creationId xmlns:a16="http://schemas.microsoft.com/office/drawing/2014/main" id="{5CEDF1A2-758F-210E-1FCD-9AA5EBCE1C2D}"/>
              </a:ext>
            </a:extLst>
          </p:cNvPr>
          <p:cNvSpPr/>
          <p:nvPr/>
        </p:nvSpPr>
        <p:spPr>
          <a:xfrm>
            <a:off x="4318680" y="5803911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10977" y="72253"/>
                  <a:pt x="88628" y="22110"/>
                  <a:pt x="179602" y="0"/>
                </a:cubicBezTo>
                <a:cubicBezTo>
                  <a:pt x="286060" y="-1036"/>
                  <a:pt x="334646" y="92392"/>
                  <a:pt x="359204" y="179602"/>
                </a:cubicBezTo>
                <a:cubicBezTo>
                  <a:pt x="363999" y="282563"/>
                  <a:pt x="286513" y="376066"/>
                  <a:pt x="179602" y="359204"/>
                </a:cubicBezTo>
                <a:cubicBezTo>
                  <a:pt x="86726" y="350607"/>
                  <a:pt x="1852" y="299529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24179" y="82243"/>
                  <a:pt x="70880" y="4760"/>
                  <a:pt x="179602" y="0"/>
                </a:cubicBezTo>
                <a:cubicBezTo>
                  <a:pt x="275040" y="-15933"/>
                  <a:pt x="370472" y="58088"/>
                  <a:pt x="359204" y="179602"/>
                </a:cubicBezTo>
                <a:cubicBezTo>
                  <a:pt x="367458" y="279909"/>
                  <a:pt x="296202" y="359594"/>
                  <a:pt x="179602" y="359204"/>
                </a:cubicBezTo>
                <a:cubicBezTo>
                  <a:pt x="60328" y="338931"/>
                  <a:pt x="24928" y="2896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847714935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5</a:t>
            </a:r>
          </a:p>
        </p:txBody>
      </p: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D5075CE1-8344-D59A-5729-60A114DBE692}"/>
              </a:ext>
            </a:extLst>
          </p:cNvPr>
          <p:cNvCxnSpPr>
            <a:stCxn id="97" idx="3"/>
            <a:endCxn id="99" idx="0"/>
          </p:cNvCxnSpPr>
          <p:nvPr/>
        </p:nvCxnSpPr>
        <p:spPr>
          <a:xfrm flipH="1">
            <a:off x="4498282" y="5592726"/>
            <a:ext cx="142404" cy="211185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Rectangle: Rounded Corners 110">
            <a:extLst>
              <a:ext uri="{FF2B5EF4-FFF2-40B4-BE49-F238E27FC236}">
                <a16:creationId xmlns:a16="http://schemas.microsoft.com/office/drawing/2014/main" id="{7886105A-9413-2C2B-CE12-BC2E2FF699E6}"/>
              </a:ext>
            </a:extLst>
          </p:cNvPr>
          <p:cNvSpPr/>
          <p:nvPr/>
        </p:nvSpPr>
        <p:spPr>
          <a:xfrm>
            <a:off x="1002129" y="1898945"/>
            <a:ext cx="8309529" cy="2188653"/>
          </a:xfrm>
          <a:custGeom>
            <a:avLst/>
            <a:gdLst>
              <a:gd name="csX0" fmla="*/ 0 w 8309529"/>
              <a:gd name="csY0" fmla="*/ 364783 h 2188653"/>
              <a:gd name="csX1" fmla="*/ 364783 w 8309529"/>
              <a:gd name="csY1" fmla="*/ 0 h 2188653"/>
              <a:gd name="csX2" fmla="*/ 947857 w 8309529"/>
              <a:gd name="csY2" fmla="*/ 0 h 2188653"/>
              <a:gd name="csX3" fmla="*/ 1682530 w 8309529"/>
              <a:gd name="csY3" fmla="*/ 0 h 2188653"/>
              <a:gd name="csX4" fmla="*/ 2265604 w 8309529"/>
              <a:gd name="csY4" fmla="*/ 0 h 2188653"/>
              <a:gd name="csX5" fmla="*/ 2848679 w 8309529"/>
              <a:gd name="csY5" fmla="*/ 0 h 2188653"/>
              <a:gd name="csX6" fmla="*/ 3431753 w 8309529"/>
              <a:gd name="csY6" fmla="*/ 0 h 2188653"/>
              <a:gd name="csX7" fmla="*/ 3787428 w 8309529"/>
              <a:gd name="csY7" fmla="*/ 0 h 2188653"/>
              <a:gd name="csX8" fmla="*/ 4446302 w 8309529"/>
              <a:gd name="csY8" fmla="*/ 0 h 2188653"/>
              <a:gd name="csX9" fmla="*/ 5180975 w 8309529"/>
              <a:gd name="csY9" fmla="*/ 0 h 2188653"/>
              <a:gd name="csX10" fmla="*/ 5536650 w 8309529"/>
              <a:gd name="csY10" fmla="*/ 0 h 2188653"/>
              <a:gd name="csX11" fmla="*/ 5892325 w 8309529"/>
              <a:gd name="csY11" fmla="*/ 0 h 2188653"/>
              <a:gd name="csX12" fmla="*/ 6475399 w 8309529"/>
              <a:gd name="csY12" fmla="*/ 0 h 2188653"/>
              <a:gd name="csX13" fmla="*/ 7058473 w 8309529"/>
              <a:gd name="csY13" fmla="*/ 0 h 2188653"/>
              <a:gd name="csX14" fmla="*/ 7944746 w 8309529"/>
              <a:gd name="csY14" fmla="*/ 0 h 2188653"/>
              <a:gd name="csX15" fmla="*/ 8309529 w 8309529"/>
              <a:gd name="csY15" fmla="*/ 364783 h 2188653"/>
              <a:gd name="csX16" fmla="*/ 8309529 w 8309529"/>
              <a:gd name="csY16" fmla="*/ 836554 h 2188653"/>
              <a:gd name="csX17" fmla="*/ 8309529 w 8309529"/>
              <a:gd name="csY17" fmla="*/ 1322917 h 2188653"/>
              <a:gd name="csX18" fmla="*/ 8309529 w 8309529"/>
              <a:gd name="csY18" fmla="*/ 1823870 h 2188653"/>
              <a:gd name="csX19" fmla="*/ 7944746 w 8309529"/>
              <a:gd name="csY19" fmla="*/ 2188653 h 2188653"/>
              <a:gd name="csX20" fmla="*/ 7589071 w 8309529"/>
              <a:gd name="csY20" fmla="*/ 2188653 h 2188653"/>
              <a:gd name="csX21" fmla="*/ 6930197 w 8309529"/>
              <a:gd name="csY21" fmla="*/ 2188653 h 2188653"/>
              <a:gd name="csX22" fmla="*/ 6271323 w 8309529"/>
              <a:gd name="csY22" fmla="*/ 2188653 h 2188653"/>
              <a:gd name="csX23" fmla="*/ 5839849 w 8309529"/>
              <a:gd name="csY23" fmla="*/ 2188653 h 2188653"/>
              <a:gd name="csX24" fmla="*/ 5256775 w 8309529"/>
              <a:gd name="csY24" fmla="*/ 2188653 h 2188653"/>
              <a:gd name="csX25" fmla="*/ 4749500 w 8309529"/>
              <a:gd name="csY25" fmla="*/ 2188653 h 2188653"/>
              <a:gd name="csX26" fmla="*/ 4393825 w 8309529"/>
              <a:gd name="csY26" fmla="*/ 2188653 h 2188653"/>
              <a:gd name="csX27" fmla="*/ 3659152 w 8309529"/>
              <a:gd name="csY27" fmla="*/ 2188653 h 2188653"/>
              <a:gd name="csX28" fmla="*/ 3151877 w 8309529"/>
              <a:gd name="csY28" fmla="*/ 2188653 h 2188653"/>
              <a:gd name="csX29" fmla="*/ 2720402 w 8309529"/>
              <a:gd name="csY29" fmla="*/ 2188653 h 2188653"/>
              <a:gd name="csX30" fmla="*/ 2213128 w 8309529"/>
              <a:gd name="csY30" fmla="*/ 2188653 h 2188653"/>
              <a:gd name="csX31" fmla="*/ 1478454 w 8309529"/>
              <a:gd name="csY31" fmla="*/ 2188653 h 2188653"/>
              <a:gd name="csX32" fmla="*/ 895380 w 8309529"/>
              <a:gd name="csY32" fmla="*/ 2188653 h 2188653"/>
              <a:gd name="csX33" fmla="*/ 364783 w 8309529"/>
              <a:gd name="csY33" fmla="*/ 2188653 h 2188653"/>
              <a:gd name="csX34" fmla="*/ 0 w 8309529"/>
              <a:gd name="csY34" fmla="*/ 1823870 h 2188653"/>
              <a:gd name="csX35" fmla="*/ 0 w 8309529"/>
              <a:gd name="csY35" fmla="*/ 1352099 h 2188653"/>
              <a:gd name="csX36" fmla="*/ 0 w 8309529"/>
              <a:gd name="csY36" fmla="*/ 865736 h 2188653"/>
              <a:gd name="csX37" fmla="*/ 0 w 8309529"/>
              <a:gd name="csY37" fmla="*/ 364783 h 21886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8309529" h="2188653" extrusionOk="0">
                <a:moveTo>
                  <a:pt x="0" y="364783"/>
                </a:moveTo>
                <a:cubicBezTo>
                  <a:pt x="-21760" y="165179"/>
                  <a:pt x="120887" y="30156"/>
                  <a:pt x="364783" y="0"/>
                </a:cubicBezTo>
                <a:cubicBezTo>
                  <a:pt x="568446" y="-49225"/>
                  <a:pt x="740936" y="39228"/>
                  <a:pt x="947857" y="0"/>
                </a:cubicBezTo>
                <a:cubicBezTo>
                  <a:pt x="1154778" y="-39228"/>
                  <a:pt x="1333720" y="13861"/>
                  <a:pt x="1682530" y="0"/>
                </a:cubicBezTo>
                <a:cubicBezTo>
                  <a:pt x="2031340" y="-13861"/>
                  <a:pt x="2119759" y="57253"/>
                  <a:pt x="2265604" y="0"/>
                </a:cubicBezTo>
                <a:cubicBezTo>
                  <a:pt x="2411449" y="-57253"/>
                  <a:pt x="2651020" y="27356"/>
                  <a:pt x="2848679" y="0"/>
                </a:cubicBezTo>
                <a:cubicBezTo>
                  <a:pt x="3046338" y="-27356"/>
                  <a:pt x="3232970" y="33450"/>
                  <a:pt x="3431753" y="0"/>
                </a:cubicBezTo>
                <a:cubicBezTo>
                  <a:pt x="3630536" y="-33450"/>
                  <a:pt x="3610006" y="6824"/>
                  <a:pt x="3787428" y="0"/>
                </a:cubicBezTo>
                <a:cubicBezTo>
                  <a:pt x="3964850" y="-6824"/>
                  <a:pt x="4131378" y="25874"/>
                  <a:pt x="4446302" y="0"/>
                </a:cubicBezTo>
                <a:cubicBezTo>
                  <a:pt x="4761226" y="-25874"/>
                  <a:pt x="4835429" y="40744"/>
                  <a:pt x="5180975" y="0"/>
                </a:cubicBezTo>
                <a:cubicBezTo>
                  <a:pt x="5526521" y="-40744"/>
                  <a:pt x="5362839" y="17360"/>
                  <a:pt x="5536650" y="0"/>
                </a:cubicBezTo>
                <a:cubicBezTo>
                  <a:pt x="5710462" y="-17360"/>
                  <a:pt x="5774389" y="30442"/>
                  <a:pt x="5892325" y="0"/>
                </a:cubicBezTo>
                <a:cubicBezTo>
                  <a:pt x="6010262" y="-30442"/>
                  <a:pt x="6305777" y="18059"/>
                  <a:pt x="6475399" y="0"/>
                </a:cubicBezTo>
                <a:cubicBezTo>
                  <a:pt x="6645021" y="-18059"/>
                  <a:pt x="6808311" y="5833"/>
                  <a:pt x="7058473" y="0"/>
                </a:cubicBezTo>
                <a:cubicBezTo>
                  <a:pt x="7308635" y="-5833"/>
                  <a:pt x="7589719" y="103630"/>
                  <a:pt x="7944746" y="0"/>
                </a:cubicBezTo>
                <a:cubicBezTo>
                  <a:pt x="8153451" y="23488"/>
                  <a:pt x="8339899" y="150807"/>
                  <a:pt x="8309529" y="364783"/>
                </a:cubicBezTo>
                <a:cubicBezTo>
                  <a:pt x="8316271" y="493582"/>
                  <a:pt x="8301233" y="685456"/>
                  <a:pt x="8309529" y="836554"/>
                </a:cubicBezTo>
                <a:cubicBezTo>
                  <a:pt x="8317825" y="987652"/>
                  <a:pt x="8286996" y="1080430"/>
                  <a:pt x="8309529" y="1322917"/>
                </a:cubicBezTo>
                <a:cubicBezTo>
                  <a:pt x="8332062" y="1565404"/>
                  <a:pt x="8297409" y="1706725"/>
                  <a:pt x="8309529" y="1823870"/>
                </a:cubicBezTo>
                <a:cubicBezTo>
                  <a:pt x="8297667" y="1974322"/>
                  <a:pt x="8156866" y="2172026"/>
                  <a:pt x="7944746" y="2188653"/>
                </a:cubicBezTo>
                <a:cubicBezTo>
                  <a:pt x="7769994" y="2201863"/>
                  <a:pt x="7667993" y="2156051"/>
                  <a:pt x="7589071" y="2188653"/>
                </a:cubicBezTo>
                <a:cubicBezTo>
                  <a:pt x="7510150" y="2221255"/>
                  <a:pt x="7240468" y="2183260"/>
                  <a:pt x="6930197" y="2188653"/>
                </a:cubicBezTo>
                <a:cubicBezTo>
                  <a:pt x="6619926" y="2194046"/>
                  <a:pt x="6583816" y="2178426"/>
                  <a:pt x="6271323" y="2188653"/>
                </a:cubicBezTo>
                <a:cubicBezTo>
                  <a:pt x="5958830" y="2198880"/>
                  <a:pt x="5951823" y="2154774"/>
                  <a:pt x="5839849" y="2188653"/>
                </a:cubicBezTo>
                <a:cubicBezTo>
                  <a:pt x="5727875" y="2222532"/>
                  <a:pt x="5419819" y="2183439"/>
                  <a:pt x="5256775" y="2188653"/>
                </a:cubicBezTo>
                <a:cubicBezTo>
                  <a:pt x="5093731" y="2193867"/>
                  <a:pt x="4867864" y="2128502"/>
                  <a:pt x="4749500" y="2188653"/>
                </a:cubicBezTo>
                <a:cubicBezTo>
                  <a:pt x="4631137" y="2248804"/>
                  <a:pt x="4556400" y="2157304"/>
                  <a:pt x="4393825" y="2188653"/>
                </a:cubicBezTo>
                <a:cubicBezTo>
                  <a:pt x="4231251" y="2220002"/>
                  <a:pt x="3855125" y="2156122"/>
                  <a:pt x="3659152" y="2188653"/>
                </a:cubicBezTo>
                <a:cubicBezTo>
                  <a:pt x="3463179" y="2221184"/>
                  <a:pt x="3294242" y="2160048"/>
                  <a:pt x="3151877" y="2188653"/>
                </a:cubicBezTo>
                <a:cubicBezTo>
                  <a:pt x="3009513" y="2217258"/>
                  <a:pt x="2879119" y="2169096"/>
                  <a:pt x="2720402" y="2188653"/>
                </a:cubicBezTo>
                <a:cubicBezTo>
                  <a:pt x="2561685" y="2208210"/>
                  <a:pt x="2374333" y="2146453"/>
                  <a:pt x="2213128" y="2188653"/>
                </a:cubicBezTo>
                <a:cubicBezTo>
                  <a:pt x="2051923" y="2230853"/>
                  <a:pt x="1760403" y="2151275"/>
                  <a:pt x="1478454" y="2188653"/>
                </a:cubicBezTo>
                <a:cubicBezTo>
                  <a:pt x="1196505" y="2226031"/>
                  <a:pt x="1084043" y="2151272"/>
                  <a:pt x="895380" y="2188653"/>
                </a:cubicBezTo>
                <a:cubicBezTo>
                  <a:pt x="706717" y="2226034"/>
                  <a:pt x="557635" y="2156690"/>
                  <a:pt x="364783" y="2188653"/>
                </a:cubicBezTo>
                <a:cubicBezTo>
                  <a:pt x="190604" y="2154019"/>
                  <a:pt x="8299" y="2026030"/>
                  <a:pt x="0" y="1823870"/>
                </a:cubicBezTo>
                <a:cubicBezTo>
                  <a:pt x="-41793" y="1680503"/>
                  <a:pt x="48938" y="1504683"/>
                  <a:pt x="0" y="1352099"/>
                </a:cubicBezTo>
                <a:cubicBezTo>
                  <a:pt x="-48938" y="1199515"/>
                  <a:pt x="57161" y="972830"/>
                  <a:pt x="0" y="865736"/>
                </a:cubicBezTo>
                <a:cubicBezTo>
                  <a:pt x="-57161" y="758642"/>
                  <a:pt x="11355" y="557732"/>
                  <a:pt x="0" y="364783"/>
                </a:cubicBezTo>
                <a:close/>
              </a:path>
            </a:pathLst>
          </a:custGeom>
          <a:noFill/>
          <a:ln>
            <a:prstDash val="sysDash"/>
            <a:extLst>
              <a:ext uri="{C807C97D-BFC1-408E-A445-0C87EB9F89A2}">
                <ask:lineSketchStyleProps xmlns:ask="http://schemas.microsoft.com/office/drawing/2018/sketchyshapes" sd="2750918369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2" name="Rectangle: Rounded Corners 111">
            <a:extLst>
              <a:ext uri="{FF2B5EF4-FFF2-40B4-BE49-F238E27FC236}">
                <a16:creationId xmlns:a16="http://schemas.microsoft.com/office/drawing/2014/main" id="{2D5E2993-090E-052D-1EF9-D851FB58AEE5}"/>
              </a:ext>
            </a:extLst>
          </p:cNvPr>
          <p:cNvSpPr/>
          <p:nvPr/>
        </p:nvSpPr>
        <p:spPr>
          <a:xfrm>
            <a:off x="1024466" y="4164863"/>
            <a:ext cx="6036734" cy="2522189"/>
          </a:xfrm>
          <a:custGeom>
            <a:avLst/>
            <a:gdLst>
              <a:gd name="csX0" fmla="*/ 0 w 6036734"/>
              <a:gd name="csY0" fmla="*/ 420373 h 2522189"/>
              <a:gd name="csX1" fmla="*/ 420373 w 6036734"/>
              <a:gd name="csY1" fmla="*/ 0 h 2522189"/>
              <a:gd name="csX2" fmla="*/ 997705 w 6036734"/>
              <a:gd name="csY2" fmla="*/ 0 h 2522189"/>
              <a:gd name="csX3" fmla="*/ 1678957 w 6036734"/>
              <a:gd name="csY3" fmla="*/ 0 h 2522189"/>
              <a:gd name="csX4" fmla="*/ 2256289 w 6036734"/>
              <a:gd name="csY4" fmla="*/ 0 h 2522189"/>
              <a:gd name="csX5" fmla="*/ 2833621 w 6036734"/>
              <a:gd name="csY5" fmla="*/ 0 h 2522189"/>
              <a:gd name="csX6" fmla="*/ 3410953 w 6036734"/>
              <a:gd name="csY6" fmla="*/ 0 h 2522189"/>
              <a:gd name="csX7" fmla="*/ 3832405 w 6036734"/>
              <a:gd name="csY7" fmla="*/ 0 h 2522189"/>
              <a:gd name="csX8" fmla="*/ 4461697 w 6036734"/>
              <a:gd name="csY8" fmla="*/ 0 h 2522189"/>
              <a:gd name="csX9" fmla="*/ 5616361 w 6036734"/>
              <a:gd name="csY9" fmla="*/ 0 h 2522189"/>
              <a:gd name="csX10" fmla="*/ 6036734 w 6036734"/>
              <a:gd name="csY10" fmla="*/ 420373 h 2522189"/>
              <a:gd name="csX11" fmla="*/ 6036734 w 6036734"/>
              <a:gd name="csY11" fmla="*/ 964040 h 2522189"/>
              <a:gd name="csX12" fmla="*/ 6036734 w 6036734"/>
              <a:gd name="csY12" fmla="*/ 1524521 h 2522189"/>
              <a:gd name="csX13" fmla="*/ 6036734 w 6036734"/>
              <a:gd name="csY13" fmla="*/ 2101816 h 2522189"/>
              <a:gd name="csX14" fmla="*/ 5616361 w 6036734"/>
              <a:gd name="csY14" fmla="*/ 2522189 h 2522189"/>
              <a:gd name="csX15" fmla="*/ 5090989 w 6036734"/>
              <a:gd name="csY15" fmla="*/ 2522189 h 2522189"/>
              <a:gd name="csX16" fmla="*/ 4513657 w 6036734"/>
              <a:gd name="csY16" fmla="*/ 2522189 h 2522189"/>
              <a:gd name="csX17" fmla="*/ 3988285 w 6036734"/>
              <a:gd name="csY17" fmla="*/ 2522189 h 2522189"/>
              <a:gd name="csX18" fmla="*/ 3307033 w 6036734"/>
              <a:gd name="csY18" fmla="*/ 2522189 h 2522189"/>
              <a:gd name="csX19" fmla="*/ 2885581 w 6036734"/>
              <a:gd name="csY19" fmla="*/ 2522189 h 2522189"/>
              <a:gd name="csX20" fmla="*/ 2360209 w 6036734"/>
              <a:gd name="csY20" fmla="*/ 2522189 h 2522189"/>
              <a:gd name="csX21" fmla="*/ 1730917 w 6036734"/>
              <a:gd name="csY21" fmla="*/ 2522189 h 2522189"/>
              <a:gd name="csX22" fmla="*/ 1101625 w 6036734"/>
              <a:gd name="csY22" fmla="*/ 2522189 h 2522189"/>
              <a:gd name="csX23" fmla="*/ 420373 w 6036734"/>
              <a:gd name="csY23" fmla="*/ 2522189 h 2522189"/>
              <a:gd name="csX24" fmla="*/ 0 w 6036734"/>
              <a:gd name="csY24" fmla="*/ 2101816 h 2522189"/>
              <a:gd name="csX25" fmla="*/ 0 w 6036734"/>
              <a:gd name="csY25" fmla="*/ 1574964 h 2522189"/>
              <a:gd name="csX26" fmla="*/ 0 w 6036734"/>
              <a:gd name="csY26" fmla="*/ 980854 h 2522189"/>
              <a:gd name="csX27" fmla="*/ 0 w 6036734"/>
              <a:gd name="csY27" fmla="*/ 420373 h 25221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6036734" h="2522189" extrusionOk="0">
                <a:moveTo>
                  <a:pt x="0" y="420373"/>
                </a:moveTo>
                <a:cubicBezTo>
                  <a:pt x="-11776" y="189213"/>
                  <a:pt x="183113" y="3620"/>
                  <a:pt x="420373" y="0"/>
                </a:cubicBezTo>
                <a:cubicBezTo>
                  <a:pt x="575851" y="-45404"/>
                  <a:pt x="781552" y="15551"/>
                  <a:pt x="997705" y="0"/>
                </a:cubicBezTo>
                <a:cubicBezTo>
                  <a:pt x="1213858" y="-15551"/>
                  <a:pt x="1432366" y="43420"/>
                  <a:pt x="1678957" y="0"/>
                </a:cubicBezTo>
                <a:cubicBezTo>
                  <a:pt x="1925548" y="-43420"/>
                  <a:pt x="2034906" y="67463"/>
                  <a:pt x="2256289" y="0"/>
                </a:cubicBezTo>
                <a:cubicBezTo>
                  <a:pt x="2477672" y="-67463"/>
                  <a:pt x="2583582" y="46589"/>
                  <a:pt x="2833621" y="0"/>
                </a:cubicBezTo>
                <a:cubicBezTo>
                  <a:pt x="3083660" y="-46589"/>
                  <a:pt x="3124972" y="62264"/>
                  <a:pt x="3410953" y="0"/>
                </a:cubicBezTo>
                <a:cubicBezTo>
                  <a:pt x="3696934" y="-62264"/>
                  <a:pt x="3650741" y="20601"/>
                  <a:pt x="3832405" y="0"/>
                </a:cubicBezTo>
                <a:cubicBezTo>
                  <a:pt x="4014069" y="-20601"/>
                  <a:pt x="4273062" y="21784"/>
                  <a:pt x="4461697" y="0"/>
                </a:cubicBezTo>
                <a:cubicBezTo>
                  <a:pt x="4650332" y="-21784"/>
                  <a:pt x="5104970" y="11587"/>
                  <a:pt x="5616361" y="0"/>
                </a:cubicBezTo>
                <a:cubicBezTo>
                  <a:pt x="5849102" y="-49324"/>
                  <a:pt x="6051074" y="201825"/>
                  <a:pt x="6036734" y="420373"/>
                </a:cubicBezTo>
                <a:cubicBezTo>
                  <a:pt x="6067990" y="577111"/>
                  <a:pt x="5983192" y="820081"/>
                  <a:pt x="6036734" y="964040"/>
                </a:cubicBezTo>
                <a:cubicBezTo>
                  <a:pt x="6090276" y="1107999"/>
                  <a:pt x="5993890" y="1274786"/>
                  <a:pt x="6036734" y="1524521"/>
                </a:cubicBezTo>
                <a:cubicBezTo>
                  <a:pt x="6079578" y="1774256"/>
                  <a:pt x="6027287" y="1880871"/>
                  <a:pt x="6036734" y="2101816"/>
                </a:cubicBezTo>
                <a:cubicBezTo>
                  <a:pt x="6049611" y="2375752"/>
                  <a:pt x="5908105" y="2497643"/>
                  <a:pt x="5616361" y="2522189"/>
                </a:cubicBezTo>
                <a:cubicBezTo>
                  <a:pt x="5462250" y="2562219"/>
                  <a:pt x="5247478" y="2513376"/>
                  <a:pt x="5090989" y="2522189"/>
                </a:cubicBezTo>
                <a:cubicBezTo>
                  <a:pt x="4934500" y="2531002"/>
                  <a:pt x="4656360" y="2462013"/>
                  <a:pt x="4513657" y="2522189"/>
                </a:cubicBezTo>
                <a:cubicBezTo>
                  <a:pt x="4370954" y="2582365"/>
                  <a:pt x="4142377" y="2466151"/>
                  <a:pt x="3988285" y="2522189"/>
                </a:cubicBezTo>
                <a:cubicBezTo>
                  <a:pt x="3834193" y="2578227"/>
                  <a:pt x="3516109" y="2488214"/>
                  <a:pt x="3307033" y="2522189"/>
                </a:cubicBezTo>
                <a:cubicBezTo>
                  <a:pt x="3097957" y="2556164"/>
                  <a:pt x="2982795" y="2517699"/>
                  <a:pt x="2885581" y="2522189"/>
                </a:cubicBezTo>
                <a:cubicBezTo>
                  <a:pt x="2788367" y="2526679"/>
                  <a:pt x="2598688" y="2486009"/>
                  <a:pt x="2360209" y="2522189"/>
                </a:cubicBezTo>
                <a:cubicBezTo>
                  <a:pt x="2121730" y="2558369"/>
                  <a:pt x="1875280" y="2506730"/>
                  <a:pt x="1730917" y="2522189"/>
                </a:cubicBezTo>
                <a:cubicBezTo>
                  <a:pt x="1586554" y="2537648"/>
                  <a:pt x="1369637" y="2510214"/>
                  <a:pt x="1101625" y="2522189"/>
                </a:cubicBezTo>
                <a:cubicBezTo>
                  <a:pt x="833613" y="2534164"/>
                  <a:pt x="628877" y="2519174"/>
                  <a:pt x="420373" y="2522189"/>
                </a:cubicBezTo>
                <a:cubicBezTo>
                  <a:pt x="217785" y="2527365"/>
                  <a:pt x="-55797" y="2320173"/>
                  <a:pt x="0" y="2101816"/>
                </a:cubicBezTo>
                <a:cubicBezTo>
                  <a:pt x="-18246" y="1863915"/>
                  <a:pt x="48827" y="1829929"/>
                  <a:pt x="0" y="1574964"/>
                </a:cubicBezTo>
                <a:cubicBezTo>
                  <a:pt x="-48827" y="1319999"/>
                  <a:pt x="9653" y="1229578"/>
                  <a:pt x="0" y="980854"/>
                </a:cubicBezTo>
                <a:cubicBezTo>
                  <a:pt x="-9653" y="732130"/>
                  <a:pt x="8061" y="568053"/>
                  <a:pt x="0" y="420373"/>
                </a:cubicBezTo>
                <a:close/>
              </a:path>
            </a:pathLst>
          </a:custGeom>
          <a:noFill/>
          <a:ln>
            <a:prstDash val="sysDash"/>
            <a:extLst>
              <a:ext uri="{C807C97D-BFC1-408E-A445-0C87EB9F89A2}">
                <ask:lineSketchStyleProps xmlns:ask="http://schemas.microsoft.com/office/drawing/2018/sketchyshapes" sd="2750918369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5088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8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6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31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52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73" grpId="0" animBg="1"/>
      <p:bldP spid="76" grpId="0" animBg="1"/>
      <p:bldP spid="80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5" grpId="0" animBg="1"/>
      <p:bldP spid="97" grpId="0" animBg="1"/>
      <p:bldP spid="99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1E45D-25AC-26C3-1070-83E2B63BD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AVL tree insertion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FD1E4-08C5-40D9-95F9-F8FC0B635E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53508"/>
          </a:xfrm>
        </p:spPr>
        <p:txBody>
          <a:bodyPr/>
          <a:lstStyle/>
          <a:p>
            <a:r>
              <a:rPr lang="en-IN" dirty="0"/>
              <a:t>20 17 15 25 45 18 34 10 5 16 </a:t>
            </a:r>
            <a:r>
              <a:rPr lang="en-IN" dirty="0">
                <a:highlight>
                  <a:srgbClr val="FF00FF"/>
                </a:highlight>
              </a:rPr>
              <a:t>19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B3B0982-76EC-37E2-0A0C-0B9E58E7AA25}"/>
              </a:ext>
            </a:extLst>
          </p:cNvPr>
          <p:cNvSpPr/>
          <p:nvPr/>
        </p:nvSpPr>
        <p:spPr>
          <a:xfrm>
            <a:off x="2747126" y="2639406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20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F437C67-820A-CF24-F998-37B44436EB80}"/>
              </a:ext>
            </a:extLst>
          </p:cNvPr>
          <p:cNvSpPr/>
          <p:nvPr/>
        </p:nvSpPr>
        <p:spPr>
          <a:xfrm>
            <a:off x="3344913" y="3199677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3960" y="61527"/>
                  <a:pt x="96265" y="19251"/>
                  <a:pt x="179602" y="0"/>
                </a:cubicBezTo>
                <a:cubicBezTo>
                  <a:pt x="253837" y="3074"/>
                  <a:pt x="355403" y="100361"/>
                  <a:pt x="359204" y="179602"/>
                </a:cubicBezTo>
                <a:cubicBezTo>
                  <a:pt x="343027" y="282823"/>
                  <a:pt x="263156" y="366694"/>
                  <a:pt x="179602" y="359204"/>
                </a:cubicBezTo>
                <a:cubicBezTo>
                  <a:pt x="88252" y="334480"/>
                  <a:pt x="5554" y="264072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10308" y="69538"/>
                  <a:pt x="96578" y="3715"/>
                  <a:pt x="179602" y="0"/>
                </a:cubicBezTo>
                <a:cubicBezTo>
                  <a:pt x="281530" y="5069"/>
                  <a:pt x="360100" y="105732"/>
                  <a:pt x="359204" y="179602"/>
                </a:cubicBezTo>
                <a:cubicBezTo>
                  <a:pt x="352980" y="276697"/>
                  <a:pt x="266055" y="357052"/>
                  <a:pt x="179602" y="359204"/>
                </a:cubicBezTo>
                <a:cubicBezTo>
                  <a:pt x="74407" y="343147"/>
                  <a:pt x="-4949" y="281859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3906367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34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189E8F3-31FB-4EEA-8D4B-F89C6AFF6DE5}"/>
              </a:ext>
            </a:extLst>
          </p:cNvPr>
          <p:cNvSpPr/>
          <p:nvPr/>
        </p:nvSpPr>
        <p:spPr>
          <a:xfrm>
            <a:off x="2217883" y="3194954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581" y="87652"/>
                  <a:pt x="104145" y="2410"/>
                  <a:pt x="179602" y="0"/>
                </a:cubicBezTo>
                <a:cubicBezTo>
                  <a:pt x="286778" y="19979"/>
                  <a:pt x="350138" y="78008"/>
                  <a:pt x="359204" y="179602"/>
                </a:cubicBezTo>
                <a:cubicBezTo>
                  <a:pt x="341127" y="294369"/>
                  <a:pt x="291937" y="385036"/>
                  <a:pt x="179602" y="359204"/>
                </a:cubicBezTo>
                <a:cubicBezTo>
                  <a:pt x="91674" y="369033"/>
                  <a:pt x="-3799" y="276554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5886" y="88643"/>
                  <a:pt x="82721" y="-24115"/>
                  <a:pt x="179602" y="0"/>
                </a:cubicBezTo>
                <a:cubicBezTo>
                  <a:pt x="281258" y="23798"/>
                  <a:pt x="336737" y="73804"/>
                  <a:pt x="359204" y="179602"/>
                </a:cubicBezTo>
                <a:cubicBezTo>
                  <a:pt x="368070" y="295237"/>
                  <a:pt x="275496" y="329817"/>
                  <a:pt x="179602" y="359204"/>
                </a:cubicBezTo>
                <a:cubicBezTo>
                  <a:pt x="72557" y="349765"/>
                  <a:pt x="-9906" y="273128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118417968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17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ED9E8C3-EC7F-BDEC-D635-7E0EA2AC13BF}"/>
              </a:ext>
            </a:extLst>
          </p:cNvPr>
          <p:cNvSpPr/>
          <p:nvPr/>
        </p:nvSpPr>
        <p:spPr>
          <a:xfrm>
            <a:off x="2555617" y="3712737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11017" y="101960"/>
                  <a:pt x="72938" y="-1704"/>
                  <a:pt x="179602" y="0"/>
                </a:cubicBezTo>
                <a:cubicBezTo>
                  <a:pt x="281563" y="-791"/>
                  <a:pt x="358649" y="74209"/>
                  <a:pt x="359204" y="179602"/>
                </a:cubicBezTo>
                <a:cubicBezTo>
                  <a:pt x="358910" y="254428"/>
                  <a:pt x="295136" y="353798"/>
                  <a:pt x="179602" y="359204"/>
                </a:cubicBezTo>
                <a:cubicBezTo>
                  <a:pt x="88969" y="365517"/>
                  <a:pt x="15257" y="28003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16320" y="89348"/>
                  <a:pt x="108003" y="10130"/>
                  <a:pt x="179602" y="0"/>
                </a:cubicBezTo>
                <a:cubicBezTo>
                  <a:pt x="274028" y="15645"/>
                  <a:pt x="362570" y="80688"/>
                  <a:pt x="359204" y="179602"/>
                </a:cubicBezTo>
                <a:cubicBezTo>
                  <a:pt x="377797" y="290670"/>
                  <a:pt x="272691" y="355480"/>
                  <a:pt x="179602" y="359204"/>
                </a:cubicBezTo>
                <a:cubicBezTo>
                  <a:pt x="85773" y="350516"/>
                  <a:pt x="-7251" y="298646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975806100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18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F5E5F72-F68A-2E0F-4E79-1C51A124D1F3}"/>
              </a:ext>
            </a:extLst>
          </p:cNvPr>
          <p:cNvSpPr/>
          <p:nvPr/>
        </p:nvSpPr>
        <p:spPr>
          <a:xfrm>
            <a:off x="3704116" y="3712736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5779" y="80608"/>
                  <a:pt x="85739" y="-576"/>
                  <a:pt x="179602" y="0"/>
                </a:cubicBezTo>
                <a:cubicBezTo>
                  <a:pt x="271242" y="-16770"/>
                  <a:pt x="367840" y="80574"/>
                  <a:pt x="359204" y="179602"/>
                </a:cubicBezTo>
                <a:cubicBezTo>
                  <a:pt x="370801" y="292664"/>
                  <a:pt x="268379" y="346151"/>
                  <a:pt x="179602" y="359204"/>
                </a:cubicBezTo>
                <a:cubicBezTo>
                  <a:pt x="91150" y="380726"/>
                  <a:pt x="-986" y="273478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-48" y="74831"/>
                  <a:pt x="103958" y="-5723"/>
                  <a:pt x="179602" y="0"/>
                </a:cubicBezTo>
                <a:cubicBezTo>
                  <a:pt x="290373" y="-10880"/>
                  <a:pt x="352470" y="77942"/>
                  <a:pt x="359204" y="179602"/>
                </a:cubicBezTo>
                <a:cubicBezTo>
                  <a:pt x="351650" y="273016"/>
                  <a:pt x="264472" y="360945"/>
                  <a:pt x="179602" y="359204"/>
                </a:cubicBezTo>
                <a:cubicBezTo>
                  <a:pt x="88860" y="357015"/>
                  <a:pt x="6188" y="256653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963813925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45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CCB16F8-7BA1-00E0-83AA-79C5FE7D7368}"/>
              </a:ext>
            </a:extLst>
          </p:cNvPr>
          <p:cNvSpPr/>
          <p:nvPr/>
        </p:nvSpPr>
        <p:spPr>
          <a:xfrm>
            <a:off x="2183416" y="4230518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9873" y="82571"/>
                  <a:pt x="72612" y="-25101"/>
                  <a:pt x="179602" y="0"/>
                </a:cubicBezTo>
                <a:cubicBezTo>
                  <a:pt x="274895" y="6080"/>
                  <a:pt x="349243" y="97771"/>
                  <a:pt x="359204" y="179602"/>
                </a:cubicBezTo>
                <a:cubicBezTo>
                  <a:pt x="353669" y="267211"/>
                  <a:pt x="294055" y="363357"/>
                  <a:pt x="179602" y="359204"/>
                </a:cubicBezTo>
                <a:cubicBezTo>
                  <a:pt x="107349" y="370761"/>
                  <a:pt x="27647" y="286100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-9096" y="70603"/>
                  <a:pt x="78361" y="-6520"/>
                  <a:pt x="179602" y="0"/>
                </a:cubicBezTo>
                <a:cubicBezTo>
                  <a:pt x="282377" y="23754"/>
                  <a:pt x="350188" y="76823"/>
                  <a:pt x="359204" y="179602"/>
                </a:cubicBezTo>
                <a:cubicBezTo>
                  <a:pt x="356945" y="293583"/>
                  <a:pt x="285064" y="337198"/>
                  <a:pt x="179602" y="359204"/>
                </a:cubicBezTo>
                <a:cubicBezTo>
                  <a:pt x="57910" y="367143"/>
                  <a:pt x="21623" y="282378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68237286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15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F9642B-7205-AA29-E0E8-B311448386CC}"/>
              </a:ext>
            </a:extLst>
          </p:cNvPr>
          <p:cNvCxnSpPr>
            <a:stCxn id="4" idx="3"/>
            <a:endCxn id="6" idx="0"/>
          </p:cNvCxnSpPr>
          <p:nvPr/>
        </p:nvCxnSpPr>
        <p:spPr>
          <a:xfrm flipH="1">
            <a:off x="2397485" y="2946005"/>
            <a:ext cx="402245" cy="248949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F1477A0-3ADA-36DA-AC92-E58671D363F9}"/>
              </a:ext>
            </a:extLst>
          </p:cNvPr>
          <p:cNvCxnSpPr>
            <a:stCxn id="4" idx="5"/>
            <a:endCxn id="5" idx="0"/>
          </p:cNvCxnSpPr>
          <p:nvPr/>
        </p:nvCxnSpPr>
        <p:spPr>
          <a:xfrm>
            <a:off x="3053725" y="2946005"/>
            <a:ext cx="470790" cy="253672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FE73779-C861-161F-9BC5-7AE0E9B9BEDF}"/>
              </a:ext>
            </a:extLst>
          </p:cNvPr>
          <p:cNvCxnSpPr>
            <a:cxnSpLocks/>
            <a:stCxn id="6" idx="3"/>
            <a:endCxn id="17" idx="0"/>
          </p:cNvCxnSpPr>
          <p:nvPr/>
        </p:nvCxnSpPr>
        <p:spPr>
          <a:xfrm flipH="1">
            <a:off x="2066137" y="3501553"/>
            <a:ext cx="204350" cy="211182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106F5D1-7C50-E2AA-8CFB-ADCCABBFCEC3}"/>
              </a:ext>
            </a:extLst>
          </p:cNvPr>
          <p:cNvCxnSpPr>
            <a:stCxn id="6" idx="5"/>
            <a:endCxn id="7" idx="0"/>
          </p:cNvCxnSpPr>
          <p:nvPr/>
        </p:nvCxnSpPr>
        <p:spPr>
          <a:xfrm>
            <a:off x="2524482" y="3501553"/>
            <a:ext cx="210737" cy="211184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FFF6433-EA61-7E7E-6620-0F3EACE5E80F}"/>
              </a:ext>
            </a:extLst>
          </p:cNvPr>
          <p:cNvCxnSpPr>
            <a:cxnSpLocks/>
            <a:stCxn id="5" idx="3"/>
            <a:endCxn id="15" idx="0"/>
          </p:cNvCxnSpPr>
          <p:nvPr/>
        </p:nvCxnSpPr>
        <p:spPr>
          <a:xfrm flipH="1">
            <a:off x="3246392" y="3506276"/>
            <a:ext cx="151125" cy="206460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962BFA1D-4AEB-9F71-CCCE-043374730DFC}"/>
              </a:ext>
            </a:extLst>
          </p:cNvPr>
          <p:cNvSpPr/>
          <p:nvPr/>
        </p:nvSpPr>
        <p:spPr>
          <a:xfrm>
            <a:off x="3066790" y="3712736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7934" y="98035"/>
                  <a:pt x="55717" y="-8995"/>
                  <a:pt x="179602" y="0"/>
                </a:cubicBezTo>
                <a:cubicBezTo>
                  <a:pt x="258919" y="6465"/>
                  <a:pt x="363016" y="83938"/>
                  <a:pt x="359204" y="179602"/>
                </a:cubicBezTo>
                <a:cubicBezTo>
                  <a:pt x="357433" y="284661"/>
                  <a:pt x="269969" y="345208"/>
                  <a:pt x="179602" y="359204"/>
                </a:cubicBezTo>
                <a:cubicBezTo>
                  <a:pt x="70995" y="354535"/>
                  <a:pt x="9601" y="283638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-18207" y="91403"/>
                  <a:pt x="87860" y="3508"/>
                  <a:pt x="179602" y="0"/>
                </a:cubicBezTo>
                <a:cubicBezTo>
                  <a:pt x="252843" y="-13168"/>
                  <a:pt x="349247" y="59787"/>
                  <a:pt x="359204" y="179602"/>
                </a:cubicBezTo>
                <a:cubicBezTo>
                  <a:pt x="362208" y="283639"/>
                  <a:pt x="290960" y="365126"/>
                  <a:pt x="179602" y="359204"/>
                </a:cubicBezTo>
                <a:cubicBezTo>
                  <a:pt x="82225" y="372798"/>
                  <a:pt x="2080" y="304720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48985753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25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D7441E0-208C-94D7-8577-E08FCC8EE201}"/>
              </a:ext>
            </a:extLst>
          </p:cNvPr>
          <p:cNvCxnSpPr>
            <a:cxnSpLocks/>
            <a:stCxn id="8" idx="0"/>
            <a:endCxn id="5" idx="5"/>
          </p:cNvCxnSpPr>
          <p:nvPr/>
        </p:nvCxnSpPr>
        <p:spPr>
          <a:xfrm flipH="1" flipV="1">
            <a:off x="3651512" y="3506276"/>
            <a:ext cx="232206" cy="206460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C903B397-874A-AFEA-396F-ABFAB9B7634D}"/>
              </a:ext>
            </a:extLst>
          </p:cNvPr>
          <p:cNvSpPr/>
          <p:nvPr/>
        </p:nvSpPr>
        <p:spPr>
          <a:xfrm>
            <a:off x="1886535" y="3712735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71" y="75723"/>
                  <a:pt x="63421" y="-2352"/>
                  <a:pt x="179602" y="0"/>
                </a:cubicBezTo>
                <a:cubicBezTo>
                  <a:pt x="279723" y="-5400"/>
                  <a:pt x="362665" y="73376"/>
                  <a:pt x="359204" y="179602"/>
                </a:cubicBezTo>
                <a:cubicBezTo>
                  <a:pt x="345412" y="258268"/>
                  <a:pt x="264657" y="376961"/>
                  <a:pt x="179602" y="359204"/>
                </a:cubicBezTo>
                <a:cubicBezTo>
                  <a:pt x="75682" y="365947"/>
                  <a:pt x="-24817" y="281232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5797" y="75823"/>
                  <a:pt x="74814" y="-14014"/>
                  <a:pt x="179602" y="0"/>
                </a:cubicBezTo>
                <a:cubicBezTo>
                  <a:pt x="270391" y="-16542"/>
                  <a:pt x="345621" y="76559"/>
                  <a:pt x="359204" y="179602"/>
                </a:cubicBezTo>
                <a:cubicBezTo>
                  <a:pt x="352843" y="265079"/>
                  <a:pt x="276552" y="356369"/>
                  <a:pt x="179602" y="359204"/>
                </a:cubicBezTo>
                <a:cubicBezTo>
                  <a:pt x="81684" y="357339"/>
                  <a:pt x="-11363" y="278221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922864204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10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0915FEB-B900-8E2D-EC00-861705588C7C}"/>
              </a:ext>
            </a:extLst>
          </p:cNvPr>
          <p:cNvCxnSpPr>
            <a:cxnSpLocks/>
            <a:stCxn id="9" idx="0"/>
            <a:endCxn id="17" idx="5"/>
          </p:cNvCxnSpPr>
          <p:nvPr/>
        </p:nvCxnSpPr>
        <p:spPr>
          <a:xfrm flipH="1" flipV="1">
            <a:off x="2193134" y="4019334"/>
            <a:ext cx="169884" cy="211184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20052F8D-DE42-940A-8032-4DDC919ECD15}"/>
              </a:ext>
            </a:extLst>
          </p:cNvPr>
          <p:cNvSpPr/>
          <p:nvPr/>
        </p:nvSpPr>
        <p:spPr>
          <a:xfrm>
            <a:off x="1617133" y="4230519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1595" y="78151"/>
                  <a:pt x="82091" y="1517"/>
                  <a:pt x="179602" y="0"/>
                </a:cubicBezTo>
                <a:cubicBezTo>
                  <a:pt x="272092" y="3466"/>
                  <a:pt x="347392" y="93850"/>
                  <a:pt x="359204" y="179602"/>
                </a:cubicBezTo>
                <a:cubicBezTo>
                  <a:pt x="388639" y="277330"/>
                  <a:pt x="291225" y="342045"/>
                  <a:pt x="179602" y="359204"/>
                </a:cubicBezTo>
                <a:cubicBezTo>
                  <a:pt x="77381" y="383696"/>
                  <a:pt x="-8880" y="279833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23822" y="75562"/>
                  <a:pt x="66587" y="21287"/>
                  <a:pt x="179602" y="0"/>
                </a:cubicBezTo>
                <a:cubicBezTo>
                  <a:pt x="252843" y="11471"/>
                  <a:pt x="352462" y="60878"/>
                  <a:pt x="359204" y="179602"/>
                </a:cubicBezTo>
                <a:cubicBezTo>
                  <a:pt x="355135" y="276843"/>
                  <a:pt x="273443" y="359948"/>
                  <a:pt x="179602" y="359204"/>
                </a:cubicBezTo>
                <a:cubicBezTo>
                  <a:pt x="70047" y="342194"/>
                  <a:pt x="4985" y="275643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358419397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5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7D1D75C-C832-10C7-C220-4C9C23B2B046}"/>
              </a:ext>
            </a:extLst>
          </p:cNvPr>
          <p:cNvCxnSpPr>
            <a:stCxn id="17" idx="3"/>
            <a:endCxn id="19" idx="0"/>
          </p:cNvCxnSpPr>
          <p:nvPr/>
        </p:nvCxnSpPr>
        <p:spPr>
          <a:xfrm flipH="1">
            <a:off x="1796735" y="4019334"/>
            <a:ext cx="142404" cy="211185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F3D26935-829F-9E2F-D1A7-82FF807A16D7}"/>
              </a:ext>
            </a:extLst>
          </p:cNvPr>
          <p:cNvSpPr/>
          <p:nvPr/>
        </p:nvSpPr>
        <p:spPr>
          <a:xfrm>
            <a:off x="2487332" y="4786068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365" y="105755"/>
                  <a:pt x="67281" y="2404"/>
                  <a:pt x="179602" y="0"/>
                </a:cubicBezTo>
                <a:cubicBezTo>
                  <a:pt x="288492" y="6123"/>
                  <a:pt x="350804" y="64591"/>
                  <a:pt x="359204" y="179602"/>
                </a:cubicBezTo>
                <a:cubicBezTo>
                  <a:pt x="346324" y="281052"/>
                  <a:pt x="293763" y="379361"/>
                  <a:pt x="179602" y="359204"/>
                </a:cubicBezTo>
                <a:cubicBezTo>
                  <a:pt x="61637" y="365007"/>
                  <a:pt x="-8747" y="251992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20645" y="99007"/>
                  <a:pt x="82884" y="13996"/>
                  <a:pt x="179602" y="0"/>
                </a:cubicBezTo>
                <a:cubicBezTo>
                  <a:pt x="274876" y="7524"/>
                  <a:pt x="372508" y="98052"/>
                  <a:pt x="359204" y="179602"/>
                </a:cubicBezTo>
                <a:cubicBezTo>
                  <a:pt x="351292" y="295517"/>
                  <a:pt x="262355" y="362709"/>
                  <a:pt x="179602" y="359204"/>
                </a:cubicBezTo>
                <a:cubicBezTo>
                  <a:pt x="70907" y="355555"/>
                  <a:pt x="5278" y="289478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858650445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16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94C1E86-A4BC-BFA5-4539-D52DD686A6D9}"/>
              </a:ext>
            </a:extLst>
          </p:cNvPr>
          <p:cNvCxnSpPr>
            <a:stCxn id="9" idx="5"/>
            <a:endCxn id="22" idx="0"/>
          </p:cNvCxnSpPr>
          <p:nvPr/>
        </p:nvCxnSpPr>
        <p:spPr>
          <a:xfrm>
            <a:off x="2490015" y="4537117"/>
            <a:ext cx="176919" cy="248951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9FE0CF4B-9B3D-16AC-775A-09FB05E688C8}"/>
              </a:ext>
            </a:extLst>
          </p:cNvPr>
          <p:cNvSpPr/>
          <p:nvPr/>
        </p:nvSpPr>
        <p:spPr>
          <a:xfrm>
            <a:off x="5985089" y="2639405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15897" y="68648"/>
                  <a:pt x="52640" y="832"/>
                  <a:pt x="179602" y="0"/>
                </a:cubicBezTo>
                <a:cubicBezTo>
                  <a:pt x="277853" y="-13083"/>
                  <a:pt x="357721" y="76482"/>
                  <a:pt x="359204" y="179602"/>
                </a:cubicBezTo>
                <a:cubicBezTo>
                  <a:pt x="365307" y="278988"/>
                  <a:pt x="283474" y="343086"/>
                  <a:pt x="179602" y="359204"/>
                </a:cubicBezTo>
                <a:cubicBezTo>
                  <a:pt x="86458" y="357950"/>
                  <a:pt x="-580" y="264545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11888" y="84104"/>
                  <a:pt x="55130" y="11133"/>
                  <a:pt x="179602" y="0"/>
                </a:cubicBezTo>
                <a:cubicBezTo>
                  <a:pt x="277686" y="25420"/>
                  <a:pt x="366833" y="80560"/>
                  <a:pt x="359204" y="179602"/>
                </a:cubicBezTo>
                <a:cubicBezTo>
                  <a:pt x="342986" y="281232"/>
                  <a:pt x="287224" y="347313"/>
                  <a:pt x="179602" y="359204"/>
                </a:cubicBezTo>
                <a:cubicBezTo>
                  <a:pt x="79454" y="351955"/>
                  <a:pt x="9049" y="271707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372569933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20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8CBEA2B-3DCD-CE2A-5228-F4E0659F10E6}"/>
              </a:ext>
            </a:extLst>
          </p:cNvPr>
          <p:cNvSpPr/>
          <p:nvPr/>
        </p:nvSpPr>
        <p:spPr>
          <a:xfrm>
            <a:off x="6582876" y="3199676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10137" y="78804"/>
                  <a:pt x="66385" y="-23659"/>
                  <a:pt x="179602" y="0"/>
                </a:cubicBezTo>
                <a:cubicBezTo>
                  <a:pt x="282243" y="-6493"/>
                  <a:pt x="353313" y="99127"/>
                  <a:pt x="359204" y="179602"/>
                </a:cubicBezTo>
                <a:cubicBezTo>
                  <a:pt x="358156" y="297364"/>
                  <a:pt x="303740" y="344349"/>
                  <a:pt x="179602" y="359204"/>
                </a:cubicBezTo>
                <a:cubicBezTo>
                  <a:pt x="69467" y="369816"/>
                  <a:pt x="22024" y="276414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-18792" y="78530"/>
                  <a:pt x="80408" y="-23509"/>
                  <a:pt x="179602" y="0"/>
                </a:cubicBezTo>
                <a:cubicBezTo>
                  <a:pt x="267906" y="-10755"/>
                  <a:pt x="374933" y="90013"/>
                  <a:pt x="359204" y="179602"/>
                </a:cubicBezTo>
                <a:cubicBezTo>
                  <a:pt x="387920" y="280122"/>
                  <a:pt x="280699" y="358149"/>
                  <a:pt x="179602" y="359204"/>
                </a:cubicBezTo>
                <a:cubicBezTo>
                  <a:pt x="76329" y="344149"/>
                  <a:pt x="12550" y="294404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37951076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34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6A0AB37-FAC0-9CD7-5672-1B5C2873EF2B}"/>
              </a:ext>
            </a:extLst>
          </p:cNvPr>
          <p:cNvSpPr/>
          <p:nvPr/>
        </p:nvSpPr>
        <p:spPr>
          <a:xfrm>
            <a:off x="5455846" y="3194953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6345" y="91846"/>
                  <a:pt x="96751" y="1997"/>
                  <a:pt x="179602" y="0"/>
                </a:cubicBezTo>
                <a:cubicBezTo>
                  <a:pt x="266123" y="9909"/>
                  <a:pt x="363885" y="55857"/>
                  <a:pt x="359204" y="179602"/>
                </a:cubicBezTo>
                <a:cubicBezTo>
                  <a:pt x="346868" y="277218"/>
                  <a:pt x="274789" y="357179"/>
                  <a:pt x="179602" y="359204"/>
                </a:cubicBezTo>
                <a:cubicBezTo>
                  <a:pt x="85424" y="354370"/>
                  <a:pt x="-6006" y="282801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3693" y="86002"/>
                  <a:pt x="70200" y="-22876"/>
                  <a:pt x="179602" y="0"/>
                </a:cubicBezTo>
                <a:cubicBezTo>
                  <a:pt x="278234" y="17733"/>
                  <a:pt x="362713" y="78714"/>
                  <a:pt x="359204" y="179602"/>
                </a:cubicBezTo>
                <a:cubicBezTo>
                  <a:pt x="365630" y="262759"/>
                  <a:pt x="286687" y="381927"/>
                  <a:pt x="179602" y="359204"/>
                </a:cubicBezTo>
                <a:cubicBezTo>
                  <a:pt x="96691" y="338796"/>
                  <a:pt x="-17787" y="282889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831659339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17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2ACEE8E-954B-3347-2A5E-693CD5100B5E}"/>
              </a:ext>
            </a:extLst>
          </p:cNvPr>
          <p:cNvSpPr/>
          <p:nvPr/>
        </p:nvSpPr>
        <p:spPr>
          <a:xfrm>
            <a:off x="5793580" y="3712736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3589" y="83314"/>
                  <a:pt x="93541" y="5964"/>
                  <a:pt x="179602" y="0"/>
                </a:cubicBezTo>
                <a:cubicBezTo>
                  <a:pt x="274808" y="25754"/>
                  <a:pt x="372334" y="58894"/>
                  <a:pt x="359204" y="179602"/>
                </a:cubicBezTo>
                <a:cubicBezTo>
                  <a:pt x="385858" y="281202"/>
                  <a:pt x="257220" y="378838"/>
                  <a:pt x="179602" y="359204"/>
                </a:cubicBezTo>
                <a:cubicBezTo>
                  <a:pt x="79124" y="361030"/>
                  <a:pt x="-8803" y="2689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-9215" y="61553"/>
                  <a:pt x="67398" y="5820"/>
                  <a:pt x="179602" y="0"/>
                </a:cubicBezTo>
                <a:cubicBezTo>
                  <a:pt x="286304" y="4376"/>
                  <a:pt x="341592" y="82960"/>
                  <a:pt x="359204" y="179602"/>
                </a:cubicBezTo>
                <a:cubicBezTo>
                  <a:pt x="350227" y="300173"/>
                  <a:pt x="277554" y="339803"/>
                  <a:pt x="179602" y="359204"/>
                </a:cubicBezTo>
                <a:cubicBezTo>
                  <a:pt x="88352" y="350238"/>
                  <a:pt x="12548" y="271358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782164664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18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4BE65D9-4250-F124-F9E5-4C68627E048D}"/>
              </a:ext>
            </a:extLst>
          </p:cNvPr>
          <p:cNvSpPr/>
          <p:nvPr/>
        </p:nvSpPr>
        <p:spPr>
          <a:xfrm>
            <a:off x="6942079" y="3712735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10009" y="70332"/>
                  <a:pt x="83893" y="4040"/>
                  <a:pt x="179602" y="0"/>
                </a:cubicBezTo>
                <a:cubicBezTo>
                  <a:pt x="284782" y="-22085"/>
                  <a:pt x="363315" y="52044"/>
                  <a:pt x="359204" y="179602"/>
                </a:cubicBezTo>
                <a:cubicBezTo>
                  <a:pt x="352488" y="277032"/>
                  <a:pt x="274457" y="381450"/>
                  <a:pt x="179602" y="359204"/>
                </a:cubicBezTo>
                <a:cubicBezTo>
                  <a:pt x="91176" y="363097"/>
                  <a:pt x="-7101" y="279858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-3196" y="78591"/>
                  <a:pt x="69058" y="16207"/>
                  <a:pt x="179602" y="0"/>
                </a:cubicBezTo>
                <a:cubicBezTo>
                  <a:pt x="282933" y="-383"/>
                  <a:pt x="365417" y="89108"/>
                  <a:pt x="359204" y="179602"/>
                </a:cubicBezTo>
                <a:cubicBezTo>
                  <a:pt x="370808" y="287839"/>
                  <a:pt x="273805" y="379719"/>
                  <a:pt x="179602" y="359204"/>
                </a:cubicBezTo>
                <a:cubicBezTo>
                  <a:pt x="106739" y="359255"/>
                  <a:pt x="-15773" y="284076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17050169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45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5034A228-C709-371A-8722-038318674C11}"/>
              </a:ext>
            </a:extLst>
          </p:cNvPr>
          <p:cNvSpPr/>
          <p:nvPr/>
        </p:nvSpPr>
        <p:spPr>
          <a:xfrm>
            <a:off x="5160956" y="3715849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16913" y="58347"/>
                  <a:pt x="75708" y="127"/>
                  <a:pt x="179602" y="0"/>
                </a:cubicBezTo>
                <a:cubicBezTo>
                  <a:pt x="272356" y="-19767"/>
                  <a:pt x="353554" y="84005"/>
                  <a:pt x="359204" y="179602"/>
                </a:cubicBezTo>
                <a:cubicBezTo>
                  <a:pt x="355986" y="275798"/>
                  <a:pt x="267420" y="362733"/>
                  <a:pt x="179602" y="359204"/>
                </a:cubicBezTo>
                <a:cubicBezTo>
                  <a:pt x="89943" y="355021"/>
                  <a:pt x="-7928" y="256783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20756" y="87995"/>
                  <a:pt x="78923" y="-12856"/>
                  <a:pt x="179602" y="0"/>
                </a:cubicBezTo>
                <a:cubicBezTo>
                  <a:pt x="291881" y="-2856"/>
                  <a:pt x="339186" y="76419"/>
                  <a:pt x="359204" y="179602"/>
                </a:cubicBezTo>
                <a:cubicBezTo>
                  <a:pt x="371347" y="262171"/>
                  <a:pt x="287181" y="356237"/>
                  <a:pt x="179602" y="359204"/>
                </a:cubicBezTo>
                <a:cubicBezTo>
                  <a:pt x="68336" y="377808"/>
                  <a:pt x="-884" y="276394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06091661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15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B1F7718-1C16-82FD-E90C-BD65F214DA20}"/>
              </a:ext>
            </a:extLst>
          </p:cNvPr>
          <p:cNvCxnSpPr>
            <a:stCxn id="26" idx="3"/>
            <a:endCxn id="28" idx="0"/>
          </p:cNvCxnSpPr>
          <p:nvPr/>
        </p:nvCxnSpPr>
        <p:spPr>
          <a:xfrm flipH="1">
            <a:off x="5635448" y="2946004"/>
            <a:ext cx="402245" cy="248949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9EA097E-673D-1042-E7FE-291A9630FA7B}"/>
              </a:ext>
            </a:extLst>
          </p:cNvPr>
          <p:cNvCxnSpPr>
            <a:stCxn id="26" idx="5"/>
            <a:endCxn id="27" idx="0"/>
          </p:cNvCxnSpPr>
          <p:nvPr/>
        </p:nvCxnSpPr>
        <p:spPr>
          <a:xfrm>
            <a:off x="6291688" y="2946004"/>
            <a:ext cx="470790" cy="253672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57399CC-9489-CE31-5127-1387FFCABEB5}"/>
              </a:ext>
            </a:extLst>
          </p:cNvPr>
          <p:cNvCxnSpPr>
            <a:stCxn id="28" idx="5"/>
            <a:endCxn id="29" idx="0"/>
          </p:cNvCxnSpPr>
          <p:nvPr/>
        </p:nvCxnSpPr>
        <p:spPr>
          <a:xfrm>
            <a:off x="5762445" y="3501552"/>
            <a:ext cx="210737" cy="211184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65D5728F-5686-DE2D-43C6-60FF74B6E9AE}"/>
              </a:ext>
            </a:extLst>
          </p:cNvPr>
          <p:cNvCxnSpPr>
            <a:cxnSpLocks/>
            <a:stCxn id="27" idx="3"/>
            <a:endCxn id="37" idx="0"/>
          </p:cNvCxnSpPr>
          <p:nvPr/>
        </p:nvCxnSpPr>
        <p:spPr>
          <a:xfrm flipH="1">
            <a:off x="6484355" y="3506275"/>
            <a:ext cx="151125" cy="206460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>
            <a:extLst>
              <a:ext uri="{FF2B5EF4-FFF2-40B4-BE49-F238E27FC236}">
                <a16:creationId xmlns:a16="http://schemas.microsoft.com/office/drawing/2014/main" id="{1DF8B107-21B7-87C4-0BDD-99CEC75DFBE2}"/>
              </a:ext>
            </a:extLst>
          </p:cNvPr>
          <p:cNvSpPr/>
          <p:nvPr/>
        </p:nvSpPr>
        <p:spPr>
          <a:xfrm>
            <a:off x="6304753" y="3712735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20914" y="99562"/>
                  <a:pt x="77303" y="-3767"/>
                  <a:pt x="179602" y="0"/>
                </a:cubicBezTo>
                <a:cubicBezTo>
                  <a:pt x="284506" y="-2260"/>
                  <a:pt x="358226" y="104113"/>
                  <a:pt x="359204" y="179602"/>
                </a:cubicBezTo>
                <a:cubicBezTo>
                  <a:pt x="355879" y="295883"/>
                  <a:pt x="269621" y="364654"/>
                  <a:pt x="179602" y="359204"/>
                </a:cubicBezTo>
                <a:cubicBezTo>
                  <a:pt x="75682" y="339698"/>
                  <a:pt x="8371" y="266171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13003" y="95187"/>
                  <a:pt x="93737" y="-20731"/>
                  <a:pt x="179602" y="0"/>
                </a:cubicBezTo>
                <a:cubicBezTo>
                  <a:pt x="275675" y="-14702"/>
                  <a:pt x="359001" y="99485"/>
                  <a:pt x="359204" y="179602"/>
                </a:cubicBezTo>
                <a:cubicBezTo>
                  <a:pt x="348323" y="259663"/>
                  <a:pt x="276298" y="356932"/>
                  <a:pt x="179602" y="359204"/>
                </a:cubicBezTo>
                <a:cubicBezTo>
                  <a:pt x="92246" y="355717"/>
                  <a:pt x="-1221" y="296487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819718425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25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B76CE1A-B06B-FC6F-6283-A454648C39BC}"/>
              </a:ext>
            </a:extLst>
          </p:cNvPr>
          <p:cNvCxnSpPr>
            <a:cxnSpLocks/>
            <a:stCxn id="30" idx="0"/>
            <a:endCxn id="27" idx="5"/>
          </p:cNvCxnSpPr>
          <p:nvPr/>
        </p:nvCxnSpPr>
        <p:spPr>
          <a:xfrm flipH="1" flipV="1">
            <a:off x="6889475" y="3506275"/>
            <a:ext cx="232206" cy="206460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37615330-DA82-93C1-8118-B0F11586C0F6}"/>
              </a:ext>
            </a:extLst>
          </p:cNvPr>
          <p:cNvSpPr/>
          <p:nvPr/>
        </p:nvSpPr>
        <p:spPr>
          <a:xfrm>
            <a:off x="4818564" y="4230517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6425" y="83164"/>
                  <a:pt x="105514" y="-9696"/>
                  <a:pt x="179602" y="0"/>
                </a:cubicBezTo>
                <a:cubicBezTo>
                  <a:pt x="272218" y="-25161"/>
                  <a:pt x="349739" y="73187"/>
                  <a:pt x="359204" y="179602"/>
                </a:cubicBezTo>
                <a:cubicBezTo>
                  <a:pt x="343695" y="290022"/>
                  <a:pt x="278393" y="342763"/>
                  <a:pt x="179602" y="359204"/>
                </a:cubicBezTo>
                <a:cubicBezTo>
                  <a:pt x="102478" y="359163"/>
                  <a:pt x="18645" y="264369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-19143" y="65436"/>
                  <a:pt x="86533" y="-15875"/>
                  <a:pt x="179602" y="0"/>
                </a:cubicBezTo>
                <a:cubicBezTo>
                  <a:pt x="268482" y="-2240"/>
                  <a:pt x="363403" y="86362"/>
                  <a:pt x="359204" y="179602"/>
                </a:cubicBezTo>
                <a:cubicBezTo>
                  <a:pt x="377567" y="264440"/>
                  <a:pt x="276052" y="332206"/>
                  <a:pt x="179602" y="359204"/>
                </a:cubicBezTo>
                <a:cubicBezTo>
                  <a:pt x="65290" y="338939"/>
                  <a:pt x="14129" y="290872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45202679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10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20406024-EF40-8724-495B-337FCE3358CB}"/>
              </a:ext>
            </a:extLst>
          </p:cNvPr>
          <p:cNvCxnSpPr>
            <a:cxnSpLocks/>
            <a:stCxn id="31" idx="3"/>
            <a:endCxn id="39" idx="0"/>
          </p:cNvCxnSpPr>
          <p:nvPr/>
        </p:nvCxnSpPr>
        <p:spPr>
          <a:xfrm flipH="1">
            <a:off x="4998166" y="4022448"/>
            <a:ext cx="215394" cy="208069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399F869B-8011-578D-E6BA-C241F4AFC89E}"/>
              </a:ext>
            </a:extLst>
          </p:cNvPr>
          <p:cNvSpPr/>
          <p:nvPr/>
        </p:nvSpPr>
        <p:spPr>
          <a:xfrm>
            <a:off x="4553417" y="4786065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7584" y="76274"/>
                  <a:pt x="93681" y="1433"/>
                  <a:pt x="179602" y="0"/>
                </a:cubicBezTo>
                <a:cubicBezTo>
                  <a:pt x="279983" y="18800"/>
                  <a:pt x="364538" y="79667"/>
                  <a:pt x="359204" y="179602"/>
                </a:cubicBezTo>
                <a:cubicBezTo>
                  <a:pt x="333374" y="287891"/>
                  <a:pt x="273768" y="351206"/>
                  <a:pt x="179602" y="359204"/>
                </a:cubicBezTo>
                <a:cubicBezTo>
                  <a:pt x="56596" y="365092"/>
                  <a:pt x="5410" y="263523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-26849" y="73779"/>
                  <a:pt x="88390" y="-7832"/>
                  <a:pt x="179602" y="0"/>
                </a:cubicBezTo>
                <a:cubicBezTo>
                  <a:pt x="275759" y="-5666"/>
                  <a:pt x="357146" y="84024"/>
                  <a:pt x="359204" y="179602"/>
                </a:cubicBezTo>
                <a:cubicBezTo>
                  <a:pt x="350310" y="269012"/>
                  <a:pt x="269921" y="338761"/>
                  <a:pt x="179602" y="359204"/>
                </a:cubicBezTo>
                <a:cubicBezTo>
                  <a:pt x="87521" y="339662"/>
                  <a:pt x="2818" y="264579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407975670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5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39910570-090B-9A76-1ADB-1E12FF6D6E41}"/>
              </a:ext>
            </a:extLst>
          </p:cNvPr>
          <p:cNvCxnSpPr>
            <a:stCxn id="39" idx="3"/>
            <a:endCxn id="41" idx="0"/>
          </p:cNvCxnSpPr>
          <p:nvPr/>
        </p:nvCxnSpPr>
        <p:spPr>
          <a:xfrm flipH="1">
            <a:off x="4733019" y="4537116"/>
            <a:ext cx="138149" cy="248949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61C0A176-CCAA-9B82-6EED-9027A96C4274}"/>
              </a:ext>
            </a:extLst>
          </p:cNvPr>
          <p:cNvSpPr/>
          <p:nvPr/>
        </p:nvSpPr>
        <p:spPr>
          <a:xfrm>
            <a:off x="5520159" y="4230517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907" y="74713"/>
                  <a:pt x="92848" y="-24385"/>
                  <a:pt x="179602" y="0"/>
                </a:cubicBezTo>
                <a:cubicBezTo>
                  <a:pt x="285768" y="7939"/>
                  <a:pt x="372395" y="71685"/>
                  <a:pt x="359204" y="179602"/>
                </a:cubicBezTo>
                <a:cubicBezTo>
                  <a:pt x="370884" y="278947"/>
                  <a:pt x="272187" y="371303"/>
                  <a:pt x="179602" y="359204"/>
                </a:cubicBezTo>
                <a:cubicBezTo>
                  <a:pt x="84458" y="381503"/>
                  <a:pt x="-14821" y="274488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-10176" y="76288"/>
                  <a:pt x="62580" y="-22374"/>
                  <a:pt x="179602" y="0"/>
                </a:cubicBezTo>
                <a:cubicBezTo>
                  <a:pt x="257372" y="-12418"/>
                  <a:pt x="340884" y="92084"/>
                  <a:pt x="359204" y="179602"/>
                </a:cubicBezTo>
                <a:cubicBezTo>
                  <a:pt x="346940" y="259739"/>
                  <a:pt x="288045" y="370085"/>
                  <a:pt x="179602" y="359204"/>
                </a:cubicBezTo>
                <a:cubicBezTo>
                  <a:pt x="84341" y="355547"/>
                  <a:pt x="-12888" y="286032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140796157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16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00D3A83B-1C3B-2A1F-6C5D-35BD535F88F5}"/>
              </a:ext>
            </a:extLst>
          </p:cNvPr>
          <p:cNvCxnSpPr>
            <a:stCxn id="31" idx="5"/>
            <a:endCxn id="43" idx="0"/>
          </p:cNvCxnSpPr>
          <p:nvPr/>
        </p:nvCxnSpPr>
        <p:spPr>
          <a:xfrm>
            <a:off x="5467555" y="4022448"/>
            <a:ext cx="232206" cy="208069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78CAE6A2-940B-1142-34BD-54A1AB7D9503}"/>
              </a:ext>
            </a:extLst>
          </p:cNvPr>
          <p:cNvCxnSpPr>
            <a:stCxn id="28" idx="3"/>
            <a:endCxn id="31" idx="0"/>
          </p:cNvCxnSpPr>
          <p:nvPr/>
        </p:nvCxnSpPr>
        <p:spPr>
          <a:xfrm flipH="1">
            <a:off x="5340558" y="3501552"/>
            <a:ext cx="167892" cy="214297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Oval 59">
            <a:extLst>
              <a:ext uri="{FF2B5EF4-FFF2-40B4-BE49-F238E27FC236}">
                <a16:creationId xmlns:a16="http://schemas.microsoft.com/office/drawing/2014/main" id="{6BD224A0-6194-B901-ABD3-921AA54AE2FA}"/>
              </a:ext>
            </a:extLst>
          </p:cNvPr>
          <p:cNvSpPr/>
          <p:nvPr/>
        </p:nvSpPr>
        <p:spPr>
          <a:xfrm>
            <a:off x="9056698" y="2639405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110" y="63908"/>
                  <a:pt x="94044" y="14456"/>
                  <a:pt x="179602" y="0"/>
                </a:cubicBezTo>
                <a:cubicBezTo>
                  <a:pt x="285863" y="-5421"/>
                  <a:pt x="342223" y="80172"/>
                  <a:pt x="359204" y="179602"/>
                </a:cubicBezTo>
                <a:cubicBezTo>
                  <a:pt x="347347" y="303883"/>
                  <a:pt x="284342" y="339830"/>
                  <a:pt x="179602" y="359204"/>
                </a:cubicBezTo>
                <a:cubicBezTo>
                  <a:pt x="79695" y="355867"/>
                  <a:pt x="-6339" y="305740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-12487" y="64546"/>
                  <a:pt x="90171" y="25322"/>
                  <a:pt x="179602" y="0"/>
                </a:cubicBezTo>
                <a:cubicBezTo>
                  <a:pt x="280118" y="23820"/>
                  <a:pt x="354627" y="75666"/>
                  <a:pt x="359204" y="179602"/>
                </a:cubicBezTo>
                <a:cubicBezTo>
                  <a:pt x="352363" y="277500"/>
                  <a:pt x="292705" y="357265"/>
                  <a:pt x="179602" y="359204"/>
                </a:cubicBezTo>
                <a:cubicBezTo>
                  <a:pt x="86824" y="340668"/>
                  <a:pt x="5438" y="274406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234222579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20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3658051F-0525-906E-BA43-91F6D851DB3D}"/>
              </a:ext>
            </a:extLst>
          </p:cNvPr>
          <p:cNvSpPr/>
          <p:nvPr/>
        </p:nvSpPr>
        <p:spPr>
          <a:xfrm>
            <a:off x="9654485" y="3199676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4684" y="96387"/>
                  <a:pt x="81282" y="-24653"/>
                  <a:pt x="179602" y="0"/>
                </a:cubicBezTo>
                <a:cubicBezTo>
                  <a:pt x="274800" y="10238"/>
                  <a:pt x="358095" y="87214"/>
                  <a:pt x="359204" y="179602"/>
                </a:cubicBezTo>
                <a:cubicBezTo>
                  <a:pt x="344603" y="295703"/>
                  <a:pt x="278586" y="363763"/>
                  <a:pt x="179602" y="359204"/>
                </a:cubicBezTo>
                <a:cubicBezTo>
                  <a:pt x="61471" y="352120"/>
                  <a:pt x="-1741" y="284099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4006" y="78681"/>
                  <a:pt x="83616" y="-8475"/>
                  <a:pt x="179602" y="0"/>
                </a:cubicBezTo>
                <a:cubicBezTo>
                  <a:pt x="289017" y="3322"/>
                  <a:pt x="353089" y="82276"/>
                  <a:pt x="359204" y="179602"/>
                </a:cubicBezTo>
                <a:cubicBezTo>
                  <a:pt x="349966" y="252027"/>
                  <a:pt x="285245" y="382204"/>
                  <a:pt x="179602" y="359204"/>
                </a:cubicBezTo>
                <a:cubicBezTo>
                  <a:pt x="65844" y="338521"/>
                  <a:pt x="16658" y="273650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932106063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34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E370E847-F363-42B1-7F00-8B53C182518E}"/>
              </a:ext>
            </a:extLst>
          </p:cNvPr>
          <p:cNvSpPr/>
          <p:nvPr/>
        </p:nvSpPr>
        <p:spPr>
          <a:xfrm>
            <a:off x="8527455" y="3194953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490" y="76252"/>
                  <a:pt x="85443" y="8395"/>
                  <a:pt x="179602" y="0"/>
                </a:cubicBezTo>
                <a:cubicBezTo>
                  <a:pt x="261250" y="5357"/>
                  <a:pt x="369298" y="83475"/>
                  <a:pt x="359204" y="179602"/>
                </a:cubicBezTo>
                <a:cubicBezTo>
                  <a:pt x="370624" y="262049"/>
                  <a:pt x="285967" y="361545"/>
                  <a:pt x="179602" y="359204"/>
                </a:cubicBezTo>
                <a:cubicBezTo>
                  <a:pt x="66405" y="372036"/>
                  <a:pt x="-9259" y="305445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-14688" y="87644"/>
                  <a:pt x="64016" y="-2954"/>
                  <a:pt x="179602" y="0"/>
                </a:cubicBezTo>
                <a:cubicBezTo>
                  <a:pt x="285297" y="24487"/>
                  <a:pt x="361342" y="84612"/>
                  <a:pt x="359204" y="179602"/>
                </a:cubicBezTo>
                <a:cubicBezTo>
                  <a:pt x="371310" y="280758"/>
                  <a:pt x="267842" y="376878"/>
                  <a:pt x="179602" y="359204"/>
                </a:cubicBezTo>
                <a:cubicBezTo>
                  <a:pt x="82786" y="360264"/>
                  <a:pt x="-3964" y="273550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995266236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15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B9F0780A-5310-ED3C-2D2E-CB99CB61F7AA}"/>
              </a:ext>
            </a:extLst>
          </p:cNvPr>
          <p:cNvSpPr/>
          <p:nvPr/>
        </p:nvSpPr>
        <p:spPr>
          <a:xfrm>
            <a:off x="8865189" y="3712736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708" y="76497"/>
                  <a:pt x="72315" y="12077"/>
                  <a:pt x="179602" y="0"/>
                </a:cubicBezTo>
                <a:cubicBezTo>
                  <a:pt x="295363" y="-1641"/>
                  <a:pt x="378755" y="92950"/>
                  <a:pt x="359204" y="179602"/>
                </a:cubicBezTo>
                <a:cubicBezTo>
                  <a:pt x="346714" y="275488"/>
                  <a:pt x="286538" y="365254"/>
                  <a:pt x="179602" y="359204"/>
                </a:cubicBezTo>
                <a:cubicBezTo>
                  <a:pt x="69369" y="336130"/>
                  <a:pt x="9506" y="258494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14150" y="68208"/>
                  <a:pt x="52035" y="-7133"/>
                  <a:pt x="179602" y="0"/>
                </a:cubicBezTo>
                <a:cubicBezTo>
                  <a:pt x="278214" y="9591"/>
                  <a:pt x="371864" y="104856"/>
                  <a:pt x="359204" y="179602"/>
                </a:cubicBezTo>
                <a:cubicBezTo>
                  <a:pt x="361976" y="279410"/>
                  <a:pt x="301927" y="356054"/>
                  <a:pt x="179602" y="359204"/>
                </a:cubicBezTo>
                <a:cubicBezTo>
                  <a:pt x="81949" y="367053"/>
                  <a:pt x="-15071" y="26881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645160204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17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2D164589-F845-B9E6-0DFC-468C2474F9BF}"/>
              </a:ext>
            </a:extLst>
          </p:cNvPr>
          <p:cNvSpPr/>
          <p:nvPr/>
        </p:nvSpPr>
        <p:spPr>
          <a:xfrm>
            <a:off x="10013688" y="3712735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23258" y="61985"/>
                  <a:pt x="77900" y="-10156"/>
                  <a:pt x="179602" y="0"/>
                </a:cubicBezTo>
                <a:cubicBezTo>
                  <a:pt x="286768" y="-3109"/>
                  <a:pt x="376324" y="104527"/>
                  <a:pt x="359204" y="179602"/>
                </a:cubicBezTo>
                <a:cubicBezTo>
                  <a:pt x="363535" y="257381"/>
                  <a:pt x="293281" y="354030"/>
                  <a:pt x="179602" y="359204"/>
                </a:cubicBezTo>
                <a:cubicBezTo>
                  <a:pt x="72583" y="381397"/>
                  <a:pt x="20308" y="268523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3797" y="77835"/>
                  <a:pt x="69607" y="-12313"/>
                  <a:pt x="179602" y="0"/>
                </a:cubicBezTo>
                <a:cubicBezTo>
                  <a:pt x="287571" y="-2684"/>
                  <a:pt x="359876" y="82790"/>
                  <a:pt x="359204" y="179602"/>
                </a:cubicBezTo>
                <a:cubicBezTo>
                  <a:pt x="367276" y="278734"/>
                  <a:pt x="264048" y="356203"/>
                  <a:pt x="179602" y="359204"/>
                </a:cubicBezTo>
                <a:cubicBezTo>
                  <a:pt x="67825" y="342461"/>
                  <a:pt x="10494" y="29759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3503414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45</a:t>
            </a: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1B4C2879-3E8D-2AD3-32AA-C4A6DA5BB7AC}"/>
              </a:ext>
            </a:extLst>
          </p:cNvPr>
          <p:cNvSpPr/>
          <p:nvPr/>
        </p:nvSpPr>
        <p:spPr>
          <a:xfrm>
            <a:off x="8232565" y="3715849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2239" y="56389"/>
                  <a:pt x="86343" y="-4986"/>
                  <a:pt x="179602" y="0"/>
                </a:cubicBezTo>
                <a:cubicBezTo>
                  <a:pt x="279638" y="-22994"/>
                  <a:pt x="345105" y="77604"/>
                  <a:pt x="359204" y="179602"/>
                </a:cubicBezTo>
                <a:cubicBezTo>
                  <a:pt x="367106" y="293686"/>
                  <a:pt x="298157" y="365439"/>
                  <a:pt x="179602" y="359204"/>
                </a:cubicBezTo>
                <a:cubicBezTo>
                  <a:pt x="98738" y="337862"/>
                  <a:pt x="-2172" y="296630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-19593" y="98819"/>
                  <a:pt x="68931" y="11644"/>
                  <a:pt x="179602" y="0"/>
                </a:cubicBezTo>
                <a:cubicBezTo>
                  <a:pt x="300245" y="-9932"/>
                  <a:pt x="349403" y="62073"/>
                  <a:pt x="359204" y="179602"/>
                </a:cubicBezTo>
                <a:cubicBezTo>
                  <a:pt x="379517" y="258688"/>
                  <a:pt x="294429" y="369211"/>
                  <a:pt x="179602" y="359204"/>
                </a:cubicBezTo>
                <a:cubicBezTo>
                  <a:pt x="96494" y="364272"/>
                  <a:pt x="1257" y="29728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886325023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10</a:t>
            </a:r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6343CDC2-9201-EF54-73AC-0A852E53D502}"/>
              </a:ext>
            </a:extLst>
          </p:cNvPr>
          <p:cNvCxnSpPr>
            <a:stCxn id="60" idx="3"/>
            <a:endCxn id="62" idx="0"/>
          </p:cNvCxnSpPr>
          <p:nvPr/>
        </p:nvCxnSpPr>
        <p:spPr>
          <a:xfrm flipH="1">
            <a:off x="8707057" y="2946004"/>
            <a:ext cx="402245" cy="248949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60D4619F-0154-6973-EB21-94D6D561159E}"/>
              </a:ext>
            </a:extLst>
          </p:cNvPr>
          <p:cNvCxnSpPr>
            <a:stCxn id="60" idx="5"/>
            <a:endCxn id="61" idx="0"/>
          </p:cNvCxnSpPr>
          <p:nvPr/>
        </p:nvCxnSpPr>
        <p:spPr>
          <a:xfrm>
            <a:off x="9363297" y="2946004"/>
            <a:ext cx="470790" cy="253672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72C2F487-2DB8-3B1C-512E-537B6CBAE83C}"/>
              </a:ext>
            </a:extLst>
          </p:cNvPr>
          <p:cNvCxnSpPr>
            <a:stCxn id="62" idx="5"/>
            <a:endCxn id="63" idx="0"/>
          </p:cNvCxnSpPr>
          <p:nvPr/>
        </p:nvCxnSpPr>
        <p:spPr>
          <a:xfrm>
            <a:off x="8834054" y="3501552"/>
            <a:ext cx="210737" cy="211184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E3AE4F8F-FABF-B01C-9349-88D0A3495363}"/>
              </a:ext>
            </a:extLst>
          </p:cNvPr>
          <p:cNvCxnSpPr>
            <a:cxnSpLocks/>
            <a:stCxn id="61" idx="3"/>
            <a:endCxn id="70" idx="0"/>
          </p:cNvCxnSpPr>
          <p:nvPr/>
        </p:nvCxnSpPr>
        <p:spPr>
          <a:xfrm flipH="1">
            <a:off x="9555964" y="3506275"/>
            <a:ext cx="151125" cy="206460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Oval 69">
            <a:extLst>
              <a:ext uri="{FF2B5EF4-FFF2-40B4-BE49-F238E27FC236}">
                <a16:creationId xmlns:a16="http://schemas.microsoft.com/office/drawing/2014/main" id="{A1148652-F6BD-A2E7-1861-390F820438D6}"/>
              </a:ext>
            </a:extLst>
          </p:cNvPr>
          <p:cNvSpPr/>
          <p:nvPr/>
        </p:nvSpPr>
        <p:spPr>
          <a:xfrm>
            <a:off x="9376362" y="3712735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8840" y="69910"/>
                  <a:pt x="91228" y="22141"/>
                  <a:pt x="179602" y="0"/>
                </a:cubicBezTo>
                <a:cubicBezTo>
                  <a:pt x="275618" y="-7304"/>
                  <a:pt x="364673" y="90455"/>
                  <a:pt x="359204" y="179602"/>
                </a:cubicBezTo>
                <a:cubicBezTo>
                  <a:pt x="362547" y="277069"/>
                  <a:pt x="291014" y="344456"/>
                  <a:pt x="179602" y="359204"/>
                </a:cubicBezTo>
                <a:cubicBezTo>
                  <a:pt x="91833" y="377295"/>
                  <a:pt x="-7324" y="258979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-3968" y="63153"/>
                  <a:pt x="81122" y="4653"/>
                  <a:pt x="179602" y="0"/>
                </a:cubicBezTo>
                <a:cubicBezTo>
                  <a:pt x="276455" y="9840"/>
                  <a:pt x="362528" y="74276"/>
                  <a:pt x="359204" y="179602"/>
                </a:cubicBezTo>
                <a:cubicBezTo>
                  <a:pt x="354497" y="280613"/>
                  <a:pt x="290795" y="339787"/>
                  <a:pt x="179602" y="359204"/>
                </a:cubicBezTo>
                <a:cubicBezTo>
                  <a:pt x="58788" y="365958"/>
                  <a:pt x="10600" y="303323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46692695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25</a:t>
            </a: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010412AD-A396-FB42-EC7B-8F354984A402}"/>
              </a:ext>
            </a:extLst>
          </p:cNvPr>
          <p:cNvCxnSpPr>
            <a:cxnSpLocks/>
            <a:stCxn id="64" idx="0"/>
            <a:endCxn id="61" idx="5"/>
          </p:cNvCxnSpPr>
          <p:nvPr/>
        </p:nvCxnSpPr>
        <p:spPr>
          <a:xfrm flipH="1" flipV="1">
            <a:off x="9961084" y="3506275"/>
            <a:ext cx="232206" cy="206460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Oval 71">
            <a:extLst>
              <a:ext uri="{FF2B5EF4-FFF2-40B4-BE49-F238E27FC236}">
                <a16:creationId xmlns:a16="http://schemas.microsoft.com/office/drawing/2014/main" id="{DA201B36-42C3-25C1-B84E-6055AB12DD56}"/>
              </a:ext>
            </a:extLst>
          </p:cNvPr>
          <p:cNvSpPr/>
          <p:nvPr/>
        </p:nvSpPr>
        <p:spPr>
          <a:xfrm>
            <a:off x="7873362" y="4236745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26005" y="73200"/>
                  <a:pt x="92920" y="-13958"/>
                  <a:pt x="179602" y="0"/>
                </a:cubicBezTo>
                <a:cubicBezTo>
                  <a:pt x="263246" y="-11447"/>
                  <a:pt x="347957" y="90893"/>
                  <a:pt x="359204" y="179602"/>
                </a:cubicBezTo>
                <a:cubicBezTo>
                  <a:pt x="366879" y="295243"/>
                  <a:pt x="300264" y="362946"/>
                  <a:pt x="179602" y="359204"/>
                </a:cubicBezTo>
                <a:cubicBezTo>
                  <a:pt x="75054" y="354824"/>
                  <a:pt x="-12637" y="288153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-23030" y="96828"/>
                  <a:pt x="90993" y="-378"/>
                  <a:pt x="179602" y="0"/>
                </a:cubicBezTo>
                <a:cubicBezTo>
                  <a:pt x="284162" y="-10442"/>
                  <a:pt x="367582" y="77346"/>
                  <a:pt x="359204" y="179602"/>
                </a:cubicBezTo>
                <a:cubicBezTo>
                  <a:pt x="360561" y="277122"/>
                  <a:pt x="274596" y="375759"/>
                  <a:pt x="179602" y="359204"/>
                </a:cubicBezTo>
                <a:cubicBezTo>
                  <a:pt x="67047" y="357884"/>
                  <a:pt x="14137" y="285967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229669664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5</a:t>
            </a: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8DE6F3FC-80F0-8038-D15D-B1E49094125B}"/>
              </a:ext>
            </a:extLst>
          </p:cNvPr>
          <p:cNvCxnSpPr>
            <a:cxnSpLocks/>
            <a:stCxn id="65" idx="3"/>
            <a:endCxn id="72" idx="0"/>
          </p:cNvCxnSpPr>
          <p:nvPr/>
        </p:nvCxnSpPr>
        <p:spPr>
          <a:xfrm flipH="1">
            <a:off x="8052964" y="4022448"/>
            <a:ext cx="232205" cy="214297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Oval 75">
            <a:extLst>
              <a:ext uri="{FF2B5EF4-FFF2-40B4-BE49-F238E27FC236}">
                <a16:creationId xmlns:a16="http://schemas.microsoft.com/office/drawing/2014/main" id="{FEBC16DC-C426-0EBA-FC27-CE30CA6662FB}"/>
              </a:ext>
            </a:extLst>
          </p:cNvPr>
          <p:cNvSpPr/>
          <p:nvPr/>
        </p:nvSpPr>
        <p:spPr>
          <a:xfrm>
            <a:off x="8591768" y="4230517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9679" y="85252"/>
                  <a:pt x="78035" y="27758"/>
                  <a:pt x="179602" y="0"/>
                </a:cubicBezTo>
                <a:cubicBezTo>
                  <a:pt x="283244" y="-5842"/>
                  <a:pt x="360611" y="84809"/>
                  <a:pt x="359204" y="179602"/>
                </a:cubicBezTo>
                <a:cubicBezTo>
                  <a:pt x="349357" y="265374"/>
                  <a:pt x="288076" y="359519"/>
                  <a:pt x="179602" y="359204"/>
                </a:cubicBezTo>
                <a:cubicBezTo>
                  <a:pt x="92953" y="364403"/>
                  <a:pt x="-604" y="271224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-9798" y="84830"/>
                  <a:pt x="59065" y="5998"/>
                  <a:pt x="179602" y="0"/>
                </a:cubicBezTo>
                <a:cubicBezTo>
                  <a:pt x="271864" y="-18889"/>
                  <a:pt x="335703" y="72603"/>
                  <a:pt x="359204" y="179602"/>
                </a:cubicBezTo>
                <a:cubicBezTo>
                  <a:pt x="365701" y="269693"/>
                  <a:pt x="279073" y="354513"/>
                  <a:pt x="179602" y="359204"/>
                </a:cubicBezTo>
                <a:cubicBezTo>
                  <a:pt x="79276" y="352853"/>
                  <a:pt x="19778" y="289429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976363354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16</a:t>
            </a:r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DE98F1B1-FB62-20A3-68CA-7C9CEB5E5236}"/>
              </a:ext>
            </a:extLst>
          </p:cNvPr>
          <p:cNvCxnSpPr>
            <a:cxnSpLocks/>
            <a:stCxn id="63" idx="3"/>
            <a:endCxn id="76" idx="0"/>
          </p:cNvCxnSpPr>
          <p:nvPr/>
        </p:nvCxnSpPr>
        <p:spPr>
          <a:xfrm flipH="1">
            <a:off x="8771370" y="4019335"/>
            <a:ext cx="146423" cy="211182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33A67CA3-C8DE-03BC-B2FA-ED52FB735B7F}"/>
              </a:ext>
            </a:extLst>
          </p:cNvPr>
          <p:cNvCxnSpPr>
            <a:stCxn id="62" idx="3"/>
            <a:endCxn id="65" idx="0"/>
          </p:cNvCxnSpPr>
          <p:nvPr/>
        </p:nvCxnSpPr>
        <p:spPr>
          <a:xfrm flipH="1">
            <a:off x="8412167" y="3501552"/>
            <a:ext cx="167892" cy="214297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Oval 78">
            <a:extLst>
              <a:ext uri="{FF2B5EF4-FFF2-40B4-BE49-F238E27FC236}">
                <a16:creationId xmlns:a16="http://schemas.microsoft.com/office/drawing/2014/main" id="{31D62804-F5AB-3EB5-93D2-90E723F4F45A}"/>
              </a:ext>
            </a:extLst>
          </p:cNvPr>
          <p:cNvSpPr/>
          <p:nvPr/>
        </p:nvSpPr>
        <p:spPr>
          <a:xfrm>
            <a:off x="9146330" y="4236745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10413" y="101876"/>
                  <a:pt x="73358" y="18397"/>
                  <a:pt x="179602" y="0"/>
                </a:cubicBezTo>
                <a:cubicBezTo>
                  <a:pt x="251377" y="1946"/>
                  <a:pt x="346739" y="86374"/>
                  <a:pt x="359204" y="179602"/>
                </a:cubicBezTo>
                <a:cubicBezTo>
                  <a:pt x="381435" y="264149"/>
                  <a:pt x="297511" y="359288"/>
                  <a:pt x="179602" y="359204"/>
                </a:cubicBezTo>
                <a:cubicBezTo>
                  <a:pt x="81321" y="363222"/>
                  <a:pt x="-18137" y="28859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-6669" y="74747"/>
                  <a:pt x="74930" y="1358"/>
                  <a:pt x="179602" y="0"/>
                </a:cubicBezTo>
                <a:cubicBezTo>
                  <a:pt x="266680" y="-22517"/>
                  <a:pt x="371195" y="97754"/>
                  <a:pt x="359204" y="179602"/>
                </a:cubicBezTo>
                <a:cubicBezTo>
                  <a:pt x="359057" y="274773"/>
                  <a:pt x="276143" y="363035"/>
                  <a:pt x="179602" y="359204"/>
                </a:cubicBezTo>
                <a:cubicBezTo>
                  <a:pt x="83067" y="358608"/>
                  <a:pt x="20441" y="298831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76355957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18</a:t>
            </a: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1060A02C-FF7C-0963-8C1D-9CAAC1FAAC44}"/>
              </a:ext>
            </a:extLst>
          </p:cNvPr>
          <p:cNvCxnSpPr>
            <a:cxnSpLocks/>
            <a:stCxn id="63" idx="5"/>
            <a:endCxn id="79" idx="0"/>
          </p:cNvCxnSpPr>
          <p:nvPr/>
        </p:nvCxnSpPr>
        <p:spPr>
          <a:xfrm>
            <a:off x="9171788" y="4019335"/>
            <a:ext cx="154144" cy="217410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54FF9550-73D6-6096-7E54-3825AAFF7569}"/>
              </a:ext>
            </a:extLst>
          </p:cNvPr>
          <p:cNvSpPr/>
          <p:nvPr/>
        </p:nvSpPr>
        <p:spPr>
          <a:xfrm>
            <a:off x="1439333" y="2514070"/>
            <a:ext cx="9033934" cy="2768600"/>
          </a:xfrm>
          <a:custGeom>
            <a:avLst/>
            <a:gdLst>
              <a:gd name="csX0" fmla="*/ 0 w 9033934"/>
              <a:gd name="csY0" fmla="*/ 461443 h 2768600"/>
              <a:gd name="csX1" fmla="*/ 461443 w 9033934"/>
              <a:gd name="csY1" fmla="*/ 0 h 2768600"/>
              <a:gd name="csX2" fmla="*/ 1040804 w 9033934"/>
              <a:gd name="csY2" fmla="*/ 0 h 2768600"/>
              <a:gd name="csX3" fmla="*/ 1782385 w 9033934"/>
              <a:gd name="csY3" fmla="*/ 0 h 2768600"/>
              <a:gd name="csX4" fmla="*/ 2361746 w 9033934"/>
              <a:gd name="csY4" fmla="*/ 0 h 2768600"/>
              <a:gd name="csX5" fmla="*/ 2941106 w 9033934"/>
              <a:gd name="csY5" fmla="*/ 0 h 2768600"/>
              <a:gd name="csX6" fmla="*/ 3520467 w 9033934"/>
              <a:gd name="csY6" fmla="*/ 0 h 2768600"/>
              <a:gd name="csX7" fmla="*/ 3856496 w 9033934"/>
              <a:gd name="csY7" fmla="*/ 0 h 2768600"/>
              <a:gd name="csX8" fmla="*/ 4516967 w 9033934"/>
              <a:gd name="csY8" fmla="*/ 0 h 2768600"/>
              <a:gd name="csX9" fmla="*/ 5258549 w 9033934"/>
              <a:gd name="csY9" fmla="*/ 0 h 2768600"/>
              <a:gd name="csX10" fmla="*/ 5594578 w 9033934"/>
              <a:gd name="csY10" fmla="*/ 0 h 2768600"/>
              <a:gd name="csX11" fmla="*/ 5930607 w 9033934"/>
              <a:gd name="csY11" fmla="*/ 0 h 2768600"/>
              <a:gd name="csX12" fmla="*/ 6509967 w 9033934"/>
              <a:gd name="csY12" fmla="*/ 0 h 2768600"/>
              <a:gd name="csX13" fmla="*/ 7089328 w 9033934"/>
              <a:gd name="csY13" fmla="*/ 0 h 2768600"/>
              <a:gd name="csX14" fmla="*/ 7506468 w 9033934"/>
              <a:gd name="csY14" fmla="*/ 0 h 2768600"/>
              <a:gd name="csX15" fmla="*/ 8572491 w 9033934"/>
              <a:gd name="csY15" fmla="*/ 0 h 2768600"/>
              <a:gd name="csX16" fmla="*/ 9033934 w 9033934"/>
              <a:gd name="csY16" fmla="*/ 461443 h 2768600"/>
              <a:gd name="csX17" fmla="*/ 9033934 w 9033934"/>
              <a:gd name="csY17" fmla="*/ 941329 h 2768600"/>
              <a:gd name="csX18" fmla="*/ 9033934 w 9033934"/>
              <a:gd name="csY18" fmla="*/ 1384300 h 2768600"/>
              <a:gd name="csX19" fmla="*/ 9033934 w 9033934"/>
              <a:gd name="csY19" fmla="*/ 1882643 h 2768600"/>
              <a:gd name="csX20" fmla="*/ 9033934 w 9033934"/>
              <a:gd name="csY20" fmla="*/ 2307157 h 2768600"/>
              <a:gd name="csX21" fmla="*/ 8572491 w 9033934"/>
              <a:gd name="csY21" fmla="*/ 2768600 h 2768600"/>
              <a:gd name="csX22" fmla="*/ 8155351 w 9033934"/>
              <a:gd name="csY22" fmla="*/ 2768600 h 2768600"/>
              <a:gd name="csX23" fmla="*/ 7738212 w 9033934"/>
              <a:gd name="csY23" fmla="*/ 2768600 h 2768600"/>
              <a:gd name="csX24" fmla="*/ 7158851 w 9033934"/>
              <a:gd name="csY24" fmla="*/ 2768600 h 2768600"/>
              <a:gd name="csX25" fmla="*/ 6660601 w 9033934"/>
              <a:gd name="csY25" fmla="*/ 2768600 h 2768600"/>
              <a:gd name="csX26" fmla="*/ 6324572 w 9033934"/>
              <a:gd name="csY26" fmla="*/ 2768600 h 2768600"/>
              <a:gd name="csX27" fmla="*/ 5582990 w 9033934"/>
              <a:gd name="csY27" fmla="*/ 2768600 h 2768600"/>
              <a:gd name="csX28" fmla="*/ 5084740 w 9033934"/>
              <a:gd name="csY28" fmla="*/ 2768600 h 2768600"/>
              <a:gd name="csX29" fmla="*/ 4667601 w 9033934"/>
              <a:gd name="csY29" fmla="*/ 2768600 h 2768600"/>
              <a:gd name="csX30" fmla="*/ 4169351 w 9033934"/>
              <a:gd name="csY30" fmla="*/ 2768600 h 2768600"/>
              <a:gd name="csX31" fmla="*/ 3427769 w 9033934"/>
              <a:gd name="csY31" fmla="*/ 2768600 h 2768600"/>
              <a:gd name="csX32" fmla="*/ 2848409 w 9033934"/>
              <a:gd name="csY32" fmla="*/ 2768600 h 2768600"/>
              <a:gd name="csX33" fmla="*/ 2350158 w 9033934"/>
              <a:gd name="csY33" fmla="*/ 2768600 h 2768600"/>
              <a:gd name="csX34" fmla="*/ 1770798 w 9033934"/>
              <a:gd name="csY34" fmla="*/ 2768600 h 2768600"/>
              <a:gd name="csX35" fmla="*/ 1353658 w 9033934"/>
              <a:gd name="csY35" fmla="*/ 2768600 h 2768600"/>
              <a:gd name="csX36" fmla="*/ 461443 w 9033934"/>
              <a:gd name="csY36" fmla="*/ 2768600 h 2768600"/>
              <a:gd name="csX37" fmla="*/ 0 w 9033934"/>
              <a:gd name="csY37" fmla="*/ 2307157 h 2768600"/>
              <a:gd name="csX38" fmla="*/ 0 w 9033934"/>
              <a:gd name="csY38" fmla="*/ 1901100 h 2768600"/>
              <a:gd name="csX39" fmla="*/ 0 w 9033934"/>
              <a:gd name="csY39" fmla="*/ 1458129 h 2768600"/>
              <a:gd name="csX40" fmla="*/ 0 w 9033934"/>
              <a:gd name="csY40" fmla="*/ 1052071 h 2768600"/>
              <a:gd name="csX41" fmla="*/ 0 w 9033934"/>
              <a:gd name="csY41" fmla="*/ 461443 h 2768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</a:cxnLst>
            <a:rect l="l" t="t" r="r" b="b"/>
            <a:pathLst>
              <a:path w="9033934" h="2768600" extrusionOk="0">
                <a:moveTo>
                  <a:pt x="0" y="461443"/>
                </a:moveTo>
                <a:cubicBezTo>
                  <a:pt x="-29155" y="209087"/>
                  <a:pt x="160728" y="32597"/>
                  <a:pt x="461443" y="0"/>
                </a:cubicBezTo>
                <a:cubicBezTo>
                  <a:pt x="677696" y="-38554"/>
                  <a:pt x="889175" y="22159"/>
                  <a:pt x="1040804" y="0"/>
                </a:cubicBezTo>
                <a:cubicBezTo>
                  <a:pt x="1192433" y="-22159"/>
                  <a:pt x="1575026" y="41054"/>
                  <a:pt x="1782385" y="0"/>
                </a:cubicBezTo>
                <a:cubicBezTo>
                  <a:pt x="1989744" y="-41054"/>
                  <a:pt x="2208211" y="20093"/>
                  <a:pt x="2361746" y="0"/>
                </a:cubicBezTo>
                <a:cubicBezTo>
                  <a:pt x="2515281" y="-20093"/>
                  <a:pt x="2788396" y="46018"/>
                  <a:pt x="2941106" y="0"/>
                </a:cubicBezTo>
                <a:cubicBezTo>
                  <a:pt x="3093816" y="-46018"/>
                  <a:pt x="3263101" y="1912"/>
                  <a:pt x="3520467" y="0"/>
                </a:cubicBezTo>
                <a:cubicBezTo>
                  <a:pt x="3777833" y="-1912"/>
                  <a:pt x="3712511" y="13974"/>
                  <a:pt x="3856496" y="0"/>
                </a:cubicBezTo>
                <a:cubicBezTo>
                  <a:pt x="4000481" y="-13974"/>
                  <a:pt x="4381391" y="54525"/>
                  <a:pt x="4516967" y="0"/>
                </a:cubicBezTo>
                <a:cubicBezTo>
                  <a:pt x="4652543" y="-54525"/>
                  <a:pt x="5051571" y="42259"/>
                  <a:pt x="5258549" y="0"/>
                </a:cubicBezTo>
                <a:cubicBezTo>
                  <a:pt x="5465527" y="-42259"/>
                  <a:pt x="5488546" y="23642"/>
                  <a:pt x="5594578" y="0"/>
                </a:cubicBezTo>
                <a:cubicBezTo>
                  <a:pt x="5700610" y="-23642"/>
                  <a:pt x="5793958" y="18852"/>
                  <a:pt x="5930607" y="0"/>
                </a:cubicBezTo>
                <a:cubicBezTo>
                  <a:pt x="6067256" y="-18852"/>
                  <a:pt x="6233296" y="24805"/>
                  <a:pt x="6509967" y="0"/>
                </a:cubicBezTo>
                <a:cubicBezTo>
                  <a:pt x="6786638" y="-24805"/>
                  <a:pt x="6943439" y="31945"/>
                  <a:pt x="7089328" y="0"/>
                </a:cubicBezTo>
                <a:cubicBezTo>
                  <a:pt x="7235217" y="-31945"/>
                  <a:pt x="7400082" y="23755"/>
                  <a:pt x="7506468" y="0"/>
                </a:cubicBezTo>
                <a:cubicBezTo>
                  <a:pt x="7612854" y="-23755"/>
                  <a:pt x="8276622" y="24613"/>
                  <a:pt x="8572491" y="0"/>
                </a:cubicBezTo>
                <a:cubicBezTo>
                  <a:pt x="8800547" y="12554"/>
                  <a:pt x="9039674" y="199786"/>
                  <a:pt x="9033934" y="461443"/>
                </a:cubicBezTo>
                <a:cubicBezTo>
                  <a:pt x="9083403" y="591197"/>
                  <a:pt x="9019865" y="708408"/>
                  <a:pt x="9033934" y="941329"/>
                </a:cubicBezTo>
                <a:cubicBezTo>
                  <a:pt x="9048003" y="1174250"/>
                  <a:pt x="8991756" y="1173680"/>
                  <a:pt x="9033934" y="1384300"/>
                </a:cubicBezTo>
                <a:cubicBezTo>
                  <a:pt x="9076112" y="1594920"/>
                  <a:pt x="9003926" y="1665862"/>
                  <a:pt x="9033934" y="1882643"/>
                </a:cubicBezTo>
                <a:cubicBezTo>
                  <a:pt x="9063942" y="2099424"/>
                  <a:pt x="9018379" y="2142923"/>
                  <a:pt x="9033934" y="2307157"/>
                </a:cubicBezTo>
                <a:cubicBezTo>
                  <a:pt x="9092922" y="2535697"/>
                  <a:pt x="8878924" y="2771545"/>
                  <a:pt x="8572491" y="2768600"/>
                </a:cubicBezTo>
                <a:cubicBezTo>
                  <a:pt x="8455211" y="2818158"/>
                  <a:pt x="8271986" y="2764686"/>
                  <a:pt x="8155351" y="2768600"/>
                </a:cubicBezTo>
                <a:cubicBezTo>
                  <a:pt x="8038716" y="2772514"/>
                  <a:pt x="7939298" y="2766299"/>
                  <a:pt x="7738212" y="2768600"/>
                </a:cubicBezTo>
                <a:cubicBezTo>
                  <a:pt x="7537126" y="2770901"/>
                  <a:pt x="7440873" y="2721682"/>
                  <a:pt x="7158851" y="2768600"/>
                </a:cubicBezTo>
                <a:cubicBezTo>
                  <a:pt x="6876829" y="2815518"/>
                  <a:pt x="6815603" y="2714761"/>
                  <a:pt x="6660601" y="2768600"/>
                </a:cubicBezTo>
                <a:cubicBezTo>
                  <a:pt x="6505599" y="2822439"/>
                  <a:pt x="6393642" y="2747423"/>
                  <a:pt x="6324572" y="2768600"/>
                </a:cubicBezTo>
                <a:cubicBezTo>
                  <a:pt x="6255502" y="2789777"/>
                  <a:pt x="5928674" y="2722189"/>
                  <a:pt x="5582990" y="2768600"/>
                </a:cubicBezTo>
                <a:cubicBezTo>
                  <a:pt x="5237306" y="2815011"/>
                  <a:pt x="5324736" y="2731817"/>
                  <a:pt x="5084740" y="2768600"/>
                </a:cubicBezTo>
                <a:cubicBezTo>
                  <a:pt x="4844744" y="2805383"/>
                  <a:pt x="4824706" y="2757354"/>
                  <a:pt x="4667601" y="2768600"/>
                </a:cubicBezTo>
                <a:cubicBezTo>
                  <a:pt x="4510496" y="2779846"/>
                  <a:pt x="4378397" y="2757461"/>
                  <a:pt x="4169351" y="2768600"/>
                </a:cubicBezTo>
                <a:cubicBezTo>
                  <a:pt x="3960305" y="2779739"/>
                  <a:pt x="3749148" y="2762456"/>
                  <a:pt x="3427769" y="2768600"/>
                </a:cubicBezTo>
                <a:cubicBezTo>
                  <a:pt x="3106390" y="2774744"/>
                  <a:pt x="2989717" y="2759342"/>
                  <a:pt x="2848409" y="2768600"/>
                </a:cubicBezTo>
                <a:cubicBezTo>
                  <a:pt x="2707101" y="2777858"/>
                  <a:pt x="2463212" y="2765631"/>
                  <a:pt x="2350158" y="2768600"/>
                </a:cubicBezTo>
                <a:cubicBezTo>
                  <a:pt x="2237104" y="2771569"/>
                  <a:pt x="1926536" y="2711849"/>
                  <a:pt x="1770798" y="2768600"/>
                </a:cubicBezTo>
                <a:cubicBezTo>
                  <a:pt x="1615060" y="2825351"/>
                  <a:pt x="1559391" y="2733734"/>
                  <a:pt x="1353658" y="2768600"/>
                </a:cubicBezTo>
                <a:cubicBezTo>
                  <a:pt x="1147925" y="2803466"/>
                  <a:pt x="794903" y="2678167"/>
                  <a:pt x="461443" y="2768600"/>
                </a:cubicBezTo>
                <a:cubicBezTo>
                  <a:pt x="206543" y="2725395"/>
                  <a:pt x="33819" y="2620299"/>
                  <a:pt x="0" y="2307157"/>
                </a:cubicBezTo>
                <a:cubicBezTo>
                  <a:pt x="-46591" y="2180878"/>
                  <a:pt x="798" y="1991398"/>
                  <a:pt x="0" y="1901100"/>
                </a:cubicBezTo>
                <a:cubicBezTo>
                  <a:pt x="-798" y="1810802"/>
                  <a:pt x="49319" y="1647694"/>
                  <a:pt x="0" y="1458129"/>
                </a:cubicBezTo>
                <a:cubicBezTo>
                  <a:pt x="-49319" y="1268564"/>
                  <a:pt x="30173" y="1224856"/>
                  <a:pt x="0" y="1052071"/>
                </a:cubicBezTo>
                <a:cubicBezTo>
                  <a:pt x="-30173" y="879286"/>
                  <a:pt x="23966" y="727813"/>
                  <a:pt x="0" y="461443"/>
                </a:cubicBezTo>
                <a:close/>
              </a:path>
            </a:pathLst>
          </a:custGeom>
          <a:noFill/>
          <a:ln>
            <a:prstDash val="sysDash"/>
            <a:extLst>
              <a:ext uri="{C807C97D-BFC1-408E-A445-0C87EB9F89A2}">
                <ask:lineSketchStyleProps xmlns:ask="http://schemas.microsoft.com/office/drawing/2018/sketchyshapes" sd="2750918369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62F6F31-8468-FD73-E1FD-A0906776E6F5}"/>
              </a:ext>
            </a:extLst>
          </p:cNvPr>
          <p:cNvSpPr txBox="1"/>
          <p:nvPr/>
        </p:nvSpPr>
        <p:spPr>
          <a:xfrm>
            <a:off x="5973181" y="1403090"/>
            <a:ext cx="1242319" cy="646331"/>
          </a:xfrm>
          <a:custGeom>
            <a:avLst/>
            <a:gdLst>
              <a:gd name="csX0" fmla="*/ 0 w 1242319"/>
              <a:gd name="csY0" fmla="*/ 0 h 646331"/>
              <a:gd name="csX1" fmla="*/ 389260 w 1242319"/>
              <a:gd name="csY1" fmla="*/ 0 h 646331"/>
              <a:gd name="csX2" fmla="*/ 790943 w 1242319"/>
              <a:gd name="csY2" fmla="*/ 0 h 646331"/>
              <a:gd name="csX3" fmla="*/ 1242319 w 1242319"/>
              <a:gd name="csY3" fmla="*/ 0 h 646331"/>
              <a:gd name="csX4" fmla="*/ 1242319 w 1242319"/>
              <a:gd name="csY4" fmla="*/ 303776 h 646331"/>
              <a:gd name="csX5" fmla="*/ 1242319 w 1242319"/>
              <a:gd name="csY5" fmla="*/ 646331 h 646331"/>
              <a:gd name="csX6" fmla="*/ 828213 w 1242319"/>
              <a:gd name="csY6" fmla="*/ 646331 h 646331"/>
              <a:gd name="csX7" fmla="*/ 426530 w 1242319"/>
              <a:gd name="csY7" fmla="*/ 646331 h 646331"/>
              <a:gd name="csX8" fmla="*/ 0 w 1242319"/>
              <a:gd name="csY8" fmla="*/ 646331 h 646331"/>
              <a:gd name="csX9" fmla="*/ 0 w 1242319"/>
              <a:gd name="csY9" fmla="*/ 342555 h 646331"/>
              <a:gd name="csX10" fmla="*/ 0 w 1242319"/>
              <a:gd name="csY10" fmla="*/ 0 h 646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242319" h="646331" fill="none" extrusionOk="0">
                <a:moveTo>
                  <a:pt x="0" y="0"/>
                </a:moveTo>
                <a:cubicBezTo>
                  <a:pt x="107731" y="-38887"/>
                  <a:pt x="229298" y="15882"/>
                  <a:pt x="389260" y="0"/>
                </a:cubicBezTo>
                <a:cubicBezTo>
                  <a:pt x="549222" y="-15882"/>
                  <a:pt x="635146" y="24915"/>
                  <a:pt x="790943" y="0"/>
                </a:cubicBezTo>
                <a:cubicBezTo>
                  <a:pt x="946740" y="-24915"/>
                  <a:pt x="1091330" y="2666"/>
                  <a:pt x="1242319" y="0"/>
                </a:cubicBezTo>
                <a:cubicBezTo>
                  <a:pt x="1264878" y="71679"/>
                  <a:pt x="1238052" y="171746"/>
                  <a:pt x="1242319" y="303776"/>
                </a:cubicBezTo>
                <a:cubicBezTo>
                  <a:pt x="1246586" y="435806"/>
                  <a:pt x="1229366" y="551823"/>
                  <a:pt x="1242319" y="646331"/>
                </a:cubicBezTo>
                <a:cubicBezTo>
                  <a:pt x="1143543" y="661534"/>
                  <a:pt x="975871" y="620797"/>
                  <a:pt x="828213" y="646331"/>
                </a:cubicBezTo>
                <a:cubicBezTo>
                  <a:pt x="680555" y="671865"/>
                  <a:pt x="507558" y="614586"/>
                  <a:pt x="426530" y="646331"/>
                </a:cubicBezTo>
                <a:cubicBezTo>
                  <a:pt x="345502" y="678076"/>
                  <a:pt x="202263" y="637123"/>
                  <a:pt x="0" y="646331"/>
                </a:cubicBezTo>
                <a:cubicBezTo>
                  <a:pt x="-36398" y="521725"/>
                  <a:pt x="21609" y="425895"/>
                  <a:pt x="0" y="342555"/>
                </a:cubicBezTo>
                <a:cubicBezTo>
                  <a:pt x="-21609" y="259215"/>
                  <a:pt x="13813" y="140940"/>
                  <a:pt x="0" y="0"/>
                </a:cubicBezTo>
                <a:close/>
              </a:path>
              <a:path w="1242319" h="646331" stroke="0" extrusionOk="0">
                <a:moveTo>
                  <a:pt x="0" y="0"/>
                </a:moveTo>
                <a:cubicBezTo>
                  <a:pt x="98836" y="-4265"/>
                  <a:pt x="229873" y="10255"/>
                  <a:pt x="389260" y="0"/>
                </a:cubicBezTo>
                <a:cubicBezTo>
                  <a:pt x="548647" y="-10255"/>
                  <a:pt x="695382" y="8304"/>
                  <a:pt x="803366" y="0"/>
                </a:cubicBezTo>
                <a:cubicBezTo>
                  <a:pt x="911350" y="-8304"/>
                  <a:pt x="1057596" y="30405"/>
                  <a:pt x="1242319" y="0"/>
                </a:cubicBezTo>
                <a:cubicBezTo>
                  <a:pt x="1253163" y="87463"/>
                  <a:pt x="1207852" y="238591"/>
                  <a:pt x="1242319" y="303776"/>
                </a:cubicBezTo>
                <a:cubicBezTo>
                  <a:pt x="1276786" y="368961"/>
                  <a:pt x="1205260" y="491722"/>
                  <a:pt x="1242319" y="646331"/>
                </a:cubicBezTo>
                <a:cubicBezTo>
                  <a:pt x="1063850" y="689587"/>
                  <a:pt x="971831" y="615936"/>
                  <a:pt x="828213" y="646331"/>
                </a:cubicBezTo>
                <a:cubicBezTo>
                  <a:pt x="684595" y="676726"/>
                  <a:pt x="574748" y="625074"/>
                  <a:pt x="438953" y="646331"/>
                </a:cubicBezTo>
                <a:cubicBezTo>
                  <a:pt x="303158" y="667588"/>
                  <a:pt x="182154" y="630545"/>
                  <a:pt x="0" y="646331"/>
                </a:cubicBezTo>
                <a:cubicBezTo>
                  <a:pt x="-32928" y="582038"/>
                  <a:pt x="5634" y="437718"/>
                  <a:pt x="0" y="336092"/>
                </a:cubicBezTo>
                <a:cubicBezTo>
                  <a:pt x="-5634" y="234466"/>
                  <a:pt x="1077" y="109971"/>
                  <a:pt x="0" y="0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90468756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IN" dirty="0"/>
              <a:t>Left for audience</a:t>
            </a:r>
          </a:p>
        </p:txBody>
      </p:sp>
      <p:sp>
        <p:nvSpPr>
          <p:cNvPr id="87" name="Arrow: Notched Right 86">
            <a:extLst>
              <a:ext uri="{FF2B5EF4-FFF2-40B4-BE49-F238E27FC236}">
                <a16:creationId xmlns:a16="http://schemas.microsoft.com/office/drawing/2014/main" id="{20F4D331-355A-37D0-E4D5-C3816840CE77}"/>
              </a:ext>
            </a:extLst>
          </p:cNvPr>
          <p:cNvSpPr/>
          <p:nvPr/>
        </p:nvSpPr>
        <p:spPr>
          <a:xfrm rot="20307709">
            <a:off x="5689655" y="1797450"/>
            <a:ext cx="216638" cy="170662"/>
          </a:xfrm>
          <a:prstGeom prst="notch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5355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5" grpId="0" animBg="1"/>
      <p:bldP spid="17" grpId="0" animBg="1"/>
      <p:bldP spid="19" grpId="0" animBg="1"/>
      <p:bldP spid="22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7" grpId="0" animBg="1"/>
      <p:bldP spid="39" grpId="0" animBg="1"/>
      <p:bldP spid="41" grpId="0" animBg="1"/>
      <p:bldP spid="43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70" grpId="0" animBg="1"/>
      <p:bldP spid="72" grpId="0" animBg="1"/>
      <p:bldP spid="76" grpId="0" animBg="1"/>
      <p:bldP spid="79" grpId="0" animBg="1"/>
      <p:bldP spid="86" grpId="0" animBg="1"/>
      <p:bldP spid="8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899DD-9FAD-70C4-ED43-4EA7D0DBC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Deletion in AVL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3E5F08-598A-6705-3C32-3FF2097911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highlight>
                  <a:srgbClr val="FFFF00"/>
                </a:highlight>
              </a:rPr>
              <a:t>Perform</a:t>
            </a:r>
            <a:r>
              <a:rPr lang="en-IN" dirty="0"/>
              <a:t> standard </a:t>
            </a:r>
            <a:r>
              <a:rPr lang="en-IN" dirty="0">
                <a:highlight>
                  <a:srgbClr val="FFFF00"/>
                </a:highlight>
              </a:rPr>
              <a:t>BST deletion</a:t>
            </a:r>
            <a:r>
              <a:rPr lang="en-IN" dirty="0"/>
              <a:t>.</a:t>
            </a:r>
          </a:p>
          <a:p>
            <a:r>
              <a:rPr lang="en-IN" dirty="0">
                <a:highlight>
                  <a:srgbClr val="00FF00"/>
                </a:highlight>
              </a:rPr>
              <a:t>Update the height </a:t>
            </a:r>
            <a:r>
              <a:rPr lang="en-IN" dirty="0"/>
              <a:t>of the ancestor node.</a:t>
            </a:r>
          </a:p>
          <a:p>
            <a:r>
              <a:rPr lang="en-IN" dirty="0"/>
              <a:t>Get the </a:t>
            </a:r>
            <a:r>
              <a:rPr lang="en-IN" dirty="0">
                <a:highlight>
                  <a:srgbClr val="00FFFF"/>
                </a:highlight>
              </a:rPr>
              <a:t>balance factor of the ancestor node</a:t>
            </a:r>
            <a:r>
              <a:rPr lang="en-IN" dirty="0"/>
              <a:t> to check if it became unbalanced.</a:t>
            </a:r>
          </a:p>
          <a:p>
            <a:r>
              <a:rPr lang="en-IN" dirty="0">
                <a:highlight>
                  <a:srgbClr val="FF00FF"/>
                </a:highlight>
              </a:rPr>
              <a:t>If unbalanced, perform the appropriate rotation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745034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733E1-78D3-9B65-CC04-8F85E73B3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Deletion in AVL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A44F05-41F4-1EBC-E03A-E9E7508CB0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92642"/>
          </a:xfrm>
        </p:spPr>
        <p:txBody>
          <a:bodyPr>
            <a:normAutofit fontScale="85000" lnSpcReduction="20000"/>
          </a:bodyPr>
          <a:lstStyle/>
          <a:p>
            <a:r>
              <a:rPr lang="en-IN" dirty="0"/>
              <a:t>Lets learn it through example.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3A0AC2D-E75D-55DD-BC4C-B61DB052C85B}"/>
              </a:ext>
            </a:extLst>
          </p:cNvPr>
          <p:cNvSpPr/>
          <p:nvPr/>
        </p:nvSpPr>
        <p:spPr>
          <a:xfrm>
            <a:off x="2916459" y="2810544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20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7884963-80DC-149A-41E9-13261A6E484F}"/>
              </a:ext>
            </a:extLst>
          </p:cNvPr>
          <p:cNvSpPr/>
          <p:nvPr/>
        </p:nvSpPr>
        <p:spPr>
          <a:xfrm>
            <a:off x="2272987" y="3384866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10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3A4CA5E-5CB5-507C-5168-237A5108537E}"/>
              </a:ext>
            </a:extLst>
          </p:cNvPr>
          <p:cNvSpPr/>
          <p:nvPr/>
        </p:nvSpPr>
        <p:spPr>
          <a:xfrm>
            <a:off x="3559929" y="3384866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30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AB71A2C-E581-F170-5578-275A6A8D91DF}"/>
              </a:ext>
            </a:extLst>
          </p:cNvPr>
          <p:cNvSpPr/>
          <p:nvPr/>
        </p:nvSpPr>
        <p:spPr>
          <a:xfrm>
            <a:off x="1900457" y="4036800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8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6ADFD22-E85F-17CD-9498-EA0787B0004E}"/>
              </a:ext>
            </a:extLst>
          </p:cNvPr>
          <p:cNvSpPr/>
          <p:nvPr/>
        </p:nvSpPr>
        <p:spPr>
          <a:xfrm>
            <a:off x="2618319" y="4036800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7CDE60D-DDC1-7D87-FBC2-1D76B280B655}"/>
              </a:ext>
            </a:extLst>
          </p:cNvPr>
          <p:cNvSpPr/>
          <p:nvPr/>
        </p:nvSpPr>
        <p:spPr>
          <a:xfrm>
            <a:off x="3210056" y="4036800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25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DF15557-7EB0-256D-0317-9A613B426A0E}"/>
              </a:ext>
            </a:extLst>
          </p:cNvPr>
          <p:cNvSpPr/>
          <p:nvPr/>
        </p:nvSpPr>
        <p:spPr>
          <a:xfrm>
            <a:off x="3919132" y="4036800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35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B5CAA47-3CC2-0EA6-36FF-7967C3D5642F}"/>
              </a:ext>
            </a:extLst>
          </p:cNvPr>
          <p:cNvSpPr/>
          <p:nvPr/>
        </p:nvSpPr>
        <p:spPr>
          <a:xfrm>
            <a:off x="1489193" y="4629467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5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D6F4282-741E-D618-0324-2DD2A9759005}"/>
              </a:ext>
            </a:extLst>
          </p:cNvPr>
          <p:cNvSpPr/>
          <p:nvPr/>
        </p:nvSpPr>
        <p:spPr>
          <a:xfrm>
            <a:off x="2272987" y="4629467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13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979DFC4-ADA1-5055-FB98-8E15314FA87E}"/>
              </a:ext>
            </a:extLst>
          </p:cNvPr>
          <p:cNvSpPr/>
          <p:nvPr/>
        </p:nvSpPr>
        <p:spPr>
          <a:xfrm>
            <a:off x="2916458" y="4629467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17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306E780-0788-9A3A-5B18-922180C7F02E}"/>
              </a:ext>
            </a:extLst>
          </p:cNvPr>
          <p:cNvCxnSpPr>
            <a:stCxn id="4" idx="3"/>
            <a:endCxn id="5" idx="0"/>
          </p:cNvCxnSpPr>
          <p:nvPr/>
        </p:nvCxnSpPr>
        <p:spPr>
          <a:xfrm flipH="1">
            <a:off x="2452589" y="3117143"/>
            <a:ext cx="516474" cy="26772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656262A-1550-63AC-A8A8-6A3D72110252}"/>
              </a:ext>
            </a:extLst>
          </p:cNvPr>
          <p:cNvCxnSpPr>
            <a:stCxn id="4" idx="5"/>
            <a:endCxn id="6" idx="0"/>
          </p:cNvCxnSpPr>
          <p:nvPr/>
        </p:nvCxnSpPr>
        <p:spPr>
          <a:xfrm>
            <a:off x="3223058" y="3117143"/>
            <a:ext cx="516473" cy="26772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ED1DD9A-E555-AE27-6DAF-D4AC92A0480E}"/>
              </a:ext>
            </a:extLst>
          </p:cNvPr>
          <p:cNvCxnSpPr>
            <a:stCxn id="5" idx="3"/>
            <a:endCxn id="7" idx="0"/>
          </p:cNvCxnSpPr>
          <p:nvPr/>
        </p:nvCxnSpPr>
        <p:spPr>
          <a:xfrm flipH="1">
            <a:off x="2080059" y="3691465"/>
            <a:ext cx="245532" cy="3453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8363612-7D7F-5571-3DCB-9149D20DBF78}"/>
              </a:ext>
            </a:extLst>
          </p:cNvPr>
          <p:cNvCxnSpPr>
            <a:stCxn id="5" idx="5"/>
            <a:endCxn id="8" idx="0"/>
          </p:cNvCxnSpPr>
          <p:nvPr/>
        </p:nvCxnSpPr>
        <p:spPr>
          <a:xfrm>
            <a:off x="2579586" y="3691465"/>
            <a:ext cx="218335" cy="3453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FBED8FE-E038-830B-AC97-70911F29F416}"/>
              </a:ext>
            </a:extLst>
          </p:cNvPr>
          <p:cNvCxnSpPr>
            <a:stCxn id="6" idx="3"/>
            <a:endCxn id="9" idx="0"/>
          </p:cNvCxnSpPr>
          <p:nvPr/>
        </p:nvCxnSpPr>
        <p:spPr>
          <a:xfrm flipH="1">
            <a:off x="3389658" y="3691465"/>
            <a:ext cx="222875" cy="3453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D39843D-1B4A-135B-F290-C4D2CFB83FF7}"/>
              </a:ext>
            </a:extLst>
          </p:cNvPr>
          <p:cNvCxnSpPr>
            <a:stCxn id="6" idx="5"/>
            <a:endCxn id="10" idx="0"/>
          </p:cNvCxnSpPr>
          <p:nvPr/>
        </p:nvCxnSpPr>
        <p:spPr>
          <a:xfrm>
            <a:off x="3866528" y="3691465"/>
            <a:ext cx="232206" cy="3453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2A84761-7E8C-7C6E-E27B-2F8894A10753}"/>
              </a:ext>
            </a:extLst>
          </p:cNvPr>
          <p:cNvCxnSpPr>
            <a:stCxn id="7" idx="3"/>
            <a:endCxn id="11" idx="0"/>
          </p:cNvCxnSpPr>
          <p:nvPr/>
        </p:nvCxnSpPr>
        <p:spPr>
          <a:xfrm flipH="1">
            <a:off x="1668795" y="4343399"/>
            <a:ext cx="284266" cy="28606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A6B3713-6519-E1EB-E83A-3540DCF814AB}"/>
              </a:ext>
            </a:extLst>
          </p:cNvPr>
          <p:cNvCxnSpPr>
            <a:cxnSpLocks/>
            <a:stCxn id="8" idx="3"/>
            <a:endCxn id="12" idx="0"/>
          </p:cNvCxnSpPr>
          <p:nvPr/>
        </p:nvCxnSpPr>
        <p:spPr>
          <a:xfrm flipH="1">
            <a:off x="2452589" y="4343399"/>
            <a:ext cx="218334" cy="28606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6510AA0-1BEC-C7EB-4D00-4930C89F2A26}"/>
              </a:ext>
            </a:extLst>
          </p:cNvPr>
          <p:cNvCxnSpPr>
            <a:stCxn id="8" idx="5"/>
            <a:endCxn id="13" idx="0"/>
          </p:cNvCxnSpPr>
          <p:nvPr/>
        </p:nvCxnSpPr>
        <p:spPr>
          <a:xfrm>
            <a:off x="2924918" y="4343399"/>
            <a:ext cx="171142" cy="28606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D0694260-DB80-C7A7-13B5-562714F252E1}"/>
              </a:ext>
            </a:extLst>
          </p:cNvPr>
          <p:cNvSpPr/>
          <p:nvPr/>
        </p:nvSpPr>
        <p:spPr>
          <a:xfrm>
            <a:off x="6275004" y="2810544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20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E1E00D96-1FFC-6886-C385-9CB260237EB2}"/>
              </a:ext>
            </a:extLst>
          </p:cNvPr>
          <p:cNvSpPr/>
          <p:nvPr/>
        </p:nvSpPr>
        <p:spPr>
          <a:xfrm>
            <a:off x="5631532" y="3384866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10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662F8083-9F2D-1671-8325-4F2F38C23C68}"/>
              </a:ext>
            </a:extLst>
          </p:cNvPr>
          <p:cNvSpPr/>
          <p:nvPr/>
        </p:nvSpPr>
        <p:spPr>
          <a:xfrm>
            <a:off x="6918474" y="3384866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30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40A484FA-277B-24C6-AEE3-73B8A6204FB9}"/>
              </a:ext>
            </a:extLst>
          </p:cNvPr>
          <p:cNvSpPr/>
          <p:nvPr/>
        </p:nvSpPr>
        <p:spPr>
          <a:xfrm>
            <a:off x="5259002" y="4036800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8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A808A7F8-641F-3A99-3DE6-C558100AAD8E}"/>
              </a:ext>
            </a:extLst>
          </p:cNvPr>
          <p:cNvSpPr/>
          <p:nvPr/>
        </p:nvSpPr>
        <p:spPr>
          <a:xfrm>
            <a:off x="5976864" y="4036800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15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462CFA59-6790-EC27-7F1B-3A8B13BD1B38}"/>
              </a:ext>
            </a:extLst>
          </p:cNvPr>
          <p:cNvSpPr/>
          <p:nvPr/>
        </p:nvSpPr>
        <p:spPr>
          <a:xfrm>
            <a:off x="6568601" y="4036800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25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2C4BAF33-7A60-19E8-62A6-531A2D13BF8C}"/>
              </a:ext>
            </a:extLst>
          </p:cNvPr>
          <p:cNvSpPr/>
          <p:nvPr/>
        </p:nvSpPr>
        <p:spPr>
          <a:xfrm>
            <a:off x="4847738" y="4629467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5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7F18B03A-583F-AA2A-84D5-25B3F0DAA506}"/>
              </a:ext>
            </a:extLst>
          </p:cNvPr>
          <p:cNvSpPr/>
          <p:nvPr/>
        </p:nvSpPr>
        <p:spPr>
          <a:xfrm>
            <a:off x="5631532" y="4629467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13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12A546D6-BC4E-7BBE-A20A-3D75476C89C7}"/>
              </a:ext>
            </a:extLst>
          </p:cNvPr>
          <p:cNvSpPr/>
          <p:nvPr/>
        </p:nvSpPr>
        <p:spPr>
          <a:xfrm>
            <a:off x="6275003" y="4629467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17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6A575E5-D52F-D340-D8AF-DFB544F09C81}"/>
              </a:ext>
            </a:extLst>
          </p:cNvPr>
          <p:cNvCxnSpPr>
            <a:stCxn id="33" idx="3"/>
            <a:endCxn id="34" idx="0"/>
          </p:cNvCxnSpPr>
          <p:nvPr/>
        </p:nvCxnSpPr>
        <p:spPr>
          <a:xfrm flipH="1">
            <a:off x="5811134" y="3117143"/>
            <a:ext cx="516474" cy="26772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54C44A25-E759-A9EC-E6D0-1A78659F6C19}"/>
              </a:ext>
            </a:extLst>
          </p:cNvPr>
          <p:cNvCxnSpPr>
            <a:stCxn id="33" idx="5"/>
            <a:endCxn id="35" idx="0"/>
          </p:cNvCxnSpPr>
          <p:nvPr/>
        </p:nvCxnSpPr>
        <p:spPr>
          <a:xfrm>
            <a:off x="6581603" y="3117143"/>
            <a:ext cx="516473" cy="26772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FFDF7365-226E-BEBC-A3F4-9042AAC7B347}"/>
              </a:ext>
            </a:extLst>
          </p:cNvPr>
          <p:cNvCxnSpPr>
            <a:stCxn id="34" idx="3"/>
            <a:endCxn id="36" idx="0"/>
          </p:cNvCxnSpPr>
          <p:nvPr/>
        </p:nvCxnSpPr>
        <p:spPr>
          <a:xfrm flipH="1">
            <a:off x="5438604" y="3691465"/>
            <a:ext cx="245532" cy="3453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5DA3F1F-665D-C06F-0F83-EE0FA4C8A74B}"/>
              </a:ext>
            </a:extLst>
          </p:cNvPr>
          <p:cNvCxnSpPr>
            <a:stCxn id="34" idx="5"/>
            <a:endCxn id="37" idx="0"/>
          </p:cNvCxnSpPr>
          <p:nvPr/>
        </p:nvCxnSpPr>
        <p:spPr>
          <a:xfrm>
            <a:off x="5938131" y="3691465"/>
            <a:ext cx="218335" cy="3453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BC6FFBD0-37C3-BE25-9C4C-418842818A0A}"/>
              </a:ext>
            </a:extLst>
          </p:cNvPr>
          <p:cNvCxnSpPr>
            <a:stCxn id="35" idx="3"/>
            <a:endCxn id="38" idx="0"/>
          </p:cNvCxnSpPr>
          <p:nvPr/>
        </p:nvCxnSpPr>
        <p:spPr>
          <a:xfrm flipH="1">
            <a:off x="6748203" y="3691465"/>
            <a:ext cx="222875" cy="3453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4071AE0F-8C63-40DA-451D-98A7202D6E94}"/>
              </a:ext>
            </a:extLst>
          </p:cNvPr>
          <p:cNvCxnSpPr>
            <a:stCxn id="36" idx="3"/>
            <a:endCxn id="40" idx="0"/>
          </p:cNvCxnSpPr>
          <p:nvPr/>
        </p:nvCxnSpPr>
        <p:spPr>
          <a:xfrm flipH="1">
            <a:off x="5027340" y="4343399"/>
            <a:ext cx="284266" cy="28606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11F7C698-E08D-9C44-3A1A-40A3187696B2}"/>
              </a:ext>
            </a:extLst>
          </p:cNvPr>
          <p:cNvCxnSpPr>
            <a:cxnSpLocks/>
            <a:stCxn id="37" idx="3"/>
            <a:endCxn id="41" idx="0"/>
          </p:cNvCxnSpPr>
          <p:nvPr/>
        </p:nvCxnSpPr>
        <p:spPr>
          <a:xfrm flipH="1">
            <a:off x="5811134" y="4343399"/>
            <a:ext cx="218334" cy="28606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72CFCA4D-8E42-C83D-0B8C-B58FC5BED6BF}"/>
              </a:ext>
            </a:extLst>
          </p:cNvPr>
          <p:cNvCxnSpPr>
            <a:stCxn id="37" idx="5"/>
            <a:endCxn id="42" idx="0"/>
          </p:cNvCxnSpPr>
          <p:nvPr/>
        </p:nvCxnSpPr>
        <p:spPr>
          <a:xfrm>
            <a:off x="6283463" y="4343399"/>
            <a:ext cx="171142" cy="28606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>
            <a:extLst>
              <a:ext uri="{FF2B5EF4-FFF2-40B4-BE49-F238E27FC236}">
                <a16:creationId xmlns:a16="http://schemas.microsoft.com/office/drawing/2014/main" id="{2C0D2712-8363-2684-1623-1AE36CBE3E50}"/>
              </a:ext>
            </a:extLst>
          </p:cNvPr>
          <p:cNvSpPr/>
          <p:nvPr/>
        </p:nvSpPr>
        <p:spPr>
          <a:xfrm>
            <a:off x="9366884" y="2810544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25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BF63EEAC-F2B2-D417-B472-DD727FA308B0}"/>
              </a:ext>
            </a:extLst>
          </p:cNvPr>
          <p:cNvSpPr/>
          <p:nvPr/>
        </p:nvSpPr>
        <p:spPr>
          <a:xfrm>
            <a:off x="8723412" y="3384866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10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DFA62401-2F19-DB92-FCBD-9C777AF4556D}"/>
              </a:ext>
            </a:extLst>
          </p:cNvPr>
          <p:cNvSpPr/>
          <p:nvPr/>
        </p:nvSpPr>
        <p:spPr>
          <a:xfrm>
            <a:off x="10010354" y="3384866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30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7656B6C1-2C72-1053-1172-DF3085FB25F7}"/>
              </a:ext>
            </a:extLst>
          </p:cNvPr>
          <p:cNvSpPr/>
          <p:nvPr/>
        </p:nvSpPr>
        <p:spPr>
          <a:xfrm>
            <a:off x="8350882" y="4036800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8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B48DC383-57CB-3165-1560-D418C5EB9C4E}"/>
              </a:ext>
            </a:extLst>
          </p:cNvPr>
          <p:cNvSpPr/>
          <p:nvPr/>
        </p:nvSpPr>
        <p:spPr>
          <a:xfrm>
            <a:off x="9068744" y="4036800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15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9BA1B1F3-9DDB-77C8-FD21-198F14A2A426}"/>
              </a:ext>
            </a:extLst>
          </p:cNvPr>
          <p:cNvSpPr/>
          <p:nvPr/>
        </p:nvSpPr>
        <p:spPr>
          <a:xfrm>
            <a:off x="7939618" y="4629467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5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1ABEC3FE-1FC1-47F3-F821-725C0D19740E}"/>
              </a:ext>
            </a:extLst>
          </p:cNvPr>
          <p:cNvSpPr/>
          <p:nvPr/>
        </p:nvSpPr>
        <p:spPr>
          <a:xfrm>
            <a:off x="8723412" y="4629467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13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D9CA28EA-E8B4-266B-E693-1704957D9F59}"/>
              </a:ext>
            </a:extLst>
          </p:cNvPr>
          <p:cNvSpPr/>
          <p:nvPr/>
        </p:nvSpPr>
        <p:spPr>
          <a:xfrm>
            <a:off x="9366883" y="4629467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17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8F8BA00E-119D-19A6-D2CC-CCE4FBA916B5}"/>
              </a:ext>
            </a:extLst>
          </p:cNvPr>
          <p:cNvCxnSpPr>
            <a:stCxn id="52" idx="3"/>
            <a:endCxn id="53" idx="0"/>
          </p:cNvCxnSpPr>
          <p:nvPr/>
        </p:nvCxnSpPr>
        <p:spPr>
          <a:xfrm flipH="1">
            <a:off x="8903014" y="3117143"/>
            <a:ext cx="516474" cy="26772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1CAA58D9-4734-A44D-B8A8-9182000DF945}"/>
              </a:ext>
            </a:extLst>
          </p:cNvPr>
          <p:cNvCxnSpPr>
            <a:stCxn id="52" idx="5"/>
            <a:endCxn id="54" idx="0"/>
          </p:cNvCxnSpPr>
          <p:nvPr/>
        </p:nvCxnSpPr>
        <p:spPr>
          <a:xfrm>
            <a:off x="9673483" y="3117143"/>
            <a:ext cx="516473" cy="26772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D4BC6F6A-88D9-8654-1C8F-4219E0B33A54}"/>
              </a:ext>
            </a:extLst>
          </p:cNvPr>
          <p:cNvCxnSpPr>
            <a:stCxn id="53" idx="3"/>
            <a:endCxn id="55" idx="0"/>
          </p:cNvCxnSpPr>
          <p:nvPr/>
        </p:nvCxnSpPr>
        <p:spPr>
          <a:xfrm flipH="1">
            <a:off x="8530484" y="3691465"/>
            <a:ext cx="245532" cy="3453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2B678355-D20C-D223-A504-6BA69AB94367}"/>
              </a:ext>
            </a:extLst>
          </p:cNvPr>
          <p:cNvCxnSpPr>
            <a:stCxn id="53" idx="5"/>
            <a:endCxn id="56" idx="0"/>
          </p:cNvCxnSpPr>
          <p:nvPr/>
        </p:nvCxnSpPr>
        <p:spPr>
          <a:xfrm>
            <a:off x="9030011" y="3691465"/>
            <a:ext cx="218335" cy="3453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327152B5-B913-CFFA-C54E-0BD8C7D2A851}"/>
              </a:ext>
            </a:extLst>
          </p:cNvPr>
          <p:cNvCxnSpPr>
            <a:stCxn id="55" idx="3"/>
            <a:endCxn id="58" idx="0"/>
          </p:cNvCxnSpPr>
          <p:nvPr/>
        </p:nvCxnSpPr>
        <p:spPr>
          <a:xfrm flipH="1">
            <a:off x="8119220" y="4343399"/>
            <a:ext cx="284266" cy="28606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519D744E-3B06-A2FC-F57E-7F7B247558E8}"/>
              </a:ext>
            </a:extLst>
          </p:cNvPr>
          <p:cNvCxnSpPr>
            <a:cxnSpLocks/>
            <a:stCxn id="56" idx="3"/>
            <a:endCxn id="59" idx="0"/>
          </p:cNvCxnSpPr>
          <p:nvPr/>
        </p:nvCxnSpPr>
        <p:spPr>
          <a:xfrm flipH="1">
            <a:off x="8903014" y="4343399"/>
            <a:ext cx="218334" cy="28606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C257498C-AF55-5D6E-2E59-95BE8640E967}"/>
              </a:ext>
            </a:extLst>
          </p:cNvPr>
          <p:cNvCxnSpPr>
            <a:stCxn id="56" idx="5"/>
            <a:endCxn id="60" idx="0"/>
          </p:cNvCxnSpPr>
          <p:nvPr/>
        </p:nvCxnSpPr>
        <p:spPr>
          <a:xfrm>
            <a:off x="9375343" y="4343399"/>
            <a:ext cx="171142" cy="28606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A9F4E2C5-9A79-38B8-3154-974E2611D750}"/>
              </a:ext>
            </a:extLst>
          </p:cNvPr>
          <p:cNvSpPr txBox="1"/>
          <p:nvPr/>
        </p:nvSpPr>
        <p:spPr>
          <a:xfrm>
            <a:off x="9082615" y="2583342"/>
            <a:ext cx="292068" cy="369332"/>
          </a:xfrm>
          <a:custGeom>
            <a:avLst/>
            <a:gdLst>
              <a:gd name="csX0" fmla="*/ 0 w 292068"/>
              <a:gd name="csY0" fmla="*/ 0 h 369332"/>
              <a:gd name="csX1" fmla="*/ 292068 w 292068"/>
              <a:gd name="csY1" fmla="*/ 0 h 369332"/>
              <a:gd name="csX2" fmla="*/ 292068 w 292068"/>
              <a:gd name="csY2" fmla="*/ 369332 h 369332"/>
              <a:gd name="csX3" fmla="*/ 0 w 292068"/>
              <a:gd name="csY3" fmla="*/ 369332 h 369332"/>
              <a:gd name="csX4" fmla="*/ 0 w 292068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92068" h="369332" fill="none" extrusionOk="0">
                <a:moveTo>
                  <a:pt x="0" y="0"/>
                </a:moveTo>
                <a:cubicBezTo>
                  <a:pt x="82271" y="-3067"/>
                  <a:pt x="203190" y="15710"/>
                  <a:pt x="292068" y="0"/>
                </a:cubicBezTo>
                <a:cubicBezTo>
                  <a:pt x="310732" y="181776"/>
                  <a:pt x="275919" y="290923"/>
                  <a:pt x="292068" y="369332"/>
                </a:cubicBezTo>
                <a:cubicBezTo>
                  <a:pt x="184445" y="380656"/>
                  <a:pt x="95124" y="366063"/>
                  <a:pt x="0" y="369332"/>
                </a:cubicBezTo>
                <a:cubicBezTo>
                  <a:pt x="-43507" y="216184"/>
                  <a:pt x="29250" y="76483"/>
                  <a:pt x="0" y="0"/>
                </a:cubicBezTo>
                <a:close/>
              </a:path>
              <a:path w="292068" h="369332" stroke="0" extrusionOk="0">
                <a:moveTo>
                  <a:pt x="0" y="0"/>
                </a:moveTo>
                <a:cubicBezTo>
                  <a:pt x="111955" y="-30174"/>
                  <a:pt x="147947" y="22594"/>
                  <a:pt x="292068" y="0"/>
                </a:cubicBezTo>
                <a:cubicBezTo>
                  <a:pt x="302981" y="177237"/>
                  <a:pt x="252776" y="256359"/>
                  <a:pt x="292068" y="369332"/>
                </a:cubicBezTo>
                <a:cubicBezTo>
                  <a:pt x="155488" y="369816"/>
                  <a:pt x="137070" y="355768"/>
                  <a:pt x="0" y="369332"/>
                </a:cubicBezTo>
                <a:cubicBezTo>
                  <a:pt x="-42990" y="232685"/>
                  <a:pt x="35537" y="87669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478454114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IN" dirty="0"/>
              <a:t>2</a:t>
            </a: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2B82470F-71CA-637B-C77A-EEC5EB3CCCDB}"/>
              </a:ext>
            </a:extLst>
          </p:cNvPr>
          <p:cNvSpPr/>
          <p:nvPr/>
        </p:nvSpPr>
        <p:spPr>
          <a:xfrm>
            <a:off x="1261533" y="2472268"/>
            <a:ext cx="9261672" cy="2751668"/>
          </a:xfrm>
          <a:custGeom>
            <a:avLst/>
            <a:gdLst>
              <a:gd name="csX0" fmla="*/ 0 w 9261672"/>
              <a:gd name="csY0" fmla="*/ 458621 h 2751668"/>
              <a:gd name="csX1" fmla="*/ 458621 w 9261672"/>
              <a:gd name="csY1" fmla="*/ 0 h 2751668"/>
              <a:gd name="csX2" fmla="*/ 887763 w 9261672"/>
              <a:gd name="csY2" fmla="*/ 0 h 2751668"/>
              <a:gd name="csX3" fmla="*/ 1650682 w 9261672"/>
              <a:gd name="csY3" fmla="*/ 0 h 2751668"/>
              <a:gd name="csX4" fmla="*/ 2413602 w 9261672"/>
              <a:gd name="csY4" fmla="*/ 0 h 2751668"/>
              <a:gd name="csX5" fmla="*/ 3093077 w 9261672"/>
              <a:gd name="csY5" fmla="*/ 0 h 2751668"/>
              <a:gd name="csX6" fmla="*/ 3689107 w 9261672"/>
              <a:gd name="csY6" fmla="*/ 0 h 2751668"/>
              <a:gd name="csX7" fmla="*/ 4034805 w 9261672"/>
              <a:gd name="csY7" fmla="*/ 0 h 2751668"/>
              <a:gd name="csX8" fmla="*/ 4714280 w 9261672"/>
              <a:gd name="csY8" fmla="*/ 0 h 2751668"/>
              <a:gd name="csX9" fmla="*/ 5143422 w 9261672"/>
              <a:gd name="csY9" fmla="*/ 0 h 2751668"/>
              <a:gd name="csX10" fmla="*/ 5489120 w 9261672"/>
              <a:gd name="csY10" fmla="*/ 0 h 2751668"/>
              <a:gd name="csX11" fmla="*/ 5918262 w 9261672"/>
              <a:gd name="csY11" fmla="*/ 0 h 2751668"/>
              <a:gd name="csX12" fmla="*/ 6347404 w 9261672"/>
              <a:gd name="csY12" fmla="*/ 0 h 2751668"/>
              <a:gd name="csX13" fmla="*/ 6693102 w 9261672"/>
              <a:gd name="csY13" fmla="*/ 0 h 2751668"/>
              <a:gd name="csX14" fmla="*/ 7372577 w 9261672"/>
              <a:gd name="csY14" fmla="*/ 0 h 2751668"/>
              <a:gd name="csX15" fmla="*/ 7885164 w 9261672"/>
              <a:gd name="csY15" fmla="*/ 0 h 2751668"/>
              <a:gd name="csX16" fmla="*/ 8803051 w 9261672"/>
              <a:gd name="csY16" fmla="*/ 0 h 2751668"/>
              <a:gd name="csX17" fmla="*/ 9261672 w 9261672"/>
              <a:gd name="csY17" fmla="*/ 458621 h 2751668"/>
              <a:gd name="csX18" fmla="*/ 9261672 w 9261672"/>
              <a:gd name="csY18" fmla="*/ 917228 h 2751668"/>
              <a:gd name="csX19" fmla="*/ 9261672 w 9261672"/>
              <a:gd name="csY19" fmla="*/ 1375834 h 2751668"/>
              <a:gd name="csX20" fmla="*/ 9261672 w 9261672"/>
              <a:gd name="csY20" fmla="*/ 1871129 h 2751668"/>
              <a:gd name="csX21" fmla="*/ 9261672 w 9261672"/>
              <a:gd name="csY21" fmla="*/ 2293047 h 2751668"/>
              <a:gd name="csX22" fmla="*/ 8803051 w 9261672"/>
              <a:gd name="csY22" fmla="*/ 2751668 h 2751668"/>
              <a:gd name="csX23" fmla="*/ 8457353 w 9261672"/>
              <a:gd name="csY23" fmla="*/ 2751668 h 2751668"/>
              <a:gd name="csX24" fmla="*/ 8028211 w 9261672"/>
              <a:gd name="csY24" fmla="*/ 2751668 h 2751668"/>
              <a:gd name="csX25" fmla="*/ 7515625 w 9261672"/>
              <a:gd name="csY25" fmla="*/ 2751668 h 2751668"/>
              <a:gd name="csX26" fmla="*/ 6919594 w 9261672"/>
              <a:gd name="csY26" fmla="*/ 2751668 h 2751668"/>
              <a:gd name="csX27" fmla="*/ 6490452 w 9261672"/>
              <a:gd name="csY27" fmla="*/ 2751668 h 2751668"/>
              <a:gd name="csX28" fmla="*/ 5977865 w 9261672"/>
              <a:gd name="csY28" fmla="*/ 2751668 h 2751668"/>
              <a:gd name="csX29" fmla="*/ 5214946 w 9261672"/>
              <a:gd name="csY29" fmla="*/ 2751668 h 2751668"/>
              <a:gd name="csX30" fmla="*/ 4618915 w 9261672"/>
              <a:gd name="csY30" fmla="*/ 2751668 h 2751668"/>
              <a:gd name="csX31" fmla="*/ 4189773 w 9261672"/>
              <a:gd name="csY31" fmla="*/ 2751668 h 2751668"/>
              <a:gd name="csX32" fmla="*/ 3426854 w 9261672"/>
              <a:gd name="csY32" fmla="*/ 2751668 h 2751668"/>
              <a:gd name="csX33" fmla="*/ 3081156 w 9261672"/>
              <a:gd name="csY33" fmla="*/ 2751668 h 2751668"/>
              <a:gd name="csX34" fmla="*/ 2401681 w 9261672"/>
              <a:gd name="csY34" fmla="*/ 2751668 h 2751668"/>
              <a:gd name="csX35" fmla="*/ 1972539 w 9261672"/>
              <a:gd name="csY35" fmla="*/ 2751668 h 2751668"/>
              <a:gd name="csX36" fmla="*/ 1376508 w 9261672"/>
              <a:gd name="csY36" fmla="*/ 2751668 h 2751668"/>
              <a:gd name="csX37" fmla="*/ 458621 w 9261672"/>
              <a:gd name="csY37" fmla="*/ 2751668 h 2751668"/>
              <a:gd name="csX38" fmla="*/ 0 w 9261672"/>
              <a:gd name="csY38" fmla="*/ 2293047 h 2751668"/>
              <a:gd name="csX39" fmla="*/ 0 w 9261672"/>
              <a:gd name="csY39" fmla="*/ 1834441 h 2751668"/>
              <a:gd name="csX40" fmla="*/ 0 w 9261672"/>
              <a:gd name="csY40" fmla="*/ 1412523 h 2751668"/>
              <a:gd name="csX41" fmla="*/ 0 w 9261672"/>
              <a:gd name="csY41" fmla="*/ 972260 h 2751668"/>
              <a:gd name="csX42" fmla="*/ 0 w 9261672"/>
              <a:gd name="csY42" fmla="*/ 458621 h 27516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</a:cxnLst>
            <a:rect l="l" t="t" r="r" b="b"/>
            <a:pathLst>
              <a:path w="9261672" h="2751668" extrusionOk="0">
                <a:moveTo>
                  <a:pt x="0" y="458621"/>
                </a:moveTo>
                <a:cubicBezTo>
                  <a:pt x="9649" y="221135"/>
                  <a:pt x="216050" y="-2432"/>
                  <a:pt x="458621" y="0"/>
                </a:cubicBezTo>
                <a:cubicBezTo>
                  <a:pt x="548888" y="-32512"/>
                  <a:pt x="675597" y="38967"/>
                  <a:pt x="887763" y="0"/>
                </a:cubicBezTo>
                <a:cubicBezTo>
                  <a:pt x="1099929" y="-38967"/>
                  <a:pt x="1477989" y="33150"/>
                  <a:pt x="1650682" y="0"/>
                </a:cubicBezTo>
                <a:cubicBezTo>
                  <a:pt x="1823375" y="-33150"/>
                  <a:pt x="2117996" y="44108"/>
                  <a:pt x="2413602" y="0"/>
                </a:cubicBezTo>
                <a:cubicBezTo>
                  <a:pt x="2709208" y="-44108"/>
                  <a:pt x="2874639" y="70248"/>
                  <a:pt x="3093077" y="0"/>
                </a:cubicBezTo>
                <a:cubicBezTo>
                  <a:pt x="3311515" y="-70248"/>
                  <a:pt x="3433779" y="67685"/>
                  <a:pt x="3689107" y="0"/>
                </a:cubicBezTo>
                <a:cubicBezTo>
                  <a:pt x="3944435" y="-67685"/>
                  <a:pt x="3881685" y="18738"/>
                  <a:pt x="4034805" y="0"/>
                </a:cubicBezTo>
                <a:cubicBezTo>
                  <a:pt x="4187925" y="-18738"/>
                  <a:pt x="4499005" y="348"/>
                  <a:pt x="4714280" y="0"/>
                </a:cubicBezTo>
                <a:cubicBezTo>
                  <a:pt x="4929555" y="-348"/>
                  <a:pt x="5045709" y="29280"/>
                  <a:pt x="5143422" y="0"/>
                </a:cubicBezTo>
                <a:cubicBezTo>
                  <a:pt x="5241135" y="-29280"/>
                  <a:pt x="5369170" y="9499"/>
                  <a:pt x="5489120" y="0"/>
                </a:cubicBezTo>
                <a:cubicBezTo>
                  <a:pt x="5609070" y="-9499"/>
                  <a:pt x="5799602" y="40497"/>
                  <a:pt x="5918262" y="0"/>
                </a:cubicBezTo>
                <a:cubicBezTo>
                  <a:pt x="6036922" y="-40497"/>
                  <a:pt x="6199163" y="35462"/>
                  <a:pt x="6347404" y="0"/>
                </a:cubicBezTo>
                <a:cubicBezTo>
                  <a:pt x="6495645" y="-35462"/>
                  <a:pt x="6552840" y="39418"/>
                  <a:pt x="6693102" y="0"/>
                </a:cubicBezTo>
                <a:cubicBezTo>
                  <a:pt x="6833364" y="-39418"/>
                  <a:pt x="7158981" y="36646"/>
                  <a:pt x="7372577" y="0"/>
                </a:cubicBezTo>
                <a:cubicBezTo>
                  <a:pt x="7586173" y="-36646"/>
                  <a:pt x="7735765" y="49098"/>
                  <a:pt x="7885164" y="0"/>
                </a:cubicBezTo>
                <a:cubicBezTo>
                  <a:pt x="8034563" y="-49098"/>
                  <a:pt x="8488827" y="60415"/>
                  <a:pt x="8803051" y="0"/>
                </a:cubicBezTo>
                <a:cubicBezTo>
                  <a:pt x="9075767" y="-60840"/>
                  <a:pt x="9271836" y="210285"/>
                  <a:pt x="9261672" y="458621"/>
                </a:cubicBezTo>
                <a:cubicBezTo>
                  <a:pt x="9268187" y="631577"/>
                  <a:pt x="9221463" y="693722"/>
                  <a:pt x="9261672" y="917228"/>
                </a:cubicBezTo>
                <a:cubicBezTo>
                  <a:pt x="9301881" y="1140734"/>
                  <a:pt x="9207893" y="1278122"/>
                  <a:pt x="9261672" y="1375834"/>
                </a:cubicBezTo>
                <a:cubicBezTo>
                  <a:pt x="9315451" y="1473546"/>
                  <a:pt x="9245378" y="1724744"/>
                  <a:pt x="9261672" y="1871129"/>
                </a:cubicBezTo>
                <a:cubicBezTo>
                  <a:pt x="9277966" y="2017514"/>
                  <a:pt x="9251568" y="2171970"/>
                  <a:pt x="9261672" y="2293047"/>
                </a:cubicBezTo>
                <a:cubicBezTo>
                  <a:pt x="9259627" y="2537182"/>
                  <a:pt x="9068222" y="2758801"/>
                  <a:pt x="8803051" y="2751668"/>
                </a:cubicBezTo>
                <a:cubicBezTo>
                  <a:pt x="8733826" y="2769264"/>
                  <a:pt x="8528779" y="2715806"/>
                  <a:pt x="8457353" y="2751668"/>
                </a:cubicBezTo>
                <a:cubicBezTo>
                  <a:pt x="8385927" y="2787530"/>
                  <a:pt x="8171200" y="2737358"/>
                  <a:pt x="8028211" y="2751668"/>
                </a:cubicBezTo>
                <a:cubicBezTo>
                  <a:pt x="7885222" y="2765978"/>
                  <a:pt x="7619262" y="2731281"/>
                  <a:pt x="7515625" y="2751668"/>
                </a:cubicBezTo>
                <a:cubicBezTo>
                  <a:pt x="7411988" y="2772055"/>
                  <a:pt x="7191241" y="2708500"/>
                  <a:pt x="6919594" y="2751668"/>
                </a:cubicBezTo>
                <a:cubicBezTo>
                  <a:pt x="6647947" y="2794836"/>
                  <a:pt x="6645268" y="2722371"/>
                  <a:pt x="6490452" y="2751668"/>
                </a:cubicBezTo>
                <a:cubicBezTo>
                  <a:pt x="6335636" y="2780965"/>
                  <a:pt x="6131984" y="2730883"/>
                  <a:pt x="5977865" y="2751668"/>
                </a:cubicBezTo>
                <a:cubicBezTo>
                  <a:pt x="5823746" y="2772453"/>
                  <a:pt x="5441197" y="2735488"/>
                  <a:pt x="5214946" y="2751668"/>
                </a:cubicBezTo>
                <a:cubicBezTo>
                  <a:pt x="4988695" y="2767848"/>
                  <a:pt x="4840770" y="2702248"/>
                  <a:pt x="4618915" y="2751668"/>
                </a:cubicBezTo>
                <a:cubicBezTo>
                  <a:pt x="4397060" y="2801088"/>
                  <a:pt x="4278082" y="2729933"/>
                  <a:pt x="4189773" y="2751668"/>
                </a:cubicBezTo>
                <a:cubicBezTo>
                  <a:pt x="4101464" y="2773403"/>
                  <a:pt x="3735399" y="2682961"/>
                  <a:pt x="3426854" y="2751668"/>
                </a:cubicBezTo>
                <a:cubicBezTo>
                  <a:pt x="3118309" y="2820375"/>
                  <a:pt x="3163261" y="2740751"/>
                  <a:pt x="3081156" y="2751668"/>
                </a:cubicBezTo>
                <a:cubicBezTo>
                  <a:pt x="2999051" y="2762585"/>
                  <a:pt x="2648396" y="2714477"/>
                  <a:pt x="2401681" y="2751668"/>
                </a:cubicBezTo>
                <a:cubicBezTo>
                  <a:pt x="2154967" y="2788859"/>
                  <a:pt x="2072648" y="2728927"/>
                  <a:pt x="1972539" y="2751668"/>
                </a:cubicBezTo>
                <a:cubicBezTo>
                  <a:pt x="1872430" y="2774409"/>
                  <a:pt x="1552865" y="2734664"/>
                  <a:pt x="1376508" y="2751668"/>
                </a:cubicBezTo>
                <a:cubicBezTo>
                  <a:pt x="1200151" y="2768672"/>
                  <a:pt x="695676" y="2703307"/>
                  <a:pt x="458621" y="2751668"/>
                </a:cubicBezTo>
                <a:cubicBezTo>
                  <a:pt x="212203" y="2723628"/>
                  <a:pt x="37274" y="2606956"/>
                  <a:pt x="0" y="2293047"/>
                </a:cubicBezTo>
                <a:cubicBezTo>
                  <a:pt x="-11909" y="2197260"/>
                  <a:pt x="27264" y="1944753"/>
                  <a:pt x="0" y="1834441"/>
                </a:cubicBezTo>
                <a:cubicBezTo>
                  <a:pt x="-27264" y="1724129"/>
                  <a:pt x="29667" y="1597811"/>
                  <a:pt x="0" y="1412523"/>
                </a:cubicBezTo>
                <a:cubicBezTo>
                  <a:pt x="-29667" y="1227235"/>
                  <a:pt x="41091" y="1094532"/>
                  <a:pt x="0" y="972260"/>
                </a:cubicBezTo>
                <a:cubicBezTo>
                  <a:pt x="-41091" y="849988"/>
                  <a:pt x="58224" y="649614"/>
                  <a:pt x="0" y="458621"/>
                </a:cubicBezTo>
                <a:close/>
              </a:path>
            </a:pathLst>
          </a:custGeom>
          <a:noFill/>
          <a:ln>
            <a:prstDash val="sysDash"/>
            <a:extLst>
              <a:ext uri="{C807C97D-BFC1-408E-A445-0C87EB9F89A2}">
                <ask:lineSketchStyleProps xmlns:ask="http://schemas.microsoft.com/office/drawing/2018/sketchyshapes" sd="754196178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3141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40" grpId="0" animBg="1"/>
      <p:bldP spid="41" grpId="0" animBg="1"/>
      <p:bldP spid="42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8" grpId="0" animBg="1"/>
      <p:bldP spid="59" grpId="0" animBg="1"/>
      <p:bldP spid="60" grpId="0" animBg="1"/>
      <p:bldP spid="69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2DCCC-A250-0BC5-D34D-FD519D60A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Deletion in AVL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D1688-4597-47B9-A562-28F53B998B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79392" cy="4211108"/>
          </a:xfrm>
        </p:spPr>
        <p:txBody>
          <a:bodyPr/>
          <a:lstStyle/>
          <a:p>
            <a:r>
              <a:rPr lang="en-IN" dirty="0"/>
              <a:t>Left-left heavy (LL)</a:t>
            </a:r>
          </a:p>
          <a:p>
            <a:pPr lvl="1"/>
            <a:r>
              <a:rPr lang="en-IN" dirty="0"/>
              <a:t>You </a:t>
            </a:r>
            <a:r>
              <a:rPr lang="en-IN" dirty="0">
                <a:highlight>
                  <a:srgbClr val="FFFF00"/>
                </a:highlight>
              </a:rPr>
              <a:t>deleted a node from the right subtree</a:t>
            </a:r>
            <a:r>
              <a:rPr lang="en-IN" dirty="0"/>
              <a:t> of the parent.</a:t>
            </a:r>
          </a:p>
          <a:p>
            <a:pPr lvl="1"/>
            <a:r>
              <a:rPr lang="en-IN" dirty="0"/>
              <a:t>This leaves the </a:t>
            </a:r>
            <a:r>
              <a:rPr lang="en-IN" dirty="0">
                <a:highlight>
                  <a:srgbClr val="FFFF00"/>
                </a:highlight>
              </a:rPr>
              <a:t>Left subtree significantly heavier.</a:t>
            </a:r>
          </a:p>
          <a:p>
            <a:r>
              <a:rPr lang="en-IN" dirty="0">
                <a:highlight>
                  <a:srgbClr val="FF00FF"/>
                </a:highlight>
              </a:rPr>
              <a:t>Solution: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A single </a:t>
            </a:r>
            <a:r>
              <a:rPr lang="en-IN" dirty="0">
                <a:highlight>
                  <a:srgbClr val="00FF00"/>
                </a:highlight>
              </a:rPr>
              <a:t>Right Rotation </a:t>
            </a:r>
            <a:r>
              <a:rPr lang="en-IN" dirty="0"/>
              <a:t>around the Parent node.</a:t>
            </a:r>
          </a:p>
          <a:p>
            <a:endParaRPr lang="en-IN" dirty="0">
              <a:highlight>
                <a:srgbClr val="FFFF00"/>
              </a:highlight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46BDF70-AA99-D880-AE1A-D6A3CA858B4C}"/>
              </a:ext>
            </a:extLst>
          </p:cNvPr>
          <p:cNvSpPr/>
          <p:nvPr/>
        </p:nvSpPr>
        <p:spPr>
          <a:xfrm>
            <a:off x="8435551" y="2791543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25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F80B532-4959-13F9-CD1D-DFE61D3E7E57}"/>
              </a:ext>
            </a:extLst>
          </p:cNvPr>
          <p:cNvSpPr/>
          <p:nvPr/>
        </p:nvSpPr>
        <p:spPr>
          <a:xfrm>
            <a:off x="8029316" y="3365865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10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D26D12C-1827-32E0-D6BB-EAD44D1EE04F}"/>
              </a:ext>
            </a:extLst>
          </p:cNvPr>
          <p:cNvSpPr/>
          <p:nvPr/>
        </p:nvSpPr>
        <p:spPr>
          <a:xfrm>
            <a:off x="8818684" y="3365865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30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F0F9854-6B38-3A30-A12D-DB5E3E8B3D48}"/>
              </a:ext>
            </a:extLst>
          </p:cNvPr>
          <p:cNvSpPr/>
          <p:nvPr/>
        </p:nvSpPr>
        <p:spPr>
          <a:xfrm>
            <a:off x="7642751" y="3971863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8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CDF886D-3DF6-4C80-6570-6154DAEE0A7C}"/>
              </a:ext>
            </a:extLst>
          </p:cNvPr>
          <p:cNvSpPr/>
          <p:nvPr/>
        </p:nvSpPr>
        <p:spPr>
          <a:xfrm>
            <a:off x="8367822" y="3977268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38EAD2A-C264-1FC8-1B58-82FFFB0E4D94}"/>
              </a:ext>
            </a:extLst>
          </p:cNvPr>
          <p:cNvSpPr/>
          <p:nvPr/>
        </p:nvSpPr>
        <p:spPr>
          <a:xfrm>
            <a:off x="7200896" y="4610465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5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010B106-FBB3-7338-3AF8-E4F62BBA8CBF}"/>
              </a:ext>
            </a:extLst>
          </p:cNvPr>
          <p:cNvSpPr/>
          <p:nvPr/>
        </p:nvSpPr>
        <p:spPr>
          <a:xfrm>
            <a:off x="8024974" y="4610465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13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9C4654E-4596-C525-332E-10D571173EE9}"/>
              </a:ext>
            </a:extLst>
          </p:cNvPr>
          <p:cNvSpPr/>
          <p:nvPr/>
        </p:nvSpPr>
        <p:spPr>
          <a:xfrm>
            <a:off x="8721300" y="4610466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17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CABB6E4-C0F7-6F26-C78F-58416E10699F}"/>
              </a:ext>
            </a:extLst>
          </p:cNvPr>
          <p:cNvCxnSpPr>
            <a:stCxn id="4" idx="3"/>
            <a:endCxn id="5" idx="0"/>
          </p:cNvCxnSpPr>
          <p:nvPr/>
        </p:nvCxnSpPr>
        <p:spPr>
          <a:xfrm flipH="1">
            <a:off x="8208918" y="3098142"/>
            <a:ext cx="279237" cy="26772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4626A4F-3BD5-D679-F5F8-B46E8E4BE006}"/>
              </a:ext>
            </a:extLst>
          </p:cNvPr>
          <p:cNvCxnSpPr>
            <a:stCxn id="4" idx="5"/>
            <a:endCxn id="6" idx="0"/>
          </p:cNvCxnSpPr>
          <p:nvPr/>
        </p:nvCxnSpPr>
        <p:spPr>
          <a:xfrm>
            <a:off x="8742150" y="3098142"/>
            <a:ext cx="256136" cy="26772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ACCF8D6-6E3F-D126-2445-722B41B23690}"/>
              </a:ext>
            </a:extLst>
          </p:cNvPr>
          <p:cNvCxnSpPr>
            <a:cxnSpLocks/>
            <a:stCxn id="5" idx="3"/>
            <a:endCxn id="7" idx="0"/>
          </p:cNvCxnSpPr>
          <p:nvPr/>
        </p:nvCxnSpPr>
        <p:spPr>
          <a:xfrm flipH="1">
            <a:off x="7822353" y="3672464"/>
            <a:ext cx="259567" cy="29939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DEF175-A9E4-5A66-8C32-EF03B5B5D209}"/>
              </a:ext>
            </a:extLst>
          </p:cNvPr>
          <p:cNvCxnSpPr>
            <a:stCxn id="5" idx="5"/>
            <a:endCxn id="8" idx="0"/>
          </p:cNvCxnSpPr>
          <p:nvPr/>
        </p:nvCxnSpPr>
        <p:spPr>
          <a:xfrm>
            <a:off x="8335915" y="3672464"/>
            <a:ext cx="211509" cy="3048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096050D-ADD5-4A57-4C0B-5890E6657684}"/>
              </a:ext>
            </a:extLst>
          </p:cNvPr>
          <p:cNvCxnSpPr>
            <a:stCxn id="7" idx="3"/>
            <a:endCxn id="9" idx="0"/>
          </p:cNvCxnSpPr>
          <p:nvPr/>
        </p:nvCxnSpPr>
        <p:spPr>
          <a:xfrm flipH="1">
            <a:off x="7380498" y="4278462"/>
            <a:ext cx="314857" cy="33200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71351FF-5019-8881-1FA7-AD7BB091EB0B}"/>
              </a:ext>
            </a:extLst>
          </p:cNvPr>
          <p:cNvCxnSpPr>
            <a:cxnSpLocks/>
            <a:stCxn id="8" idx="3"/>
            <a:endCxn id="10" idx="0"/>
          </p:cNvCxnSpPr>
          <p:nvPr/>
        </p:nvCxnSpPr>
        <p:spPr>
          <a:xfrm flipH="1">
            <a:off x="8204576" y="4283867"/>
            <a:ext cx="215850" cy="3265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60E64AA-16B3-A6B8-A121-1A63FBE2C76B}"/>
              </a:ext>
            </a:extLst>
          </p:cNvPr>
          <p:cNvCxnSpPr>
            <a:stCxn id="8" idx="5"/>
            <a:endCxn id="11" idx="0"/>
          </p:cNvCxnSpPr>
          <p:nvPr/>
        </p:nvCxnSpPr>
        <p:spPr>
          <a:xfrm>
            <a:off x="8674421" y="4283867"/>
            <a:ext cx="226481" cy="32659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2FF27B4-AC4E-A2AD-A00E-8BA4B13AAFCA}"/>
              </a:ext>
            </a:extLst>
          </p:cNvPr>
          <p:cNvSpPr txBox="1"/>
          <p:nvPr/>
        </p:nvSpPr>
        <p:spPr>
          <a:xfrm>
            <a:off x="8151282" y="2564341"/>
            <a:ext cx="292068" cy="369332"/>
          </a:xfrm>
          <a:custGeom>
            <a:avLst/>
            <a:gdLst>
              <a:gd name="csX0" fmla="*/ 0 w 292068"/>
              <a:gd name="csY0" fmla="*/ 0 h 369332"/>
              <a:gd name="csX1" fmla="*/ 292068 w 292068"/>
              <a:gd name="csY1" fmla="*/ 0 h 369332"/>
              <a:gd name="csX2" fmla="*/ 292068 w 292068"/>
              <a:gd name="csY2" fmla="*/ 369332 h 369332"/>
              <a:gd name="csX3" fmla="*/ 0 w 292068"/>
              <a:gd name="csY3" fmla="*/ 369332 h 369332"/>
              <a:gd name="csX4" fmla="*/ 0 w 292068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92068" h="369332" fill="none" extrusionOk="0">
                <a:moveTo>
                  <a:pt x="0" y="0"/>
                </a:moveTo>
                <a:cubicBezTo>
                  <a:pt x="82271" y="-3067"/>
                  <a:pt x="203190" y="15710"/>
                  <a:pt x="292068" y="0"/>
                </a:cubicBezTo>
                <a:cubicBezTo>
                  <a:pt x="310732" y="181776"/>
                  <a:pt x="275919" y="290923"/>
                  <a:pt x="292068" y="369332"/>
                </a:cubicBezTo>
                <a:cubicBezTo>
                  <a:pt x="184445" y="380656"/>
                  <a:pt x="95124" y="366063"/>
                  <a:pt x="0" y="369332"/>
                </a:cubicBezTo>
                <a:cubicBezTo>
                  <a:pt x="-43507" y="216184"/>
                  <a:pt x="29250" y="76483"/>
                  <a:pt x="0" y="0"/>
                </a:cubicBezTo>
                <a:close/>
              </a:path>
              <a:path w="292068" h="369332" stroke="0" extrusionOk="0">
                <a:moveTo>
                  <a:pt x="0" y="0"/>
                </a:moveTo>
                <a:cubicBezTo>
                  <a:pt x="111955" y="-30174"/>
                  <a:pt x="147947" y="22594"/>
                  <a:pt x="292068" y="0"/>
                </a:cubicBezTo>
                <a:cubicBezTo>
                  <a:pt x="302981" y="177237"/>
                  <a:pt x="252776" y="256359"/>
                  <a:pt x="292068" y="369332"/>
                </a:cubicBezTo>
                <a:cubicBezTo>
                  <a:pt x="155488" y="369816"/>
                  <a:pt x="137070" y="355768"/>
                  <a:pt x="0" y="369332"/>
                </a:cubicBezTo>
                <a:cubicBezTo>
                  <a:pt x="-42990" y="232685"/>
                  <a:pt x="35537" y="87669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478454114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IN" dirty="0"/>
              <a:t>2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26C56C09-72BF-7B27-C9B8-DA9C33529F62}"/>
              </a:ext>
            </a:extLst>
          </p:cNvPr>
          <p:cNvSpPr/>
          <p:nvPr/>
        </p:nvSpPr>
        <p:spPr>
          <a:xfrm>
            <a:off x="10874383" y="3397541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25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428F52A7-7A40-5FB3-720B-B75223CDEA3D}"/>
              </a:ext>
            </a:extLst>
          </p:cNvPr>
          <p:cNvSpPr/>
          <p:nvPr/>
        </p:nvSpPr>
        <p:spPr>
          <a:xfrm>
            <a:off x="10514943" y="2791543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10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6CBB2AA2-43BE-AC2A-0510-90C263DF1DC0}"/>
              </a:ext>
            </a:extLst>
          </p:cNvPr>
          <p:cNvSpPr/>
          <p:nvPr/>
        </p:nvSpPr>
        <p:spPr>
          <a:xfrm>
            <a:off x="11205994" y="3968007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30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7514125E-E55E-46D5-5E20-6614750BB487}"/>
              </a:ext>
            </a:extLst>
          </p:cNvPr>
          <p:cNvSpPr/>
          <p:nvPr/>
        </p:nvSpPr>
        <p:spPr>
          <a:xfrm>
            <a:off x="10128378" y="3397541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8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DBA895BC-B7D9-6053-3AF6-441B61F9DBB7}"/>
              </a:ext>
            </a:extLst>
          </p:cNvPr>
          <p:cNvSpPr/>
          <p:nvPr/>
        </p:nvSpPr>
        <p:spPr>
          <a:xfrm>
            <a:off x="10536389" y="3963147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15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18EFF1A6-31CF-CD89-B519-6929DBD6FACF}"/>
              </a:ext>
            </a:extLst>
          </p:cNvPr>
          <p:cNvSpPr/>
          <p:nvPr/>
        </p:nvSpPr>
        <p:spPr>
          <a:xfrm>
            <a:off x="9781114" y="3971862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5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5A5722DB-FAB8-F9AC-24BF-0545D119C62F}"/>
              </a:ext>
            </a:extLst>
          </p:cNvPr>
          <p:cNvSpPr/>
          <p:nvPr/>
        </p:nvSpPr>
        <p:spPr>
          <a:xfrm>
            <a:off x="10193211" y="4610465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13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D9222559-9464-B44B-D96E-EC604FB459D4}"/>
              </a:ext>
            </a:extLst>
          </p:cNvPr>
          <p:cNvSpPr/>
          <p:nvPr/>
        </p:nvSpPr>
        <p:spPr>
          <a:xfrm>
            <a:off x="10877173" y="4610465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17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FCFC549E-D5CC-5D03-C759-F43941865769}"/>
              </a:ext>
            </a:extLst>
          </p:cNvPr>
          <p:cNvCxnSpPr>
            <a:cxnSpLocks/>
            <a:stCxn id="39" idx="0"/>
            <a:endCxn id="40" idx="5"/>
          </p:cNvCxnSpPr>
          <p:nvPr/>
        </p:nvCxnSpPr>
        <p:spPr>
          <a:xfrm flipH="1" flipV="1">
            <a:off x="10821542" y="3098142"/>
            <a:ext cx="232443" cy="29939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B2BC120A-4543-A417-213D-DBDD4CACEEAB}"/>
              </a:ext>
            </a:extLst>
          </p:cNvPr>
          <p:cNvCxnSpPr>
            <a:stCxn id="39" idx="5"/>
            <a:endCxn id="41" idx="0"/>
          </p:cNvCxnSpPr>
          <p:nvPr/>
        </p:nvCxnSpPr>
        <p:spPr>
          <a:xfrm>
            <a:off x="11180982" y="3704140"/>
            <a:ext cx="204614" cy="2638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013BFB00-B77A-6A2F-8F62-F864FB996C6D}"/>
              </a:ext>
            </a:extLst>
          </p:cNvPr>
          <p:cNvCxnSpPr>
            <a:cxnSpLocks/>
            <a:stCxn id="40" idx="3"/>
            <a:endCxn id="42" idx="0"/>
          </p:cNvCxnSpPr>
          <p:nvPr/>
        </p:nvCxnSpPr>
        <p:spPr>
          <a:xfrm flipH="1">
            <a:off x="10307980" y="3098142"/>
            <a:ext cx="259567" cy="29939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440CEF32-12FD-70A2-62FF-C8D28F8A8E65}"/>
              </a:ext>
            </a:extLst>
          </p:cNvPr>
          <p:cNvCxnSpPr>
            <a:cxnSpLocks/>
            <a:stCxn id="39" idx="3"/>
            <a:endCxn id="43" idx="0"/>
          </p:cNvCxnSpPr>
          <p:nvPr/>
        </p:nvCxnSpPr>
        <p:spPr>
          <a:xfrm flipH="1">
            <a:off x="10715991" y="3704140"/>
            <a:ext cx="210996" cy="2590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A5C7F782-599B-218B-6514-9928F7493846}"/>
              </a:ext>
            </a:extLst>
          </p:cNvPr>
          <p:cNvCxnSpPr>
            <a:stCxn id="42" idx="3"/>
            <a:endCxn id="44" idx="0"/>
          </p:cNvCxnSpPr>
          <p:nvPr/>
        </p:nvCxnSpPr>
        <p:spPr>
          <a:xfrm flipH="1">
            <a:off x="9960716" y="3704140"/>
            <a:ext cx="220266" cy="2677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BF4B0B15-50F3-AD1A-041B-C50EBBBC6BE6}"/>
              </a:ext>
            </a:extLst>
          </p:cNvPr>
          <p:cNvCxnSpPr>
            <a:cxnSpLocks/>
            <a:stCxn id="43" idx="3"/>
            <a:endCxn id="45" idx="0"/>
          </p:cNvCxnSpPr>
          <p:nvPr/>
        </p:nvCxnSpPr>
        <p:spPr>
          <a:xfrm flipH="1">
            <a:off x="10372813" y="4269746"/>
            <a:ext cx="216180" cy="3407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1C1BD0A-64FE-A813-65E3-1391748FC4F2}"/>
              </a:ext>
            </a:extLst>
          </p:cNvPr>
          <p:cNvCxnSpPr>
            <a:cxnSpLocks/>
            <a:stCxn id="43" idx="5"/>
            <a:endCxn id="46" idx="0"/>
          </p:cNvCxnSpPr>
          <p:nvPr/>
        </p:nvCxnSpPr>
        <p:spPr>
          <a:xfrm>
            <a:off x="10842988" y="4269746"/>
            <a:ext cx="213787" cy="3407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098BEBE2-57A3-67E4-25C0-47AE1AD02A07}"/>
              </a:ext>
            </a:extLst>
          </p:cNvPr>
          <p:cNvSpPr/>
          <p:nvPr/>
        </p:nvSpPr>
        <p:spPr>
          <a:xfrm>
            <a:off x="7035799" y="2497137"/>
            <a:ext cx="4769859" cy="2624667"/>
          </a:xfrm>
          <a:custGeom>
            <a:avLst/>
            <a:gdLst>
              <a:gd name="csX0" fmla="*/ 0 w 4769859"/>
              <a:gd name="csY0" fmla="*/ 437453 h 2624667"/>
              <a:gd name="csX1" fmla="*/ 437453 w 4769859"/>
              <a:gd name="csY1" fmla="*/ 0 h 2624667"/>
              <a:gd name="csX2" fmla="*/ 915976 w 4769859"/>
              <a:gd name="csY2" fmla="*/ 0 h 2624667"/>
              <a:gd name="csX3" fmla="*/ 1550297 w 4769859"/>
              <a:gd name="csY3" fmla="*/ 0 h 2624667"/>
              <a:gd name="csX4" fmla="*/ 2184618 w 4769859"/>
              <a:gd name="csY4" fmla="*/ 0 h 2624667"/>
              <a:gd name="csX5" fmla="*/ 2779989 w 4769859"/>
              <a:gd name="csY5" fmla="*/ 0 h 2624667"/>
              <a:gd name="csX6" fmla="*/ 3336411 w 4769859"/>
              <a:gd name="csY6" fmla="*/ 0 h 2624667"/>
              <a:gd name="csX7" fmla="*/ 3775984 w 4769859"/>
              <a:gd name="csY7" fmla="*/ 0 h 2624667"/>
              <a:gd name="csX8" fmla="*/ 4332406 w 4769859"/>
              <a:gd name="csY8" fmla="*/ 0 h 2624667"/>
              <a:gd name="csX9" fmla="*/ 4769859 w 4769859"/>
              <a:gd name="csY9" fmla="*/ 437453 h 2624667"/>
              <a:gd name="csX10" fmla="*/ 4769859 w 4769859"/>
              <a:gd name="csY10" fmla="*/ 985711 h 2624667"/>
              <a:gd name="csX11" fmla="*/ 4769859 w 4769859"/>
              <a:gd name="csY11" fmla="*/ 1533970 h 2624667"/>
              <a:gd name="csX12" fmla="*/ 4769859 w 4769859"/>
              <a:gd name="csY12" fmla="*/ 2187214 h 2624667"/>
              <a:gd name="csX13" fmla="*/ 4332406 w 4769859"/>
              <a:gd name="csY13" fmla="*/ 2624667 h 2624667"/>
              <a:gd name="csX14" fmla="*/ 3775984 w 4769859"/>
              <a:gd name="csY14" fmla="*/ 2624667 h 2624667"/>
              <a:gd name="csX15" fmla="*/ 3297461 w 4769859"/>
              <a:gd name="csY15" fmla="*/ 2624667 h 2624667"/>
              <a:gd name="csX16" fmla="*/ 2857888 w 4769859"/>
              <a:gd name="csY16" fmla="*/ 2624667 h 2624667"/>
              <a:gd name="csX17" fmla="*/ 2340416 w 4769859"/>
              <a:gd name="csY17" fmla="*/ 2624667 h 2624667"/>
              <a:gd name="csX18" fmla="*/ 1783994 w 4769859"/>
              <a:gd name="csY18" fmla="*/ 2624667 h 2624667"/>
              <a:gd name="csX19" fmla="*/ 1149673 w 4769859"/>
              <a:gd name="csY19" fmla="*/ 2624667 h 2624667"/>
              <a:gd name="csX20" fmla="*/ 437453 w 4769859"/>
              <a:gd name="csY20" fmla="*/ 2624667 h 2624667"/>
              <a:gd name="csX21" fmla="*/ 0 w 4769859"/>
              <a:gd name="csY21" fmla="*/ 2187214 h 2624667"/>
              <a:gd name="csX22" fmla="*/ 0 w 4769859"/>
              <a:gd name="csY22" fmla="*/ 1656453 h 2624667"/>
              <a:gd name="csX23" fmla="*/ 0 w 4769859"/>
              <a:gd name="csY23" fmla="*/ 1108195 h 2624667"/>
              <a:gd name="csX24" fmla="*/ 0 w 4769859"/>
              <a:gd name="csY24" fmla="*/ 437453 h 26246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</a:cxnLst>
            <a:rect l="l" t="t" r="r" b="b"/>
            <a:pathLst>
              <a:path w="4769859" h="2624667" extrusionOk="0">
                <a:moveTo>
                  <a:pt x="0" y="437453"/>
                </a:moveTo>
                <a:cubicBezTo>
                  <a:pt x="21580" y="231196"/>
                  <a:pt x="239351" y="-9869"/>
                  <a:pt x="437453" y="0"/>
                </a:cubicBezTo>
                <a:cubicBezTo>
                  <a:pt x="668368" y="-41765"/>
                  <a:pt x="688898" y="9516"/>
                  <a:pt x="915976" y="0"/>
                </a:cubicBezTo>
                <a:cubicBezTo>
                  <a:pt x="1143054" y="-9516"/>
                  <a:pt x="1390351" y="45668"/>
                  <a:pt x="1550297" y="0"/>
                </a:cubicBezTo>
                <a:cubicBezTo>
                  <a:pt x="1710243" y="-45668"/>
                  <a:pt x="1983440" y="57763"/>
                  <a:pt x="2184618" y="0"/>
                </a:cubicBezTo>
                <a:cubicBezTo>
                  <a:pt x="2385796" y="-57763"/>
                  <a:pt x="2654192" y="23624"/>
                  <a:pt x="2779989" y="0"/>
                </a:cubicBezTo>
                <a:cubicBezTo>
                  <a:pt x="2905786" y="-23624"/>
                  <a:pt x="3082466" y="64236"/>
                  <a:pt x="3336411" y="0"/>
                </a:cubicBezTo>
                <a:cubicBezTo>
                  <a:pt x="3590356" y="-64236"/>
                  <a:pt x="3605051" y="35163"/>
                  <a:pt x="3775984" y="0"/>
                </a:cubicBezTo>
                <a:cubicBezTo>
                  <a:pt x="3946917" y="-35163"/>
                  <a:pt x="4142205" y="11824"/>
                  <a:pt x="4332406" y="0"/>
                </a:cubicBezTo>
                <a:cubicBezTo>
                  <a:pt x="4574556" y="7247"/>
                  <a:pt x="4722576" y="241171"/>
                  <a:pt x="4769859" y="437453"/>
                </a:cubicBezTo>
                <a:cubicBezTo>
                  <a:pt x="4786155" y="571600"/>
                  <a:pt x="4768958" y="802719"/>
                  <a:pt x="4769859" y="985711"/>
                </a:cubicBezTo>
                <a:cubicBezTo>
                  <a:pt x="4770760" y="1168703"/>
                  <a:pt x="4762192" y="1270367"/>
                  <a:pt x="4769859" y="1533970"/>
                </a:cubicBezTo>
                <a:cubicBezTo>
                  <a:pt x="4777526" y="1797573"/>
                  <a:pt x="4703412" y="1902886"/>
                  <a:pt x="4769859" y="2187214"/>
                </a:cubicBezTo>
                <a:cubicBezTo>
                  <a:pt x="4775963" y="2363145"/>
                  <a:pt x="4534454" y="2599132"/>
                  <a:pt x="4332406" y="2624667"/>
                </a:cubicBezTo>
                <a:cubicBezTo>
                  <a:pt x="4087618" y="2665529"/>
                  <a:pt x="4052714" y="2590954"/>
                  <a:pt x="3775984" y="2624667"/>
                </a:cubicBezTo>
                <a:cubicBezTo>
                  <a:pt x="3499254" y="2658380"/>
                  <a:pt x="3517462" y="2611284"/>
                  <a:pt x="3297461" y="2624667"/>
                </a:cubicBezTo>
                <a:cubicBezTo>
                  <a:pt x="3077460" y="2638050"/>
                  <a:pt x="3000897" y="2606990"/>
                  <a:pt x="2857888" y="2624667"/>
                </a:cubicBezTo>
                <a:cubicBezTo>
                  <a:pt x="2714879" y="2642344"/>
                  <a:pt x="2580738" y="2593700"/>
                  <a:pt x="2340416" y="2624667"/>
                </a:cubicBezTo>
                <a:cubicBezTo>
                  <a:pt x="2100094" y="2655634"/>
                  <a:pt x="1957263" y="2599765"/>
                  <a:pt x="1783994" y="2624667"/>
                </a:cubicBezTo>
                <a:cubicBezTo>
                  <a:pt x="1610725" y="2649569"/>
                  <a:pt x="1400801" y="2562589"/>
                  <a:pt x="1149673" y="2624667"/>
                </a:cubicBezTo>
                <a:cubicBezTo>
                  <a:pt x="898545" y="2686745"/>
                  <a:pt x="656891" y="2588384"/>
                  <a:pt x="437453" y="2624667"/>
                </a:cubicBezTo>
                <a:cubicBezTo>
                  <a:pt x="189507" y="2596250"/>
                  <a:pt x="47837" y="2457528"/>
                  <a:pt x="0" y="2187214"/>
                </a:cubicBezTo>
                <a:cubicBezTo>
                  <a:pt x="-1065" y="1980406"/>
                  <a:pt x="25986" y="1802899"/>
                  <a:pt x="0" y="1656453"/>
                </a:cubicBezTo>
                <a:cubicBezTo>
                  <a:pt x="-25986" y="1510007"/>
                  <a:pt x="61829" y="1249779"/>
                  <a:pt x="0" y="1108195"/>
                </a:cubicBezTo>
                <a:cubicBezTo>
                  <a:pt x="-61829" y="966611"/>
                  <a:pt x="21570" y="573172"/>
                  <a:pt x="0" y="437453"/>
                </a:cubicBezTo>
                <a:close/>
              </a:path>
            </a:pathLst>
          </a:custGeom>
          <a:noFill/>
          <a:ln>
            <a:prstDash val="sysDash"/>
            <a:extLst>
              <a:ext uri="{C807C97D-BFC1-408E-A445-0C87EB9F89A2}">
                <ask:lineSketchStyleProps xmlns:ask="http://schemas.microsoft.com/office/drawing/2018/sketchyshapes" sd="754196178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5" name="Arrow: Curved Down 104">
            <a:extLst>
              <a:ext uri="{FF2B5EF4-FFF2-40B4-BE49-F238E27FC236}">
                <a16:creationId xmlns:a16="http://schemas.microsoft.com/office/drawing/2014/main" id="{68ECFEC7-F9A2-F949-6276-408F9C54D3D7}"/>
              </a:ext>
            </a:extLst>
          </p:cNvPr>
          <p:cNvSpPr/>
          <p:nvPr/>
        </p:nvSpPr>
        <p:spPr>
          <a:xfrm>
            <a:off x="8453662" y="3206742"/>
            <a:ext cx="338602" cy="280384"/>
          </a:xfrm>
          <a:prstGeom prst="curvedDown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6695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9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10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0B729-3FA1-1B77-1BB0-9EDAA7958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Deletion in AVL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6ADEB7-1D05-5774-EE4B-12F125E6B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821442"/>
          </a:xfrm>
        </p:spPr>
        <p:txBody>
          <a:bodyPr>
            <a:normAutofit fontScale="85000" lnSpcReduction="20000"/>
          </a:bodyPr>
          <a:lstStyle/>
          <a:p>
            <a:r>
              <a:rPr lang="en-IN" dirty="0"/>
              <a:t>Right-Left heavy (RL)</a:t>
            </a:r>
          </a:p>
          <a:p>
            <a:pPr lvl="1"/>
            <a:r>
              <a:rPr lang="en-IN" dirty="0"/>
              <a:t>You </a:t>
            </a:r>
            <a:r>
              <a:rPr lang="en-IN" dirty="0">
                <a:highlight>
                  <a:srgbClr val="00FF00"/>
                </a:highlight>
              </a:rPr>
              <a:t>deleted a node from the Left subtree </a:t>
            </a:r>
            <a:r>
              <a:rPr lang="en-IN" dirty="0"/>
              <a:t>of the parent. This leaves the </a:t>
            </a:r>
            <a:r>
              <a:rPr lang="en-IN" dirty="0">
                <a:highlight>
                  <a:srgbClr val="00FFFF"/>
                </a:highlight>
              </a:rPr>
              <a:t>Right subtree heavier</a:t>
            </a:r>
            <a:r>
              <a:rPr lang="en-IN" dirty="0"/>
              <a:t>, but the </a:t>
            </a:r>
            <a:r>
              <a:rPr lang="en-IN" dirty="0">
                <a:highlight>
                  <a:srgbClr val="FF00FF"/>
                </a:highlight>
              </a:rPr>
              <a:t>right child itself is left-heavy </a:t>
            </a:r>
            <a:r>
              <a:rPr lang="en-IN" dirty="0"/>
              <a:t>(forming a &gt; shape path down from the parent).</a:t>
            </a:r>
          </a:p>
          <a:p>
            <a:r>
              <a:rPr lang="en-IN" dirty="0"/>
              <a:t>Solution: </a:t>
            </a:r>
          </a:p>
          <a:p>
            <a:pPr lvl="1"/>
            <a:r>
              <a:rPr lang="en-IN" dirty="0"/>
              <a:t>A double rotation: </a:t>
            </a:r>
            <a:r>
              <a:rPr lang="en-IN" dirty="0">
                <a:highlight>
                  <a:srgbClr val="FFFF00"/>
                </a:highlight>
              </a:rPr>
              <a:t>Right Rotation </a:t>
            </a:r>
            <a:r>
              <a:rPr lang="en-IN" dirty="0"/>
              <a:t>on the Child, then </a:t>
            </a:r>
            <a:r>
              <a:rPr lang="en-IN" dirty="0">
                <a:highlight>
                  <a:srgbClr val="00FF00"/>
                </a:highlight>
              </a:rPr>
              <a:t>Left Rotation </a:t>
            </a:r>
            <a:r>
              <a:rPr lang="en-IN" dirty="0"/>
              <a:t>on the Parent.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E228441-0EFD-65C7-2127-39265C315F47}"/>
              </a:ext>
            </a:extLst>
          </p:cNvPr>
          <p:cNvSpPr/>
          <p:nvPr/>
        </p:nvSpPr>
        <p:spPr>
          <a:xfrm>
            <a:off x="2587150" y="4768612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25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0F864DF-CDAE-5740-B616-72CF78201FC7}"/>
              </a:ext>
            </a:extLst>
          </p:cNvPr>
          <p:cNvSpPr/>
          <p:nvPr/>
        </p:nvSpPr>
        <p:spPr>
          <a:xfrm>
            <a:off x="2227710" y="4162614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10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37E8F2C-F3F4-6610-8B34-9FEE41266D0A}"/>
              </a:ext>
            </a:extLst>
          </p:cNvPr>
          <p:cNvSpPr/>
          <p:nvPr/>
        </p:nvSpPr>
        <p:spPr>
          <a:xfrm>
            <a:off x="2918761" y="5339078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30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7C3286B-30C5-485C-7B6C-03A1E2301830}"/>
              </a:ext>
            </a:extLst>
          </p:cNvPr>
          <p:cNvSpPr/>
          <p:nvPr/>
        </p:nvSpPr>
        <p:spPr>
          <a:xfrm>
            <a:off x="1841145" y="4768612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8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51BC576-6A04-5022-DE2C-BF6CC312EEB8}"/>
              </a:ext>
            </a:extLst>
          </p:cNvPr>
          <p:cNvSpPr/>
          <p:nvPr/>
        </p:nvSpPr>
        <p:spPr>
          <a:xfrm>
            <a:off x="2249156" y="5334218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1643FC4-DF90-30B0-3398-D3286DBFA3D7}"/>
              </a:ext>
            </a:extLst>
          </p:cNvPr>
          <p:cNvSpPr/>
          <p:nvPr/>
        </p:nvSpPr>
        <p:spPr>
          <a:xfrm>
            <a:off x="1493881" y="5342933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5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5479680-F837-671E-E8DC-5376DA82C460}"/>
              </a:ext>
            </a:extLst>
          </p:cNvPr>
          <p:cNvSpPr/>
          <p:nvPr/>
        </p:nvSpPr>
        <p:spPr>
          <a:xfrm>
            <a:off x="1905978" y="5981536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13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106906E-691B-91F6-DDFB-20E7C72BBCC7}"/>
              </a:ext>
            </a:extLst>
          </p:cNvPr>
          <p:cNvSpPr/>
          <p:nvPr/>
        </p:nvSpPr>
        <p:spPr>
          <a:xfrm>
            <a:off x="2589940" y="5981536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17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AD326B4-EF60-811D-849C-141ED8C4DA72}"/>
              </a:ext>
            </a:extLst>
          </p:cNvPr>
          <p:cNvCxnSpPr>
            <a:cxnSpLocks/>
            <a:stCxn id="4" idx="0"/>
            <a:endCxn id="5" idx="5"/>
          </p:cNvCxnSpPr>
          <p:nvPr/>
        </p:nvCxnSpPr>
        <p:spPr>
          <a:xfrm flipH="1" flipV="1">
            <a:off x="2534309" y="4469213"/>
            <a:ext cx="232443" cy="29939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66B9C45-78A1-883E-57AE-C6DCF2818BF7}"/>
              </a:ext>
            </a:extLst>
          </p:cNvPr>
          <p:cNvCxnSpPr>
            <a:stCxn id="4" idx="5"/>
            <a:endCxn id="6" idx="0"/>
          </p:cNvCxnSpPr>
          <p:nvPr/>
        </p:nvCxnSpPr>
        <p:spPr>
          <a:xfrm>
            <a:off x="2893749" y="5075211"/>
            <a:ext cx="204614" cy="2638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DA34840-DF12-69F9-410F-45B983906977}"/>
              </a:ext>
            </a:extLst>
          </p:cNvPr>
          <p:cNvCxnSpPr>
            <a:cxnSpLocks/>
            <a:stCxn id="5" idx="3"/>
            <a:endCxn id="7" idx="0"/>
          </p:cNvCxnSpPr>
          <p:nvPr/>
        </p:nvCxnSpPr>
        <p:spPr>
          <a:xfrm flipH="1">
            <a:off x="2020747" y="4469213"/>
            <a:ext cx="259567" cy="29939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AC94AB8-394C-CC94-F46B-838B0172F812}"/>
              </a:ext>
            </a:extLst>
          </p:cNvPr>
          <p:cNvCxnSpPr>
            <a:cxnSpLocks/>
            <a:stCxn id="4" idx="3"/>
            <a:endCxn id="8" idx="0"/>
          </p:cNvCxnSpPr>
          <p:nvPr/>
        </p:nvCxnSpPr>
        <p:spPr>
          <a:xfrm flipH="1">
            <a:off x="2428758" y="5075211"/>
            <a:ext cx="210996" cy="2590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6EEE38E-1A05-4F8A-D5CB-8470D5B48345}"/>
              </a:ext>
            </a:extLst>
          </p:cNvPr>
          <p:cNvCxnSpPr>
            <a:stCxn id="7" idx="3"/>
            <a:endCxn id="9" idx="0"/>
          </p:cNvCxnSpPr>
          <p:nvPr/>
        </p:nvCxnSpPr>
        <p:spPr>
          <a:xfrm flipH="1">
            <a:off x="1673483" y="5075211"/>
            <a:ext cx="220266" cy="2677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F32F1B0-76D0-24CA-8A8E-C7BF352E6A8F}"/>
              </a:ext>
            </a:extLst>
          </p:cNvPr>
          <p:cNvCxnSpPr>
            <a:cxnSpLocks/>
            <a:stCxn id="8" idx="3"/>
            <a:endCxn id="10" idx="0"/>
          </p:cNvCxnSpPr>
          <p:nvPr/>
        </p:nvCxnSpPr>
        <p:spPr>
          <a:xfrm flipH="1">
            <a:off x="2085580" y="5640817"/>
            <a:ext cx="216180" cy="3407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B4A42A8-B7B8-BA68-EAA7-C027B5485F9E}"/>
              </a:ext>
            </a:extLst>
          </p:cNvPr>
          <p:cNvCxnSpPr>
            <a:cxnSpLocks/>
            <a:stCxn id="8" idx="5"/>
            <a:endCxn id="11" idx="0"/>
          </p:cNvCxnSpPr>
          <p:nvPr/>
        </p:nvCxnSpPr>
        <p:spPr>
          <a:xfrm>
            <a:off x="2555755" y="5640817"/>
            <a:ext cx="213787" cy="3407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58FE8EA4-A4E4-0AC1-B16F-607A33CAB708}"/>
              </a:ext>
            </a:extLst>
          </p:cNvPr>
          <p:cNvSpPr/>
          <p:nvPr/>
        </p:nvSpPr>
        <p:spPr>
          <a:xfrm>
            <a:off x="4918131" y="4768612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25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EC65323-A350-312E-091B-F64C776C4318}"/>
              </a:ext>
            </a:extLst>
          </p:cNvPr>
          <p:cNvSpPr/>
          <p:nvPr/>
        </p:nvSpPr>
        <p:spPr>
          <a:xfrm>
            <a:off x="4558691" y="4162614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10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4353A8A-D96C-E90A-C2A3-651F0257D893}"/>
              </a:ext>
            </a:extLst>
          </p:cNvPr>
          <p:cNvSpPr/>
          <p:nvPr/>
        </p:nvSpPr>
        <p:spPr>
          <a:xfrm>
            <a:off x="5249742" y="5339078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30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EA06BF2-8A4C-2FE7-3B63-2EC5AB5D7471}"/>
              </a:ext>
            </a:extLst>
          </p:cNvPr>
          <p:cNvSpPr/>
          <p:nvPr/>
        </p:nvSpPr>
        <p:spPr>
          <a:xfrm>
            <a:off x="4172126" y="4768612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8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4E7C217-70DB-C100-03A4-1683384EDA31}"/>
              </a:ext>
            </a:extLst>
          </p:cNvPr>
          <p:cNvSpPr/>
          <p:nvPr/>
        </p:nvSpPr>
        <p:spPr>
          <a:xfrm>
            <a:off x="4580137" y="5334218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15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A5634EE-A4CF-2CAF-1856-80DD0D38CC98}"/>
              </a:ext>
            </a:extLst>
          </p:cNvPr>
          <p:cNvSpPr/>
          <p:nvPr/>
        </p:nvSpPr>
        <p:spPr>
          <a:xfrm>
            <a:off x="4236959" y="5981536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13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8035D8D-22D0-9900-DF7A-46A6F16A6A5A}"/>
              </a:ext>
            </a:extLst>
          </p:cNvPr>
          <p:cNvSpPr/>
          <p:nvPr/>
        </p:nvSpPr>
        <p:spPr>
          <a:xfrm>
            <a:off x="4920921" y="5981536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17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18E99FE-2A04-63ED-5C8D-C76A15E6E4D6}"/>
              </a:ext>
            </a:extLst>
          </p:cNvPr>
          <p:cNvCxnSpPr>
            <a:cxnSpLocks/>
            <a:stCxn id="19" idx="0"/>
            <a:endCxn id="20" idx="5"/>
          </p:cNvCxnSpPr>
          <p:nvPr/>
        </p:nvCxnSpPr>
        <p:spPr>
          <a:xfrm flipH="1" flipV="1">
            <a:off x="4865290" y="4469213"/>
            <a:ext cx="232443" cy="29939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97251CA-7EA5-5686-E5C9-8EAA7C307068}"/>
              </a:ext>
            </a:extLst>
          </p:cNvPr>
          <p:cNvCxnSpPr>
            <a:stCxn id="19" idx="5"/>
            <a:endCxn id="21" idx="0"/>
          </p:cNvCxnSpPr>
          <p:nvPr/>
        </p:nvCxnSpPr>
        <p:spPr>
          <a:xfrm>
            <a:off x="5224730" y="5075211"/>
            <a:ext cx="204614" cy="2638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285F222-7C9F-4BC8-3E57-1AA54F0CE9F4}"/>
              </a:ext>
            </a:extLst>
          </p:cNvPr>
          <p:cNvCxnSpPr>
            <a:cxnSpLocks/>
            <a:stCxn id="20" idx="3"/>
            <a:endCxn id="22" idx="0"/>
          </p:cNvCxnSpPr>
          <p:nvPr/>
        </p:nvCxnSpPr>
        <p:spPr>
          <a:xfrm flipH="1">
            <a:off x="4351728" y="4469213"/>
            <a:ext cx="259567" cy="29939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1EB2808-2491-FED9-4899-2F0335B0A662}"/>
              </a:ext>
            </a:extLst>
          </p:cNvPr>
          <p:cNvCxnSpPr>
            <a:cxnSpLocks/>
            <a:stCxn id="19" idx="3"/>
            <a:endCxn id="23" idx="0"/>
          </p:cNvCxnSpPr>
          <p:nvPr/>
        </p:nvCxnSpPr>
        <p:spPr>
          <a:xfrm flipH="1">
            <a:off x="4759739" y="5075211"/>
            <a:ext cx="210996" cy="2590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7614828-873E-77C3-DFCA-E6CA33BD2FA7}"/>
              </a:ext>
            </a:extLst>
          </p:cNvPr>
          <p:cNvCxnSpPr>
            <a:cxnSpLocks/>
            <a:stCxn id="23" idx="3"/>
            <a:endCxn id="24" idx="0"/>
          </p:cNvCxnSpPr>
          <p:nvPr/>
        </p:nvCxnSpPr>
        <p:spPr>
          <a:xfrm flipH="1">
            <a:off x="4416561" y="5640817"/>
            <a:ext cx="216180" cy="3407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7248F92-1456-9507-0460-AEA0E124F9A6}"/>
              </a:ext>
            </a:extLst>
          </p:cNvPr>
          <p:cNvCxnSpPr>
            <a:cxnSpLocks/>
            <a:stCxn id="23" idx="5"/>
            <a:endCxn id="25" idx="0"/>
          </p:cNvCxnSpPr>
          <p:nvPr/>
        </p:nvCxnSpPr>
        <p:spPr>
          <a:xfrm>
            <a:off x="4886736" y="5640817"/>
            <a:ext cx="213787" cy="3407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51378C3E-0BE2-4C26-07EC-B19D72F07FFE}"/>
              </a:ext>
            </a:extLst>
          </p:cNvPr>
          <p:cNvSpPr txBox="1"/>
          <p:nvPr/>
        </p:nvSpPr>
        <p:spPr>
          <a:xfrm>
            <a:off x="4209518" y="3946582"/>
            <a:ext cx="386644" cy="369332"/>
          </a:xfrm>
          <a:custGeom>
            <a:avLst/>
            <a:gdLst>
              <a:gd name="csX0" fmla="*/ 0 w 386644"/>
              <a:gd name="csY0" fmla="*/ 0 h 369332"/>
              <a:gd name="csX1" fmla="*/ 386644 w 386644"/>
              <a:gd name="csY1" fmla="*/ 0 h 369332"/>
              <a:gd name="csX2" fmla="*/ 386644 w 386644"/>
              <a:gd name="csY2" fmla="*/ 369332 h 369332"/>
              <a:gd name="csX3" fmla="*/ 0 w 386644"/>
              <a:gd name="csY3" fmla="*/ 369332 h 369332"/>
              <a:gd name="csX4" fmla="*/ 0 w 386644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86644" h="369332" fill="none" extrusionOk="0">
                <a:moveTo>
                  <a:pt x="0" y="0"/>
                </a:moveTo>
                <a:cubicBezTo>
                  <a:pt x="108240" y="-34962"/>
                  <a:pt x="274944" y="15178"/>
                  <a:pt x="386644" y="0"/>
                </a:cubicBezTo>
                <a:cubicBezTo>
                  <a:pt x="405308" y="181776"/>
                  <a:pt x="370495" y="290923"/>
                  <a:pt x="386644" y="369332"/>
                </a:cubicBezTo>
                <a:cubicBezTo>
                  <a:pt x="259695" y="399388"/>
                  <a:pt x="84613" y="327027"/>
                  <a:pt x="0" y="369332"/>
                </a:cubicBezTo>
                <a:cubicBezTo>
                  <a:pt x="-43507" y="216184"/>
                  <a:pt x="29250" y="76483"/>
                  <a:pt x="0" y="0"/>
                </a:cubicBezTo>
                <a:close/>
              </a:path>
              <a:path w="386644" h="369332" stroke="0" extrusionOk="0">
                <a:moveTo>
                  <a:pt x="0" y="0"/>
                </a:moveTo>
                <a:cubicBezTo>
                  <a:pt x="128469" y="-29773"/>
                  <a:pt x="260701" y="34815"/>
                  <a:pt x="386644" y="0"/>
                </a:cubicBezTo>
                <a:cubicBezTo>
                  <a:pt x="397557" y="177237"/>
                  <a:pt x="347352" y="256359"/>
                  <a:pt x="386644" y="369332"/>
                </a:cubicBezTo>
                <a:cubicBezTo>
                  <a:pt x="236925" y="386132"/>
                  <a:pt x="152520" y="368055"/>
                  <a:pt x="0" y="369332"/>
                </a:cubicBezTo>
                <a:cubicBezTo>
                  <a:pt x="-42990" y="232685"/>
                  <a:pt x="35537" y="87669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478454114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IN" dirty="0"/>
              <a:t>-2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E2DE5C6A-D484-3F03-EC6E-5A3D8D2DD9C9}"/>
              </a:ext>
            </a:extLst>
          </p:cNvPr>
          <p:cNvSpPr/>
          <p:nvPr/>
        </p:nvSpPr>
        <p:spPr>
          <a:xfrm>
            <a:off x="1194126" y="3868208"/>
            <a:ext cx="9803748" cy="2624667"/>
          </a:xfrm>
          <a:custGeom>
            <a:avLst/>
            <a:gdLst>
              <a:gd name="csX0" fmla="*/ 0 w 9803748"/>
              <a:gd name="csY0" fmla="*/ 437453 h 2624667"/>
              <a:gd name="csX1" fmla="*/ 437453 w 9803748"/>
              <a:gd name="csY1" fmla="*/ 0 h 2624667"/>
              <a:gd name="csX2" fmla="*/ 854132 w 9803748"/>
              <a:gd name="csY2" fmla="*/ 0 h 2624667"/>
              <a:gd name="csX3" fmla="*/ 1627965 w 9803748"/>
              <a:gd name="csY3" fmla="*/ 0 h 2624667"/>
              <a:gd name="csX4" fmla="*/ 2401798 w 9803748"/>
              <a:gd name="csY4" fmla="*/ 0 h 2624667"/>
              <a:gd name="csX5" fmla="*/ 3086343 w 9803748"/>
              <a:gd name="csY5" fmla="*/ 0 h 2624667"/>
              <a:gd name="csX6" fmla="*/ 3681599 w 9803748"/>
              <a:gd name="csY6" fmla="*/ 0 h 2624667"/>
              <a:gd name="csX7" fmla="*/ 4008990 w 9803748"/>
              <a:gd name="csY7" fmla="*/ 0 h 2624667"/>
              <a:gd name="csX8" fmla="*/ 4693534 w 9803748"/>
              <a:gd name="csY8" fmla="*/ 0 h 2624667"/>
              <a:gd name="csX9" fmla="*/ 5110214 w 9803748"/>
              <a:gd name="csY9" fmla="*/ 0 h 2624667"/>
              <a:gd name="csX10" fmla="*/ 5437605 w 9803748"/>
              <a:gd name="csY10" fmla="*/ 0 h 2624667"/>
              <a:gd name="csX11" fmla="*/ 5854284 w 9803748"/>
              <a:gd name="csY11" fmla="*/ 0 h 2624667"/>
              <a:gd name="csX12" fmla="*/ 6270963 w 9803748"/>
              <a:gd name="csY12" fmla="*/ 0 h 2624667"/>
              <a:gd name="csX13" fmla="*/ 6598354 w 9803748"/>
              <a:gd name="csY13" fmla="*/ 0 h 2624667"/>
              <a:gd name="csX14" fmla="*/ 7282899 w 9803748"/>
              <a:gd name="csY14" fmla="*/ 0 h 2624667"/>
              <a:gd name="csX15" fmla="*/ 7788866 w 9803748"/>
              <a:gd name="csY15" fmla="*/ 0 h 2624667"/>
              <a:gd name="csX16" fmla="*/ 8205546 w 9803748"/>
              <a:gd name="csY16" fmla="*/ 0 h 2624667"/>
              <a:gd name="csX17" fmla="*/ 8622225 w 9803748"/>
              <a:gd name="csY17" fmla="*/ 0 h 2624667"/>
              <a:gd name="csX18" fmla="*/ 9366295 w 9803748"/>
              <a:gd name="csY18" fmla="*/ 0 h 2624667"/>
              <a:gd name="csX19" fmla="*/ 9803748 w 9803748"/>
              <a:gd name="csY19" fmla="*/ 437453 h 2624667"/>
              <a:gd name="csX20" fmla="*/ 9803748 w 9803748"/>
              <a:gd name="csY20" fmla="*/ 968214 h 2624667"/>
              <a:gd name="csX21" fmla="*/ 9803748 w 9803748"/>
              <a:gd name="csY21" fmla="*/ 1516472 h 2624667"/>
              <a:gd name="csX22" fmla="*/ 9803748 w 9803748"/>
              <a:gd name="csY22" fmla="*/ 2187214 h 2624667"/>
              <a:gd name="csX23" fmla="*/ 9366295 w 9803748"/>
              <a:gd name="csY23" fmla="*/ 2624667 h 2624667"/>
              <a:gd name="csX24" fmla="*/ 8949616 w 9803748"/>
              <a:gd name="csY24" fmla="*/ 2624667 h 2624667"/>
              <a:gd name="csX25" fmla="*/ 8443648 w 9803748"/>
              <a:gd name="csY25" fmla="*/ 2624667 h 2624667"/>
              <a:gd name="csX26" fmla="*/ 7848392 w 9803748"/>
              <a:gd name="csY26" fmla="*/ 2624667 h 2624667"/>
              <a:gd name="csX27" fmla="*/ 7431713 w 9803748"/>
              <a:gd name="csY27" fmla="*/ 2624667 h 2624667"/>
              <a:gd name="csX28" fmla="*/ 6925745 w 9803748"/>
              <a:gd name="csY28" fmla="*/ 2624667 h 2624667"/>
              <a:gd name="csX29" fmla="*/ 6151912 w 9803748"/>
              <a:gd name="csY29" fmla="*/ 2624667 h 2624667"/>
              <a:gd name="csX30" fmla="*/ 5556656 w 9803748"/>
              <a:gd name="csY30" fmla="*/ 2624667 h 2624667"/>
              <a:gd name="csX31" fmla="*/ 5139976 w 9803748"/>
              <a:gd name="csY31" fmla="*/ 2624667 h 2624667"/>
              <a:gd name="csX32" fmla="*/ 4366143 w 9803748"/>
              <a:gd name="csY32" fmla="*/ 2624667 h 2624667"/>
              <a:gd name="csX33" fmla="*/ 4038753 w 9803748"/>
              <a:gd name="csY33" fmla="*/ 2624667 h 2624667"/>
              <a:gd name="csX34" fmla="*/ 3354208 w 9803748"/>
              <a:gd name="csY34" fmla="*/ 2624667 h 2624667"/>
              <a:gd name="csX35" fmla="*/ 2937529 w 9803748"/>
              <a:gd name="csY35" fmla="*/ 2624667 h 2624667"/>
              <a:gd name="csX36" fmla="*/ 2342273 w 9803748"/>
              <a:gd name="csY36" fmla="*/ 2624667 h 2624667"/>
              <a:gd name="csX37" fmla="*/ 1568440 w 9803748"/>
              <a:gd name="csY37" fmla="*/ 2624667 h 2624667"/>
              <a:gd name="csX38" fmla="*/ 437453 w 9803748"/>
              <a:gd name="csY38" fmla="*/ 2624667 h 2624667"/>
              <a:gd name="csX39" fmla="*/ 0 w 9803748"/>
              <a:gd name="csY39" fmla="*/ 2187214 h 2624667"/>
              <a:gd name="csX40" fmla="*/ 0 w 9803748"/>
              <a:gd name="csY40" fmla="*/ 1586463 h 2624667"/>
              <a:gd name="csX41" fmla="*/ 0 w 9803748"/>
              <a:gd name="csY41" fmla="*/ 1020707 h 2624667"/>
              <a:gd name="csX42" fmla="*/ 0 w 9803748"/>
              <a:gd name="csY42" fmla="*/ 437453 h 26246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</a:cxnLst>
            <a:rect l="l" t="t" r="r" b="b"/>
            <a:pathLst>
              <a:path w="9803748" h="2624667" extrusionOk="0">
                <a:moveTo>
                  <a:pt x="0" y="437453"/>
                </a:moveTo>
                <a:cubicBezTo>
                  <a:pt x="21580" y="231196"/>
                  <a:pt x="239351" y="-9869"/>
                  <a:pt x="437453" y="0"/>
                </a:cubicBezTo>
                <a:cubicBezTo>
                  <a:pt x="565088" y="-2056"/>
                  <a:pt x="700528" y="25967"/>
                  <a:pt x="854132" y="0"/>
                </a:cubicBezTo>
                <a:cubicBezTo>
                  <a:pt x="1007736" y="-25967"/>
                  <a:pt x="1379604" y="82339"/>
                  <a:pt x="1627965" y="0"/>
                </a:cubicBezTo>
                <a:cubicBezTo>
                  <a:pt x="1876326" y="-82339"/>
                  <a:pt x="2044263" y="68542"/>
                  <a:pt x="2401798" y="0"/>
                </a:cubicBezTo>
                <a:cubicBezTo>
                  <a:pt x="2759333" y="-68542"/>
                  <a:pt x="2914570" y="13924"/>
                  <a:pt x="3086343" y="0"/>
                </a:cubicBezTo>
                <a:cubicBezTo>
                  <a:pt x="3258117" y="-13924"/>
                  <a:pt x="3467942" y="52627"/>
                  <a:pt x="3681599" y="0"/>
                </a:cubicBezTo>
                <a:cubicBezTo>
                  <a:pt x="3895256" y="-52627"/>
                  <a:pt x="3864434" y="17919"/>
                  <a:pt x="4008990" y="0"/>
                </a:cubicBezTo>
                <a:cubicBezTo>
                  <a:pt x="4153546" y="-17919"/>
                  <a:pt x="4466892" y="62117"/>
                  <a:pt x="4693534" y="0"/>
                </a:cubicBezTo>
                <a:cubicBezTo>
                  <a:pt x="4920176" y="-62117"/>
                  <a:pt x="4908399" y="12057"/>
                  <a:pt x="5110214" y="0"/>
                </a:cubicBezTo>
                <a:cubicBezTo>
                  <a:pt x="5312029" y="-12057"/>
                  <a:pt x="5337835" y="1981"/>
                  <a:pt x="5437605" y="0"/>
                </a:cubicBezTo>
                <a:cubicBezTo>
                  <a:pt x="5537375" y="-1981"/>
                  <a:pt x="5690214" y="24743"/>
                  <a:pt x="5854284" y="0"/>
                </a:cubicBezTo>
                <a:cubicBezTo>
                  <a:pt x="6018354" y="-24743"/>
                  <a:pt x="6084718" y="356"/>
                  <a:pt x="6270963" y="0"/>
                </a:cubicBezTo>
                <a:cubicBezTo>
                  <a:pt x="6457208" y="-356"/>
                  <a:pt x="6529476" y="35237"/>
                  <a:pt x="6598354" y="0"/>
                </a:cubicBezTo>
                <a:cubicBezTo>
                  <a:pt x="6667232" y="-35237"/>
                  <a:pt x="7026199" y="51125"/>
                  <a:pt x="7282899" y="0"/>
                </a:cubicBezTo>
                <a:cubicBezTo>
                  <a:pt x="7539599" y="-51125"/>
                  <a:pt x="7550233" y="12736"/>
                  <a:pt x="7788866" y="0"/>
                </a:cubicBezTo>
                <a:cubicBezTo>
                  <a:pt x="8027499" y="-12736"/>
                  <a:pt x="8064175" y="33909"/>
                  <a:pt x="8205546" y="0"/>
                </a:cubicBezTo>
                <a:cubicBezTo>
                  <a:pt x="8346917" y="-33909"/>
                  <a:pt x="8500645" y="43160"/>
                  <a:pt x="8622225" y="0"/>
                </a:cubicBezTo>
                <a:cubicBezTo>
                  <a:pt x="8743805" y="-43160"/>
                  <a:pt x="9028547" y="4513"/>
                  <a:pt x="9366295" y="0"/>
                </a:cubicBezTo>
                <a:cubicBezTo>
                  <a:pt x="9606523" y="17526"/>
                  <a:pt x="9791006" y="199408"/>
                  <a:pt x="9803748" y="437453"/>
                </a:cubicBezTo>
                <a:cubicBezTo>
                  <a:pt x="9851272" y="700610"/>
                  <a:pt x="9768787" y="721542"/>
                  <a:pt x="9803748" y="968214"/>
                </a:cubicBezTo>
                <a:cubicBezTo>
                  <a:pt x="9838709" y="1214886"/>
                  <a:pt x="9785784" y="1259559"/>
                  <a:pt x="9803748" y="1516472"/>
                </a:cubicBezTo>
                <a:cubicBezTo>
                  <a:pt x="9821712" y="1773385"/>
                  <a:pt x="9728627" y="1946892"/>
                  <a:pt x="9803748" y="2187214"/>
                </a:cubicBezTo>
                <a:cubicBezTo>
                  <a:pt x="9794898" y="2456014"/>
                  <a:pt x="9580910" y="2612466"/>
                  <a:pt x="9366295" y="2624667"/>
                </a:cubicBezTo>
                <a:cubicBezTo>
                  <a:pt x="9168125" y="2662514"/>
                  <a:pt x="9099313" y="2584331"/>
                  <a:pt x="8949616" y="2624667"/>
                </a:cubicBezTo>
                <a:cubicBezTo>
                  <a:pt x="8799919" y="2665003"/>
                  <a:pt x="8552889" y="2616851"/>
                  <a:pt x="8443648" y="2624667"/>
                </a:cubicBezTo>
                <a:cubicBezTo>
                  <a:pt x="8334407" y="2632483"/>
                  <a:pt x="8110584" y="2583921"/>
                  <a:pt x="7848392" y="2624667"/>
                </a:cubicBezTo>
                <a:cubicBezTo>
                  <a:pt x="7586200" y="2665413"/>
                  <a:pt x="7560755" y="2586427"/>
                  <a:pt x="7431713" y="2624667"/>
                </a:cubicBezTo>
                <a:cubicBezTo>
                  <a:pt x="7302671" y="2662907"/>
                  <a:pt x="7129257" y="2592525"/>
                  <a:pt x="6925745" y="2624667"/>
                </a:cubicBezTo>
                <a:cubicBezTo>
                  <a:pt x="6722233" y="2656809"/>
                  <a:pt x="6369309" y="2532101"/>
                  <a:pt x="6151912" y="2624667"/>
                </a:cubicBezTo>
                <a:cubicBezTo>
                  <a:pt x="5934515" y="2717233"/>
                  <a:pt x="5736774" y="2610613"/>
                  <a:pt x="5556656" y="2624667"/>
                </a:cubicBezTo>
                <a:cubicBezTo>
                  <a:pt x="5376538" y="2638721"/>
                  <a:pt x="5263398" y="2618207"/>
                  <a:pt x="5139976" y="2624667"/>
                </a:cubicBezTo>
                <a:cubicBezTo>
                  <a:pt x="5016554" y="2631127"/>
                  <a:pt x="4656388" y="2598939"/>
                  <a:pt x="4366143" y="2624667"/>
                </a:cubicBezTo>
                <a:cubicBezTo>
                  <a:pt x="4075898" y="2650395"/>
                  <a:pt x="4170015" y="2601066"/>
                  <a:pt x="4038753" y="2624667"/>
                </a:cubicBezTo>
                <a:cubicBezTo>
                  <a:pt x="3907491" y="2648268"/>
                  <a:pt x="3657598" y="2580712"/>
                  <a:pt x="3354208" y="2624667"/>
                </a:cubicBezTo>
                <a:cubicBezTo>
                  <a:pt x="3050819" y="2668622"/>
                  <a:pt x="3076182" y="2603244"/>
                  <a:pt x="2937529" y="2624667"/>
                </a:cubicBezTo>
                <a:cubicBezTo>
                  <a:pt x="2798876" y="2646090"/>
                  <a:pt x="2538755" y="2593681"/>
                  <a:pt x="2342273" y="2624667"/>
                </a:cubicBezTo>
                <a:cubicBezTo>
                  <a:pt x="2145791" y="2655653"/>
                  <a:pt x="1846426" y="2548004"/>
                  <a:pt x="1568440" y="2624667"/>
                </a:cubicBezTo>
                <a:cubicBezTo>
                  <a:pt x="1290454" y="2701330"/>
                  <a:pt x="807106" y="2503088"/>
                  <a:pt x="437453" y="2624667"/>
                </a:cubicBezTo>
                <a:cubicBezTo>
                  <a:pt x="148248" y="2678577"/>
                  <a:pt x="2338" y="2434534"/>
                  <a:pt x="0" y="2187214"/>
                </a:cubicBezTo>
                <a:cubicBezTo>
                  <a:pt x="-17180" y="2042259"/>
                  <a:pt x="21692" y="1715342"/>
                  <a:pt x="0" y="1586463"/>
                </a:cubicBezTo>
                <a:cubicBezTo>
                  <a:pt x="-21692" y="1457584"/>
                  <a:pt x="11868" y="1272006"/>
                  <a:pt x="0" y="1020707"/>
                </a:cubicBezTo>
                <a:cubicBezTo>
                  <a:pt x="-11868" y="769408"/>
                  <a:pt x="50898" y="693189"/>
                  <a:pt x="0" y="437453"/>
                </a:cubicBezTo>
                <a:close/>
              </a:path>
            </a:pathLst>
          </a:custGeom>
          <a:noFill/>
          <a:ln>
            <a:prstDash val="sysDash"/>
            <a:extLst>
              <a:ext uri="{C807C97D-BFC1-408E-A445-0C87EB9F89A2}">
                <ask:lineSketchStyleProps xmlns:ask="http://schemas.microsoft.com/office/drawing/2018/sketchyshapes" sd="754196178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5CD1FF80-A2AB-49A3-4F8C-112B998C1AA2}"/>
              </a:ext>
            </a:extLst>
          </p:cNvPr>
          <p:cNvSpPr/>
          <p:nvPr/>
        </p:nvSpPr>
        <p:spPr>
          <a:xfrm>
            <a:off x="6778914" y="4162614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10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75276644-2C8A-B776-3865-B83D3C5D3BE7}"/>
              </a:ext>
            </a:extLst>
          </p:cNvPr>
          <p:cNvSpPr/>
          <p:nvPr/>
        </p:nvSpPr>
        <p:spPr>
          <a:xfrm>
            <a:off x="6392349" y="4768612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8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C697584-9DAF-953A-9739-D490599CED2C}"/>
              </a:ext>
            </a:extLst>
          </p:cNvPr>
          <p:cNvCxnSpPr>
            <a:cxnSpLocks/>
            <a:stCxn id="41" idx="0"/>
          </p:cNvCxnSpPr>
          <p:nvPr/>
        </p:nvCxnSpPr>
        <p:spPr>
          <a:xfrm flipH="1" flipV="1">
            <a:off x="7110818" y="4469213"/>
            <a:ext cx="262051" cy="29939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00D144B-0A34-05D5-EDF0-E1CD3986CA22}"/>
              </a:ext>
            </a:extLst>
          </p:cNvPr>
          <p:cNvCxnSpPr>
            <a:cxnSpLocks/>
            <a:stCxn id="34" idx="3"/>
            <a:endCxn id="35" idx="0"/>
          </p:cNvCxnSpPr>
          <p:nvPr/>
        </p:nvCxnSpPr>
        <p:spPr>
          <a:xfrm flipH="1">
            <a:off x="6571951" y="4469213"/>
            <a:ext cx="259567" cy="29939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004B1A17-207C-322E-92C2-44770664CA9A}"/>
              </a:ext>
            </a:extLst>
          </p:cNvPr>
          <p:cNvSpPr/>
          <p:nvPr/>
        </p:nvSpPr>
        <p:spPr>
          <a:xfrm>
            <a:off x="7193267" y="4768612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15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722DDCAA-6BA6-F1EF-44D1-2C1D996808A1}"/>
              </a:ext>
            </a:extLst>
          </p:cNvPr>
          <p:cNvSpPr/>
          <p:nvPr/>
        </p:nvSpPr>
        <p:spPr>
          <a:xfrm>
            <a:off x="7527351" y="5368735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25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0A75E4B0-A86E-F800-B462-4DB649D9BDAC}"/>
              </a:ext>
            </a:extLst>
          </p:cNvPr>
          <p:cNvSpPr/>
          <p:nvPr/>
        </p:nvSpPr>
        <p:spPr>
          <a:xfrm>
            <a:off x="7858962" y="5981536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30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918BF23-7BE5-BD37-AC91-C11EDE09FCFD}"/>
              </a:ext>
            </a:extLst>
          </p:cNvPr>
          <p:cNvCxnSpPr>
            <a:cxnSpLocks/>
            <a:stCxn id="44" idx="0"/>
            <a:endCxn id="41" idx="5"/>
          </p:cNvCxnSpPr>
          <p:nvPr/>
        </p:nvCxnSpPr>
        <p:spPr>
          <a:xfrm flipH="1" flipV="1">
            <a:off x="7499866" y="5075211"/>
            <a:ext cx="207087" cy="2935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F788095E-7145-6308-09EE-12B98B4097E0}"/>
              </a:ext>
            </a:extLst>
          </p:cNvPr>
          <p:cNvCxnSpPr>
            <a:stCxn id="44" idx="5"/>
            <a:endCxn id="45" idx="0"/>
          </p:cNvCxnSpPr>
          <p:nvPr/>
        </p:nvCxnSpPr>
        <p:spPr>
          <a:xfrm>
            <a:off x="7833950" y="5675334"/>
            <a:ext cx="204614" cy="3062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Oval 48">
            <a:extLst>
              <a:ext uri="{FF2B5EF4-FFF2-40B4-BE49-F238E27FC236}">
                <a16:creationId xmlns:a16="http://schemas.microsoft.com/office/drawing/2014/main" id="{340C2DDE-C149-A997-5589-0A2297BD1671}"/>
              </a:ext>
            </a:extLst>
          </p:cNvPr>
          <p:cNvSpPr/>
          <p:nvPr/>
        </p:nvSpPr>
        <p:spPr>
          <a:xfrm>
            <a:off x="6885441" y="5342933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13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3F61328B-474E-A422-E85A-7C41855EC3C9}"/>
              </a:ext>
            </a:extLst>
          </p:cNvPr>
          <p:cNvCxnSpPr>
            <a:cxnSpLocks/>
            <a:stCxn id="41" idx="3"/>
            <a:endCxn id="49" idx="0"/>
          </p:cNvCxnSpPr>
          <p:nvPr/>
        </p:nvCxnSpPr>
        <p:spPr>
          <a:xfrm flipH="1">
            <a:off x="7065043" y="5075211"/>
            <a:ext cx="180828" cy="2677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>
            <a:extLst>
              <a:ext uri="{FF2B5EF4-FFF2-40B4-BE49-F238E27FC236}">
                <a16:creationId xmlns:a16="http://schemas.microsoft.com/office/drawing/2014/main" id="{E0CE1313-33CA-FDFC-C76B-1D64085DFC7F}"/>
              </a:ext>
            </a:extLst>
          </p:cNvPr>
          <p:cNvSpPr/>
          <p:nvPr/>
        </p:nvSpPr>
        <p:spPr>
          <a:xfrm>
            <a:off x="7244206" y="5981535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17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A7203F54-3F80-366B-CA10-969977C6829F}"/>
              </a:ext>
            </a:extLst>
          </p:cNvPr>
          <p:cNvCxnSpPr>
            <a:cxnSpLocks/>
            <a:stCxn id="44" idx="3"/>
            <a:endCxn id="52" idx="0"/>
          </p:cNvCxnSpPr>
          <p:nvPr/>
        </p:nvCxnSpPr>
        <p:spPr>
          <a:xfrm flipH="1">
            <a:off x="7423808" y="5675334"/>
            <a:ext cx="156147" cy="3062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>
            <a:extLst>
              <a:ext uri="{FF2B5EF4-FFF2-40B4-BE49-F238E27FC236}">
                <a16:creationId xmlns:a16="http://schemas.microsoft.com/office/drawing/2014/main" id="{11FA914E-9F4A-1F87-86C0-81D3521476CA}"/>
              </a:ext>
            </a:extLst>
          </p:cNvPr>
          <p:cNvSpPr/>
          <p:nvPr/>
        </p:nvSpPr>
        <p:spPr>
          <a:xfrm>
            <a:off x="9511267" y="4103207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15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1ECE99F9-F892-DAEB-1ED0-95B16807998C}"/>
              </a:ext>
            </a:extLst>
          </p:cNvPr>
          <p:cNvSpPr/>
          <p:nvPr/>
        </p:nvSpPr>
        <p:spPr>
          <a:xfrm>
            <a:off x="10031619" y="4703330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25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C1A87C97-750E-ECC3-4BCE-BDE1F7F3CF8E}"/>
              </a:ext>
            </a:extLst>
          </p:cNvPr>
          <p:cNvSpPr/>
          <p:nvPr/>
        </p:nvSpPr>
        <p:spPr>
          <a:xfrm>
            <a:off x="10363230" y="5316131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30</a:t>
            </a: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B4EFC748-B765-5AA5-5F8B-F0E868D0574A}"/>
              </a:ext>
            </a:extLst>
          </p:cNvPr>
          <p:cNvCxnSpPr>
            <a:cxnSpLocks/>
            <a:stCxn id="58" idx="0"/>
            <a:endCxn id="57" idx="5"/>
          </p:cNvCxnSpPr>
          <p:nvPr/>
        </p:nvCxnSpPr>
        <p:spPr>
          <a:xfrm flipH="1" flipV="1">
            <a:off x="9817866" y="4409806"/>
            <a:ext cx="393355" cy="2935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46114BA8-6A2C-A203-F30E-BFE0BC85EF21}"/>
              </a:ext>
            </a:extLst>
          </p:cNvPr>
          <p:cNvCxnSpPr>
            <a:stCxn id="58" idx="5"/>
            <a:endCxn id="59" idx="0"/>
          </p:cNvCxnSpPr>
          <p:nvPr/>
        </p:nvCxnSpPr>
        <p:spPr>
          <a:xfrm>
            <a:off x="10338218" y="5009929"/>
            <a:ext cx="204614" cy="3062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>
            <a:extLst>
              <a:ext uri="{FF2B5EF4-FFF2-40B4-BE49-F238E27FC236}">
                <a16:creationId xmlns:a16="http://schemas.microsoft.com/office/drawing/2014/main" id="{6CFCEAEF-25FF-379F-65E1-DA3B5F524AF5}"/>
              </a:ext>
            </a:extLst>
          </p:cNvPr>
          <p:cNvSpPr/>
          <p:nvPr/>
        </p:nvSpPr>
        <p:spPr>
          <a:xfrm>
            <a:off x="9318797" y="5334217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13</a:t>
            </a: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8AEAA409-ECB9-6986-FB45-E202E3E65332}"/>
              </a:ext>
            </a:extLst>
          </p:cNvPr>
          <p:cNvCxnSpPr>
            <a:cxnSpLocks/>
            <a:stCxn id="57" idx="3"/>
            <a:endCxn id="68" idx="0"/>
          </p:cNvCxnSpPr>
          <p:nvPr/>
        </p:nvCxnSpPr>
        <p:spPr>
          <a:xfrm flipH="1">
            <a:off x="9211014" y="4409806"/>
            <a:ext cx="352857" cy="28760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Oval 63">
            <a:extLst>
              <a:ext uri="{FF2B5EF4-FFF2-40B4-BE49-F238E27FC236}">
                <a16:creationId xmlns:a16="http://schemas.microsoft.com/office/drawing/2014/main" id="{93FF26DB-E409-28FF-49A5-C36BE0DA7BFD}"/>
              </a:ext>
            </a:extLst>
          </p:cNvPr>
          <p:cNvSpPr/>
          <p:nvPr/>
        </p:nvSpPr>
        <p:spPr>
          <a:xfrm>
            <a:off x="9751937" y="5328826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17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523FECFB-9DF3-A86C-4464-17550410319E}"/>
              </a:ext>
            </a:extLst>
          </p:cNvPr>
          <p:cNvCxnSpPr>
            <a:cxnSpLocks/>
            <a:stCxn id="58" idx="3"/>
            <a:endCxn id="64" idx="0"/>
          </p:cNvCxnSpPr>
          <p:nvPr/>
        </p:nvCxnSpPr>
        <p:spPr>
          <a:xfrm flipH="1">
            <a:off x="9931539" y="5009929"/>
            <a:ext cx="152684" cy="31889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Oval 67">
            <a:extLst>
              <a:ext uri="{FF2B5EF4-FFF2-40B4-BE49-F238E27FC236}">
                <a16:creationId xmlns:a16="http://schemas.microsoft.com/office/drawing/2014/main" id="{70CB4947-1CFB-27C0-E864-BAE6DFC5D06F}"/>
              </a:ext>
            </a:extLst>
          </p:cNvPr>
          <p:cNvSpPr/>
          <p:nvPr/>
        </p:nvSpPr>
        <p:spPr>
          <a:xfrm>
            <a:off x="9031412" y="4697409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10</a:t>
            </a: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088AD018-FBB9-B0F8-04E5-21811E4FF279}"/>
              </a:ext>
            </a:extLst>
          </p:cNvPr>
          <p:cNvSpPr/>
          <p:nvPr/>
        </p:nvSpPr>
        <p:spPr>
          <a:xfrm>
            <a:off x="8722881" y="5316129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8</a:t>
            </a: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21931330-DB59-54BB-F7E8-790A12F9D5BD}"/>
              </a:ext>
            </a:extLst>
          </p:cNvPr>
          <p:cNvCxnSpPr>
            <a:cxnSpLocks/>
            <a:stCxn id="68" idx="3"/>
            <a:endCxn id="69" idx="0"/>
          </p:cNvCxnSpPr>
          <p:nvPr/>
        </p:nvCxnSpPr>
        <p:spPr>
          <a:xfrm flipH="1">
            <a:off x="8902483" y="5004008"/>
            <a:ext cx="181533" cy="31212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BFBB7826-284C-04DC-5B21-2AE3753F0BFA}"/>
              </a:ext>
            </a:extLst>
          </p:cNvPr>
          <p:cNvCxnSpPr>
            <a:stCxn id="68" idx="5"/>
            <a:endCxn id="62" idx="0"/>
          </p:cNvCxnSpPr>
          <p:nvPr/>
        </p:nvCxnSpPr>
        <p:spPr>
          <a:xfrm>
            <a:off x="9338011" y="5004008"/>
            <a:ext cx="160388" cy="33020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Arrow: Curved Down 77">
            <a:extLst>
              <a:ext uri="{FF2B5EF4-FFF2-40B4-BE49-F238E27FC236}">
                <a16:creationId xmlns:a16="http://schemas.microsoft.com/office/drawing/2014/main" id="{0564E5ED-CFD7-6972-53DC-762B5710069B}"/>
              </a:ext>
            </a:extLst>
          </p:cNvPr>
          <p:cNvSpPr/>
          <p:nvPr/>
        </p:nvSpPr>
        <p:spPr>
          <a:xfrm>
            <a:off x="4972488" y="5160672"/>
            <a:ext cx="285651" cy="337608"/>
          </a:xfrm>
          <a:prstGeom prst="curvedDown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79" name="Arrow: Curved Right 78">
            <a:extLst>
              <a:ext uri="{FF2B5EF4-FFF2-40B4-BE49-F238E27FC236}">
                <a16:creationId xmlns:a16="http://schemas.microsoft.com/office/drawing/2014/main" id="{05EA88CD-946A-7ACA-77EA-FE0F57AE35AD}"/>
              </a:ext>
            </a:extLst>
          </p:cNvPr>
          <p:cNvSpPr/>
          <p:nvPr/>
        </p:nvSpPr>
        <p:spPr>
          <a:xfrm rot="5400000">
            <a:off x="6817561" y="4498218"/>
            <a:ext cx="281908" cy="406400"/>
          </a:xfrm>
          <a:prstGeom prst="curvedRight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3354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32" grpId="0" animBg="1"/>
      <p:bldP spid="34" grpId="0" animBg="1"/>
      <p:bldP spid="35" grpId="0" animBg="1"/>
      <p:bldP spid="41" grpId="0" animBg="1"/>
      <p:bldP spid="44" grpId="0" animBg="1"/>
      <p:bldP spid="45" grpId="0" animBg="1"/>
      <p:bldP spid="49" grpId="0" animBg="1"/>
      <p:bldP spid="52" grpId="0" animBg="1"/>
      <p:bldP spid="57" grpId="0" animBg="1"/>
      <p:bldP spid="58" grpId="0" animBg="1"/>
      <p:bldP spid="59" grpId="0" animBg="1"/>
      <p:bldP spid="62" grpId="0" animBg="1"/>
      <p:bldP spid="64" grpId="0" animBg="1"/>
      <p:bldP spid="68" grpId="0" animBg="1"/>
      <p:bldP spid="69" grpId="0" animBg="1"/>
      <p:bldP spid="78" grpId="0" animBg="1"/>
      <p:bldP spid="79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5DC61-FC4E-A355-B324-769140B42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Deletion in AVL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32A277-DB74-EBBC-C4BE-2E01C7BB07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289175"/>
          </a:xfrm>
        </p:spPr>
        <p:txBody>
          <a:bodyPr/>
          <a:lstStyle/>
          <a:p>
            <a:r>
              <a:rPr lang="en-IN" dirty="0"/>
              <a:t>Right-Right Heavy (RR)</a:t>
            </a:r>
          </a:p>
          <a:p>
            <a:pPr lvl="1"/>
            <a:r>
              <a:rPr lang="en-IN" dirty="0"/>
              <a:t>You </a:t>
            </a:r>
            <a:r>
              <a:rPr lang="en-IN" dirty="0">
                <a:highlight>
                  <a:srgbClr val="FFFF00"/>
                </a:highlight>
              </a:rPr>
              <a:t>deleted a node from the Left subtree</a:t>
            </a:r>
            <a:r>
              <a:rPr lang="en-IN" dirty="0"/>
              <a:t> of the parent. </a:t>
            </a:r>
          </a:p>
          <a:p>
            <a:pPr lvl="1"/>
            <a:r>
              <a:rPr lang="en-IN" dirty="0"/>
              <a:t>This leaves the </a:t>
            </a:r>
            <a:r>
              <a:rPr lang="en-IN" dirty="0">
                <a:highlight>
                  <a:srgbClr val="FFFF00"/>
                </a:highlight>
              </a:rPr>
              <a:t>Right subtree much heavier.</a:t>
            </a:r>
          </a:p>
          <a:p>
            <a:r>
              <a:rPr lang="en-IN" dirty="0">
                <a:highlight>
                  <a:srgbClr val="FF00FF"/>
                </a:highlight>
              </a:rPr>
              <a:t>Solution: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A single </a:t>
            </a:r>
            <a:r>
              <a:rPr lang="en-IN" dirty="0">
                <a:highlight>
                  <a:srgbClr val="FFFF00"/>
                </a:highlight>
              </a:rPr>
              <a:t>Left Rotation </a:t>
            </a:r>
            <a:r>
              <a:rPr lang="en-IN" dirty="0"/>
              <a:t>around the Parent node.</a:t>
            </a:r>
          </a:p>
          <a:p>
            <a:endParaRPr lang="en-IN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648D711-84BC-AB0E-F023-98399E4CCC80}"/>
              </a:ext>
            </a:extLst>
          </p:cNvPr>
          <p:cNvSpPr/>
          <p:nvPr/>
        </p:nvSpPr>
        <p:spPr>
          <a:xfrm>
            <a:off x="2176618" y="4526332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15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F852250-EBB4-80DF-3482-B5691E3B9394}"/>
              </a:ext>
            </a:extLst>
          </p:cNvPr>
          <p:cNvSpPr/>
          <p:nvPr/>
        </p:nvSpPr>
        <p:spPr>
          <a:xfrm>
            <a:off x="2696970" y="5126455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25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EDF0777-AE3B-347B-2EF9-54A905E207B7}"/>
              </a:ext>
            </a:extLst>
          </p:cNvPr>
          <p:cNvSpPr/>
          <p:nvPr/>
        </p:nvSpPr>
        <p:spPr>
          <a:xfrm>
            <a:off x="3028581" y="5739256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30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3FD06A-7998-8F04-7548-16DC6DAA258B}"/>
              </a:ext>
            </a:extLst>
          </p:cNvPr>
          <p:cNvCxnSpPr>
            <a:cxnSpLocks/>
            <a:stCxn id="5" idx="0"/>
            <a:endCxn id="4" idx="5"/>
          </p:cNvCxnSpPr>
          <p:nvPr/>
        </p:nvCxnSpPr>
        <p:spPr>
          <a:xfrm flipH="1" flipV="1">
            <a:off x="2483217" y="4832931"/>
            <a:ext cx="393355" cy="2935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343D2-932C-D8C0-DB2F-63EA23340BB9}"/>
              </a:ext>
            </a:extLst>
          </p:cNvPr>
          <p:cNvCxnSpPr>
            <a:stCxn id="5" idx="5"/>
            <a:endCxn id="6" idx="0"/>
          </p:cNvCxnSpPr>
          <p:nvPr/>
        </p:nvCxnSpPr>
        <p:spPr>
          <a:xfrm>
            <a:off x="3003569" y="5433054"/>
            <a:ext cx="204614" cy="3062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A70498AC-C6AC-77A1-AE78-CBF5CFBD595D}"/>
              </a:ext>
            </a:extLst>
          </p:cNvPr>
          <p:cNvSpPr/>
          <p:nvPr/>
        </p:nvSpPr>
        <p:spPr>
          <a:xfrm>
            <a:off x="1984148" y="5757342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13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626898A-C95F-E129-38DF-AF1E8FDA5BD7}"/>
              </a:ext>
            </a:extLst>
          </p:cNvPr>
          <p:cNvCxnSpPr>
            <a:cxnSpLocks/>
            <a:stCxn id="4" idx="3"/>
            <a:endCxn id="13" idx="0"/>
          </p:cNvCxnSpPr>
          <p:nvPr/>
        </p:nvCxnSpPr>
        <p:spPr>
          <a:xfrm flipH="1">
            <a:off x="1876365" y="4832931"/>
            <a:ext cx="352857" cy="28760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1442587E-4AAB-3433-D578-898382446F22}"/>
              </a:ext>
            </a:extLst>
          </p:cNvPr>
          <p:cNvSpPr/>
          <p:nvPr/>
        </p:nvSpPr>
        <p:spPr>
          <a:xfrm>
            <a:off x="2417288" y="5751951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17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DE0BFD9-D81A-57A3-B705-8DAB5FF1CFFA}"/>
              </a:ext>
            </a:extLst>
          </p:cNvPr>
          <p:cNvCxnSpPr>
            <a:cxnSpLocks/>
            <a:stCxn id="5" idx="3"/>
            <a:endCxn id="11" idx="0"/>
          </p:cNvCxnSpPr>
          <p:nvPr/>
        </p:nvCxnSpPr>
        <p:spPr>
          <a:xfrm flipH="1">
            <a:off x="2596890" y="5433054"/>
            <a:ext cx="152684" cy="31889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D67A23D8-D0D5-0586-AD65-6AF1A5057C5F}"/>
              </a:ext>
            </a:extLst>
          </p:cNvPr>
          <p:cNvSpPr/>
          <p:nvPr/>
        </p:nvSpPr>
        <p:spPr>
          <a:xfrm>
            <a:off x="1696763" y="5120534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10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60BFF47-5F9C-C0D8-4757-BF4CB09B709E}"/>
              </a:ext>
            </a:extLst>
          </p:cNvPr>
          <p:cNvSpPr/>
          <p:nvPr/>
        </p:nvSpPr>
        <p:spPr>
          <a:xfrm>
            <a:off x="1388232" y="5739254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8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5BEB5EA-CB64-DE1B-634A-98DD95262558}"/>
              </a:ext>
            </a:extLst>
          </p:cNvPr>
          <p:cNvCxnSpPr>
            <a:cxnSpLocks/>
            <a:stCxn id="13" idx="3"/>
            <a:endCxn id="14" idx="0"/>
          </p:cNvCxnSpPr>
          <p:nvPr/>
        </p:nvCxnSpPr>
        <p:spPr>
          <a:xfrm flipH="1">
            <a:off x="1567834" y="5427133"/>
            <a:ext cx="181533" cy="31212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728F083-7E7D-CE35-9613-DA285CB0EC72}"/>
              </a:ext>
            </a:extLst>
          </p:cNvPr>
          <p:cNvCxnSpPr>
            <a:stCxn id="13" idx="5"/>
            <a:endCxn id="9" idx="0"/>
          </p:cNvCxnSpPr>
          <p:nvPr/>
        </p:nvCxnSpPr>
        <p:spPr>
          <a:xfrm>
            <a:off x="2003362" y="5427133"/>
            <a:ext cx="160388" cy="33020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416AE006-4C4D-0B5A-4AF4-E0EE0159E310}"/>
              </a:ext>
            </a:extLst>
          </p:cNvPr>
          <p:cNvSpPr/>
          <p:nvPr/>
        </p:nvSpPr>
        <p:spPr>
          <a:xfrm>
            <a:off x="4307277" y="4551722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15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11710D2-6932-D3F1-C574-D781A43AC4E6}"/>
              </a:ext>
            </a:extLst>
          </p:cNvPr>
          <p:cNvSpPr/>
          <p:nvPr/>
        </p:nvSpPr>
        <p:spPr>
          <a:xfrm>
            <a:off x="4827629" y="5151845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25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AE8D2B1-5C7F-0454-7068-B34BD02993A5}"/>
              </a:ext>
            </a:extLst>
          </p:cNvPr>
          <p:cNvSpPr/>
          <p:nvPr/>
        </p:nvSpPr>
        <p:spPr>
          <a:xfrm>
            <a:off x="5159240" y="5764646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30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30D397E-22CF-3222-34A2-4CC22907FDFD}"/>
              </a:ext>
            </a:extLst>
          </p:cNvPr>
          <p:cNvCxnSpPr>
            <a:cxnSpLocks/>
            <a:stCxn id="18" idx="0"/>
            <a:endCxn id="17" idx="5"/>
          </p:cNvCxnSpPr>
          <p:nvPr/>
        </p:nvCxnSpPr>
        <p:spPr>
          <a:xfrm flipH="1" flipV="1">
            <a:off x="4613876" y="4858321"/>
            <a:ext cx="393355" cy="2935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4CFBE57-E2A9-1E56-84CD-FDE9F8F6F222}"/>
              </a:ext>
            </a:extLst>
          </p:cNvPr>
          <p:cNvCxnSpPr>
            <a:stCxn id="18" idx="5"/>
            <a:endCxn id="19" idx="0"/>
          </p:cNvCxnSpPr>
          <p:nvPr/>
        </p:nvCxnSpPr>
        <p:spPr>
          <a:xfrm>
            <a:off x="5134228" y="5458444"/>
            <a:ext cx="204614" cy="3062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7D9AA82B-D2D0-4FCF-2602-72DA49110809}"/>
              </a:ext>
            </a:extLst>
          </p:cNvPr>
          <p:cNvSpPr/>
          <p:nvPr/>
        </p:nvSpPr>
        <p:spPr>
          <a:xfrm>
            <a:off x="4114807" y="5782732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13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D2B863C-5A40-A388-2F04-3E64F8E29FE7}"/>
              </a:ext>
            </a:extLst>
          </p:cNvPr>
          <p:cNvCxnSpPr>
            <a:cxnSpLocks/>
            <a:stCxn id="17" idx="3"/>
            <a:endCxn id="26" idx="0"/>
          </p:cNvCxnSpPr>
          <p:nvPr/>
        </p:nvCxnSpPr>
        <p:spPr>
          <a:xfrm flipH="1">
            <a:off x="4007024" y="4858321"/>
            <a:ext cx="352857" cy="28760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8596219E-8372-2FAC-6547-BBF68D8CAFAC}"/>
              </a:ext>
            </a:extLst>
          </p:cNvPr>
          <p:cNvSpPr/>
          <p:nvPr/>
        </p:nvSpPr>
        <p:spPr>
          <a:xfrm>
            <a:off x="4547947" y="5777341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17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EBC4C2F-CE5E-4E5A-845E-5724F717F410}"/>
              </a:ext>
            </a:extLst>
          </p:cNvPr>
          <p:cNvCxnSpPr>
            <a:cxnSpLocks/>
            <a:stCxn id="18" idx="3"/>
            <a:endCxn id="24" idx="0"/>
          </p:cNvCxnSpPr>
          <p:nvPr/>
        </p:nvCxnSpPr>
        <p:spPr>
          <a:xfrm flipH="1">
            <a:off x="4727549" y="5458444"/>
            <a:ext cx="152684" cy="31889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1070A585-1EF9-149F-99B3-EE2FBF3C2635}"/>
              </a:ext>
            </a:extLst>
          </p:cNvPr>
          <p:cNvSpPr/>
          <p:nvPr/>
        </p:nvSpPr>
        <p:spPr>
          <a:xfrm>
            <a:off x="3827422" y="5145924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10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0C4BB0F-0106-A419-039A-E2B9D57F4080}"/>
              </a:ext>
            </a:extLst>
          </p:cNvPr>
          <p:cNvCxnSpPr>
            <a:stCxn id="26" idx="5"/>
            <a:endCxn id="22" idx="0"/>
          </p:cNvCxnSpPr>
          <p:nvPr/>
        </p:nvCxnSpPr>
        <p:spPr>
          <a:xfrm>
            <a:off x="4134021" y="5452523"/>
            <a:ext cx="160388" cy="33020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1EFE4CEE-2B21-1238-94F3-990932078FF3}"/>
              </a:ext>
            </a:extLst>
          </p:cNvPr>
          <p:cNvSpPr/>
          <p:nvPr/>
        </p:nvSpPr>
        <p:spPr>
          <a:xfrm>
            <a:off x="6506775" y="4557113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15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CA01E37F-3F70-1817-FD06-65484BD93EFF}"/>
              </a:ext>
            </a:extLst>
          </p:cNvPr>
          <p:cNvSpPr/>
          <p:nvPr/>
        </p:nvSpPr>
        <p:spPr>
          <a:xfrm>
            <a:off x="7027127" y="5157236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25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7EBF5BD1-1ABB-847E-8F58-105EE7DC1DA7}"/>
              </a:ext>
            </a:extLst>
          </p:cNvPr>
          <p:cNvSpPr/>
          <p:nvPr/>
        </p:nvSpPr>
        <p:spPr>
          <a:xfrm>
            <a:off x="7358738" y="5770037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30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0C09E0C-51F2-34B0-FD7F-62D7A598D03B}"/>
              </a:ext>
            </a:extLst>
          </p:cNvPr>
          <p:cNvCxnSpPr>
            <a:cxnSpLocks/>
            <a:stCxn id="29" idx="0"/>
            <a:endCxn id="28" idx="5"/>
          </p:cNvCxnSpPr>
          <p:nvPr/>
        </p:nvCxnSpPr>
        <p:spPr>
          <a:xfrm flipH="1" flipV="1">
            <a:off x="6813374" y="4863712"/>
            <a:ext cx="393355" cy="2935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A599560-2C76-33DA-3DA2-B2396412DEE9}"/>
              </a:ext>
            </a:extLst>
          </p:cNvPr>
          <p:cNvCxnSpPr>
            <a:stCxn id="29" idx="5"/>
            <a:endCxn id="30" idx="0"/>
          </p:cNvCxnSpPr>
          <p:nvPr/>
        </p:nvCxnSpPr>
        <p:spPr>
          <a:xfrm>
            <a:off x="7333726" y="5463835"/>
            <a:ext cx="204614" cy="3062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D2EBBCC-B4C1-21E6-586E-1853196B96EE}"/>
              </a:ext>
            </a:extLst>
          </p:cNvPr>
          <p:cNvCxnSpPr>
            <a:cxnSpLocks/>
            <a:stCxn id="28" idx="3"/>
            <a:endCxn id="36" idx="0"/>
          </p:cNvCxnSpPr>
          <p:nvPr/>
        </p:nvCxnSpPr>
        <p:spPr>
          <a:xfrm flipH="1">
            <a:off x="6206522" y="4863712"/>
            <a:ext cx="352857" cy="28760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D889BD8D-2DCA-0C09-5361-BE03B10EC453}"/>
              </a:ext>
            </a:extLst>
          </p:cNvPr>
          <p:cNvSpPr/>
          <p:nvPr/>
        </p:nvSpPr>
        <p:spPr>
          <a:xfrm>
            <a:off x="6747445" y="5782732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17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E159EEF-C2D9-0C10-371C-90313E43DA75}"/>
              </a:ext>
            </a:extLst>
          </p:cNvPr>
          <p:cNvCxnSpPr>
            <a:cxnSpLocks/>
            <a:stCxn id="29" idx="3"/>
            <a:endCxn id="34" idx="0"/>
          </p:cNvCxnSpPr>
          <p:nvPr/>
        </p:nvCxnSpPr>
        <p:spPr>
          <a:xfrm flipH="1">
            <a:off x="6927047" y="5463835"/>
            <a:ext cx="152684" cy="31889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E9F93AAB-34C7-89CA-5BB0-332EF2F62723}"/>
              </a:ext>
            </a:extLst>
          </p:cNvPr>
          <p:cNvSpPr/>
          <p:nvPr/>
        </p:nvSpPr>
        <p:spPr>
          <a:xfrm>
            <a:off x="6026920" y="5151315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10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25F71DCF-E0E5-597C-4DFC-9EDE3CF1CE27}"/>
              </a:ext>
            </a:extLst>
          </p:cNvPr>
          <p:cNvSpPr/>
          <p:nvPr/>
        </p:nvSpPr>
        <p:spPr>
          <a:xfrm>
            <a:off x="8069401" y="4544418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15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721CC20D-4480-4E60-46EF-24BD999BC2D2}"/>
              </a:ext>
            </a:extLst>
          </p:cNvPr>
          <p:cNvSpPr/>
          <p:nvPr/>
        </p:nvSpPr>
        <p:spPr>
          <a:xfrm>
            <a:off x="8589753" y="5144541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25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B0D7EF5F-44C9-DC38-817C-AACD8F2F18FC}"/>
              </a:ext>
            </a:extLst>
          </p:cNvPr>
          <p:cNvSpPr/>
          <p:nvPr/>
        </p:nvSpPr>
        <p:spPr>
          <a:xfrm>
            <a:off x="8921364" y="5757342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30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221E3E1B-B4EF-6F48-B53F-DECE7166E079}"/>
              </a:ext>
            </a:extLst>
          </p:cNvPr>
          <p:cNvCxnSpPr>
            <a:cxnSpLocks/>
            <a:stCxn id="38" idx="0"/>
            <a:endCxn id="37" idx="5"/>
          </p:cNvCxnSpPr>
          <p:nvPr/>
        </p:nvCxnSpPr>
        <p:spPr>
          <a:xfrm flipH="1" flipV="1">
            <a:off x="8376000" y="4851017"/>
            <a:ext cx="393355" cy="2935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8BC842E-56E1-C0BF-9651-5B6E914C6536}"/>
              </a:ext>
            </a:extLst>
          </p:cNvPr>
          <p:cNvCxnSpPr>
            <a:stCxn id="38" idx="5"/>
            <a:endCxn id="39" idx="0"/>
          </p:cNvCxnSpPr>
          <p:nvPr/>
        </p:nvCxnSpPr>
        <p:spPr>
          <a:xfrm>
            <a:off x="8896352" y="5451140"/>
            <a:ext cx="204614" cy="3062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49583376-4511-272C-4BA1-E7DE992D820F}"/>
              </a:ext>
            </a:extLst>
          </p:cNvPr>
          <p:cNvSpPr/>
          <p:nvPr/>
        </p:nvSpPr>
        <p:spPr>
          <a:xfrm>
            <a:off x="8310071" y="5770037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17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0C0ED491-EFB8-209F-B1A7-385E3877ABF2}"/>
              </a:ext>
            </a:extLst>
          </p:cNvPr>
          <p:cNvCxnSpPr>
            <a:cxnSpLocks/>
            <a:stCxn id="38" idx="3"/>
            <a:endCxn id="42" idx="0"/>
          </p:cNvCxnSpPr>
          <p:nvPr/>
        </p:nvCxnSpPr>
        <p:spPr>
          <a:xfrm flipH="1">
            <a:off x="8489673" y="5451140"/>
            <a:ext cx="152684" cy="31889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F4F08FC7-3A2F-6A56-66E5-CF6D823A6B2A}"/>
              </a:ext>
            </a:extLst>
          </p:cNvPr>
          <p:cNvSpPr txBox="1"/>
          <p:nvPr/>
        </p:nvSpPr>
        <p:spPr>
          <a:xfrm>
            <a:off x="8354818" y="4249939"/>
            <a:ext cx="386644" cy="369332"/>
          </a:xfrm>
          <a:custGeom>
            <a:avLst/>
            <a:gdLst>
              <a:gd name="csX0" fmla="*/ 0 w 386644"/>
              <a:gd name="csY0" fmla="*/ 0 h 369332"/>
              <a:gd name="csX1" fmla="*/ 386644 w 386644"/>
              <a:gd name="csY1" fmla="*/ 0 h 369332"/>
              <a:gd name="csX2" fmla="*/ 386644 w 386644"/>
              <a:gd name="csY2" fmla="*/ 369332 h 369332"/>
              <a:gd name="csX3" fmla="*/ 0 w 386644"/>
              <a:gd name="csY3" fmla="*/ 369332 h 369332"/>
              <a:gd name="csX4" fmla="*/ 0 w 386644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86644" h="369332" fill="none" extrusionOk="0">
                <a:moveTo>
                  <a:pt x="0" y="0"/>
                </a:moveTo>
                <a:cubicBezTo>
                  <a:pt x="108240" y="-34962"/>
                  <a:pt x="274944" y="15178"/>
                  <a:pt x="386644" y="0"/>
                </a:cubicBezTo>
                <a:cubicBezTo>
                  <a:pt x="405308" y="181776"/>
                  <a:pt x="370495" y="290923"/>
                  <a:pt x="386644" y="369332"/>
                </a:cubicBezTo>
                <a:cubicBezTo>
                  <a:pt x="259695" y="399388"/>
                  <a:pt x="84613" y="327027"/>
                  <a:pt x="0" y="369332"/>
                </a:cubicBezTo>
                <a:cubicBezTo>
                  <a:pt x="-43507" y="216184"/>
                  <a:pt x="29250" y="76483"/>
                  <a:pt x="0" y="0"/>
                </a:cubicBezTo>
                <a:close/>
              </a:path>
              <a:path w="386644" h="369332" stroke="0" extrusionOk="0">
                <a:moveTo>
                  <a:pt x="0" y="0"/>
                </a:moveTo>
                <a:cubicBezTo>
                  <a:pt x="128469" y="-29773"/>
                  <a:pt x="260701" y="34815"/>
                  <a:pt x="386644" y="0"/>
                </a:cubicBezTo>
                <a:cubicBezTo>
                  <a:pt x="397557" y="177237"/>
                  <a:pt x="347352" y="256359"/>
                  <a:pt x="386644" y="369332"/>
                </a:cubicBezTo>
                <a:cubicBezTo>
                  <a:pt x="236925" y="386132"/>
                  <a:pt x="152520" y="368055"/>
                  <a:pt x="0" y="369332"/>
                </a:cubicBezTo>
                <a:cubicBezTo>
                  <a:pt x="-42990" y="232685"/>
                  <a:pt x="35537" y="87669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478454114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IN" dirty="0"/>
              <a:t>-2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597E8367-9F75-955B-CCAA-00EA3D47633F}"/>
              </a:ext>
            </a:extLst>
          </p:cNvPr>
          <p:cNvSpPr/>
          <p:nvPr/>
        </p:nvSpPr>
        <p:spPr>
          <a:xfrm>
            <a:off x="9965540" y="4561454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25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63C33A69-5525-4E17-3FF6-FEB430A08453}"/>
              </a:ext>
            </a:extLst>
          </p:cNvPr>
          <p:cNvSpPr/>
          <p:nvPr/>
        </p:nvSpPr>
        <p:spPr>
          <a:xfrm>
            <a:off x="10324743" y="5171360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30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4CC50BD5-50E1-704D-0633-23A7C8E47B42}"/>
              </a:ext>
            </a:extLst>
          </p:cNvPr>
          <p:cNvCxnSpPr>
            <a:cxnSpLocks/>
            <a:stCxn id="45" idx="5"/>
            <a:endCxn id="46" idx="0"/>
          </p:cNvCxnSpPr>
          <p:nvPr/>
        </p:nvCxnSpPr>
        <p:spPr>
          <a:xfrm>
            <a:off x="10272139" y="4868053"/>
            <a:ext cx="232206" cy="3033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F30617E5-2B53-AA02-CF99-5DB5F5AA38B2}"/>
              </a:ext>
            </a:extLst>
          </p:cNvPr>
          <p:cNvSpPr/>
          <p:nvPr/>
        </p:nvSpPr>
        <p:spPr>
          <a:xfrm>
            <a:off x="9653944" y="5194788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15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3D65795D-5ECB-5C71-CD7F-255AEB7824A1}"/>
              </a:ext>
            </a:extLst>
          </p:cNvPr>
          <p:cNvCxnSpPr>
            <a:cxnSpLocks/>
            <a:stCxn id="45" idx="3"/>
            <a:endCxn id="48" idx="0"/>
          </p:cNvCxnSpPr>
          <p:nvPr/>
        </p:nvCxnSpPr>
        <p:spPr>
          <a:xfrm flipH="1">
            <a:off x="9833546" y="4868053"/>
            <a:ext cx="184598" cy="3267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3E410F62-3B10-98F2-32F5-EDBA38CD0235}"/>
              </a:ext>
            </a:extLst>
          </p:cNvPr>
          <p:cNvSpPr/>
          <p:nvPr/>
        </p:nvSpPr>
        <p:spPr>
          <a:xfrm>
            <a:off x="9965540" y="5770037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17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EFBFB6E4-966D-4B7B-B26E-D41CCA01160E}"/>
              </a:ext>
            </a:extLst>
          </p:cNvPr>
          <p:cNvCxnSpPr>
            <a:cxnSpLocks/>
            <a:stCxn id="48" idx="5"/>
            <a:endCxn id="50" idx="0"/>
          </p:cNvCxnSpPr>
          <p:nvPr/>
        </p:nvCxnSpPr>
        <p:spPr>
          <a:xfrm>
            <a:off x="9960543" y="5501387"/>
            <a:ext cx="184599" cy="2686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E59FAFC8-EF12-A870-A190-DF740C3AD8F2}"/>
              </a:ext>
            </a:extLst>
          </p:cNvPr>
          <p:cNvSpPr/>
          <p:nvPr/>
        </p:nvSpPr>
        <p:spPr>
          <a:xfrm>
            <a:off x="1194126" y="4114800"/>
            <a:ext cx="9803748" cy="2275490"/>
          </a:xfrm>
          <a:custGeom>
            <a:avLst/>
            <a:gdLst>
              <a:gd name="csX0" fmla="*/ 0 w 9803748"/>
              <a:gd name="csY0" fmla="*/ 379256 h 2275490"/>
              <a:gd name="csX1" fmla="*/ 379256 w 9803748"/>
              <a:gd name="csY1" fmla="*/ 0 h 2275490"/>
              <a:gd name="csX2" fmla="*/ 763679 w 9803748"/>
              <a:gd name="csY2" fmla="*/ 0 h 2275490"/>
              <a:gd name="csX3" fmla="*/ 1509911 w 9803748"/>
              <a:gd name="csY3" fmla="*/ 0 h 2275490"/>
              <a:gd name="csX4" fmla="*/ 2256142 w 9803748"/>
              <a:gd name="csY4" fmla="*/ 0 h 2275490"/>
              <a:gd name="csX5" fmla="*/ 2911922 w 9803748"/>
              <a:gd name="csY5" fmla="*/ 0 h 2275490"/>
              <a:gd name="csX6" fmla="*/ 3477249 w 9803748"/>
              <a:gd name="csY6" fmla="*/ 0 h 2275490"/>
              <a:gd name="csX7" fmla="*/ 3771220 w 9803748"/>
              <a:gd name="csY7" fmla="*/ 0 h 2275490"/>
              <a:gd name="csX8" fmla="*/ 4426999 w 9803748"/>
              <a:gd name="csY8" fmla="*/ 0 h 2275490"/>
              <a:gd name="csX9" fmla="*/ 4811422 w 9803748"/>
              <a:gd name="csY9" fmla="*/ 0 h 2275490"/>
              <a:gd name="csX10" fmla="*/ 5105392 w 9803748"/>
              <a:gd name="csY10" fmla="*/ 0 h 2275490"/>
              <a:gd name="csX11" fmla="*/ 5489814 w 9803748"/>
              <a:gd name="csY11" fmla="*/ 0 h 2275490"/>
              <a:gd name="csX12" fmla="*/ 5874237 w 9803748"/>
              <a:gd name="csY12" fmla="*/ 0 h 2275490"/>
              <a:gd name="csX13" fmla="*/ 6168207 w 9803748"/>
              <a:gd name="csY13" fmla="*/ 0 h 2275490"/>
              <a:gd name="csX14" fmla="*/ 6823987 w 9803748"/>
              <a:gd name="csY14" fmla="*/ 0 h 2275490"/>
              <a:gd name="csX15" fmla="*/ 7298862 w 9803748"/>
              <a:gd name="csY15" fmla="*/ 0 h 2275490"/>
              <a:gd name="csX16" fmla="*/ 7683284 w 9803748"/>
              <a:gd name="csY16" fmla="*/ 0 h 2275490"/>
              <a:gd name="csX17" fmla="*/ 8067707 w 9803748"/>
              <a:gd name="csY17" fmla="*/ 0 h 2275490"/>
              <a:gd name="csX18" fmla="*/ 8361677 w 9803748"/>
              <a:gd name="csY18" fmla="*/ 0 h 2275490"/>
              <a:gd name="csX19" fmla="*/ 8836552 w 9803748"/>
              <a:gd name="csY19" fmla="*/ 0 h 2275490"/>
              <a:gd name="csX20" fmla="*/ 9424492 w 9803748"/>
              <a:gd name="csY20" fmla="*/ 0 h 2275490"/>
              <a:gd name="csX21" fmla="*/ 9803748 w 9803748"/>
              <a:gd name="csY21" fmla="*/ 379256 h 2275490"/>
              <a:gd name="csX22" fmla="*/ 9803748 w 9803748"/>
              <a:gd name="csY22" fmla="*/ 900085 h 2275490"/>
              <a:gd name="csX23" fmla="*/ 9803748 w 9803748"/>
              <a:gd name="csY23" fmla="*/ 1420914 h 2275490"/>
              <a:gd name="csX24" fmla="*/ 9803748 w 9803748"/>
              <a:gd name="csY24" fmla="*/ 1896234 h 2275490"/>
              <a:gd name="csX25" fmla="*/ 9424492 w 9803748"/>
              <a:gd name="csY25" fmla="*/ 2275490 h 2275490"/>
              <a:gd name="csX26" fmla="*/ 9130522 w 9803748"/>
              <a:gd name="csY26" fmla="*/ 2275490 h 2275490"/>
              <a:gd name="csX27" fmla="*/ 8746099 w 9803748"/>
              <a:gd name="csY27" fmla="*/ 2275490 h 2275490"/>
              <a:gd name="csX28" fmla="*/ 8271224 w 9803748"/>
              <a:gd name="csY28" fmla="*/ 2275490 h 2275490"/>
              <a:gd name="csX29" fmla="*/ 7524992 w 9803748"/>
              <a:gd name="csY29" fmla="*/ 2275490 h 2275490"/>
              <a:gd name="csX30" fmla="*/ 6959665 w 9803748"/>
              <a:gd name="csY30" fmla="*/ 2275490 h 2275490"/>
              <a:gd name="csX31" fmla="*/ 6575243 w 9803748"/>
              <a:gd name="csY31" fmla="*/ 2275490 h 2275490"/>
              <a:gd name="csX32" fmla="*/ 5829011 w 9803748"/>
              <a:gd name="csY32" fmla="*/ 2275490 h 2275490"/>
              <a:gd name="csX33" fmla="*/ 5535041 w 9803748"/>
              <a:gd name="csY33" fmla="*/ 2275490 h 2275490"/>
              <a:gd name="csX34" fmla="*/ 4879261 w 9803748"/>
              <a:gd name="csY34" fmla="*/ 2275490 h 2275490"/>
              <a:gd name="csX35" fmla="*/ 4494838 w 9803748"/>
              <a:gd name="csY35" fmla="*/ 2275490 h 2275490"/>
              <a:gd name="csX36" fmla="*/ 3929511 w 9803748"/>
              <a:gd name="csY36" fmla="*/ 2275490 h 2275490"/>
              <a:gd name="csX37" fmla="*/ 3183279 w 9803748"/>
              <a:gd name="csY37" fmla="*/ 2275490 h 2275490"/>
              <a:gd name="csX38" fmla="*/ 2437047 w 9803748"/>
              <a:gd name="csY38" fmla="*/ 2275490 h 2275490"/>
              <a:gd name="csX39" fmla="*/ 2052625 w 9803748"/>
              <a:gd name="csY39" fmla="*/ 2275490 h 2275490"/>
              <a:gd name="csX40" fmla="*/ 1306393 w 9803748"/>
              <a:gd name="csY40" fmla="*/ 2275490 h 2275490"/>
              <a:gd name="csX41" fmla="*/ 921970 w 9803748"/>
              <a:gd name="csY41" fmla="*/ 2275490 h 2275490"/>
              <a:gd name="csX42" fmla="*/ 379256 w 9803748"/>
              <a:gd name="csY42" fmla="*/ 2275490 h 2275490"/>
              <a:gd name="csX43" fmla="*/ 0 w 9803748"/>
              <a:gd name="csY43" fmla="*/ 1896234 h 2275490"/>
              <a:gd name="csX44" fmla="*/ 0 w 9803748"/>
              <a:gd name="csY44" fmla="*/ 1405744 h 2275490"/>
              <a:gd name="csX45" fmla="*/ 0 w 9803748"/>
              <a:gd name="csY45" fmla="*/ 930425 h 2275490"/>
              <a:gd name="csX46" fmla="*/ 0 w 9803748"/>
              <a:gd name="csY46" fmla="*/ 379256 h 22754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</a:cxnLst>
            <a:rect l="l" t="t" r="r" b="b"/>
            <a:pathLst>
              <a:path w="9803748" h="2275490" extrusionOk="0">
                <a:moveTo>
                  <a:pt x="0" y="379256"/>
                </a:moveTo>
                <a:cubicBezTo>
                  <a:pt x="27842" y="215395"/>
                  <a:pt x="222705" y="-12004"/>
                  <a:pt x="379256" y="0"/>
                </a:cubicBezTo>
                <a:cubicBezTo>
                  <a:pt x="473643" y="-22598"/>
                  <a:pt x="644127" y="30125"/>
                  <a:pt x="763679" y="0"/>
                </a:cubicBezTo>
                <a:cubicBezTo>
                  <a:pt x="883231" y="-30125"/>
                  <a:pt x="1316552" y="84547"/>
                  <a:pt x="1509911" y="0"/>
                </a:cubicBezTo>
                <a:cubicBezTo>
                  <a:pt x="1703270" y="-84547"/>
                  <a:pt x="1951053" y="49324"/>
                  <a:pt x="2256142" y="0"/>
                </a:cubicBezTo>
                <a:cubicBezTo>
                  <a:pt x="2561231" y="-49324"/>
                  <a:pt x="2732509" y="45674"/>
                  <a:pt x="2911922" y="0"/>
                </a:cubicBezTo>
                <a:cubicBezTo>
                  <a:pt x="3091335" y="-45674"/>
                  <a:pt x="3230481" y="49422"/>
                  <a:pt x="3477249" y="0"/>
                </a:cubicBezTo>
                <a:cubicBezTo>
                  <a:pt x="3724017" y="-49422"/>
                  <a:pt x="3641344" y="4594"/>
                  <a:pt x="3771220" y="0"/>
                </a:cubicBezTo>
                <a:cubicBezTo>
                  <a:pt x="3901096" y="-4594"/>
                  <a:pt x="4239915" y="48093"/>
                  <a:pt x="4426999" y="0"/>
                </a:cubicBezTo>
                <a:cubicBezTo>
                  <a:pt x="4614083" y="-48093"/>
                  <a:pt x="4708822" y="40148"/>
                  <a:pt x="4811422" y="0"/>
                </a:cubicBezTo>
                <a:cubicBezTo>
                  <a:pt x="4914022" y="-40148"/>
                  <a:pt x="5008932" y="4864"/>
                  <a:pt x="5105392" y="0"/>
                </a:cubicBezTo>
                <a:cubicBezTo>
                  <a:pt x="5201852" y="-4864"/>
                  <a:pt x="5405184" y="9153"/>
                  <a:pt x="5489814" y="0"/>
                </a:cubicBezTo>
                <a:cubicBezTo>
                  <a:pt x="5574444" y="-9153"/>
                  <a:pt x="5687565" y="40364"/>
                  <a:pt x="5874237" y="0"/>
                </a:cubicBezTo>
                <a:cubicBezTo>
                  <a:pt x="6060909" y="-40364"/>
                  <a:pt x="6040580" y="10358"/>
                  <a:pt x="6168207" y="0"/>
                </a:cubicBezTo>
                <a:cubicBezTo>
                  <a:pt x="6295834" y="-10358"/>
                  <a:pt x="6502640" y="74644"/>
                  <a:pt x="6823987" y="0"/>
                </a:cubicBezTo>
                <a:cubicBezTo>
                  <a:pt x="7145334" y="-74644"/>
                  <a:pt x="7201919" y="53759"/>
                  <a:pt x="7298862" y="0"/>
                </a:cubicBezTo>
                <a:cubicBezTo>
                  <a:pt x="7395806" y="-53759"/>
                  <a:pt x="7575327" y="36747"/>
                  <a:pt x="7683284" y="0"/>
                </a:cubicBezTo>
                <a:cubicBezTo>
                  <a:pt x="7791241" y="-36747"/>
                  <a:pt x="7978120" y="27282"/>
                  <a:pt x="8067707" y="0"/>
                </a:cubicBezTo>
                <a:cubicBezTo>
                  <a:pt x="8157294" y="-27282"/>
                  <a:pt x="8297359" y="2342"/>
                  <a:pt x="8361677" y="0"/>
                </a:cubicBezTo>
                <a:cubicBezTo>
                  <a:pt x="8425995" y="-2342"/>
                  <a:pt x="8626877" y="35141"/>
                  <a:pt x="8836552" y="0"/>
                </a:cubicBezTo>
                <a:cubicBezTo>
                  <a:pt x="9046228" y="-35141"/>
                  <a:pt x="9203302" y="42129"/>
                  <a:pt x="9424492" y="0"/>
                </a:cubicBezTo>
                <a:cubicBezTo>
                  <a:pt x="9674908" y="15161"/>
                  <a:pt x="9783371" y="141446"/>
                  <a:pt x="9803748" y="379256"/>
                </a:cubicBezTo>
                <a:cubicBezTo>
                  <a:pt x="9852828" y="609245"/>
                  <a:pt x="9741595" y="696170"/>
                  <a:pt x="9803748" y="900085"/>
                </a:cubicBezTo>
                <a:cubicBezTo>
                  <a:pt x="9865901" y="1104000"/>
                  <a:pt x="9769804" y="1303920"/>
                  <a:pt x="9803748" y="1420914"/>
                </a:cubicBezTo>
                <a:cubicBezTo>
                  <a:pt x="9837692" y="1537908"/>
                  <a:pt x="9752154" y="1757065"/>
                  <a:pt x="9803748" y="1896234"/>
                </a:cubicBezTo>
                <a:cubicBezTo>
                  <a:pt x="9818317" y="2120965"/>
                  <a:pt x="9623434" y="2263744"/>
                  <a:pt x="9424492" y="2275490"/>
                </a:cubicBezTo>
                <a:cubicBezTo>
                  <a:pt x="9299235" y="2292151"/>
                  <a:pt x="9244705" y="2263612"/>
                  <a:pt x="9130522" y="2275490"/>
                </a:cubicBezTo>
                <a:cubicBezTo>
                  <a:pt x="9016339" y="2287368"/>
                  <a:pt x="8852867" y="2230915"/>
                  <a:pt x="8746099" y="2275490"/>
                </a:cubicBezTo>
                <a:cubicBezTo>
                  <a:pt x="8639331" y="2320065"/>
                  <a:pt x="8475495" y="2257630"/>
                  <a:pt x="8271224" y="2275490"/>
                </a:cubicBezTo>
                <a:cubicBezTo>
                  <a:pt x="8066954" y="2293350"/>
                  <a:pt x="7706439" y="2255248"/>
                  <a:pt x="7524992" y="2275490"/>
                </a:cubicBezTo>
                <a:cubicBezTo>
                  <a:pt x="7343545" y="2295732"/>
                  <a:pt x="7150887" y="2254764"/>
                  <a:pt x="6959665" y="2275490"/>
                </a:cubicBezTo>
                <a:cubicBezTo>
                  <a:pt x="6768443" y="2296216"/>
                  <a:pt x="6684100" y="2275272"/>
                  <a:pt x="6575243" y="2275490"/>
                </a:cubicBezTo>
                <a:cubicBezTo>
                  <a:pt x="6466386" y="2275708"/>
                  <a:pt x="6044848" y="2265972"/>
                  <a:pt x="5829011" y="2275490"/>
                </a:cubicBezTo>
                <a:cubicBezTo>
                  <a:pt x="5613174" y="2285008"/>
                  <a:pt x="5678541" y="2259133"/>
                  <a:pt x="5535041" y="2275490"/>
                </a:cubicBezTo>
                <a:cubicBezTo>
                  <a:pt x="5391541" y="2291847"/>
                  <a:pt x="5069125" y="2247996"/>
                  <a:pt x="4879261" y="2275490"/>
                </a:cubicBezTo>
                <a:cubicBezTo>
                  <a:pt x="4689397" y="2302984"/>
                  <a:pt x="4585025" y="2251960"/>
                  <a:pt x="4494838" y="2275490"/>
                </a:cubicBezTo>
                <a:cubicBezTo>
                  <a:pt x="4404651" y="2299020"/>
                  <a:pt x="4148868" y="2217433"/>
                  <a:pt x="3929511" y="2275490"/>
                </a:cubicBezTo>
                <a:cubicBezTo>
                  <a:pt x="3710154" y="2333547"/>
                  <a:pt x="3455601" y="2215573"/>
                  <a:pt x="3183279" y="2275490"/>
                </a:cubicBezTo>
                <a:cubicBezTo>
                  <a:pt x="2910957" y="2335407"/>
                  <a:pt x="2617080" y="2260375"/>
                  <a:pt x="2437047" y="2275490"/>
                </a:cubicBezTo>
                <a:cubicBezTo>
                  <a:pt x="2257014" y="2290605"/>
                  <a:pt x="2137813" y="2246848"/>
                  <a:pt x="2052625" y="2275490"/>
                </a:cubicBezTo>
                <a:cubicBezTo>
                  <a:pt x="1967437" y="2304132"/>
                  <a:pt x="1575326" y="2192591"/>
                  <a:pt x="1306393" y="2275490"/>
                </a:cubicBezTo>
                <a:cubicBezTo>
                  <a:pt x="1037460" y="2358389"/>
                  <a:pt x="1087544" y="2235012"/>
                  <a:pt x="921970" y="2275490"/>
                </a:cubicBezTo>
                <a:cubicBezTo>
                  <a:pt x="756396" y="2315968"/>
                  <a:pt x="618091" y="2210850"/>
                  <a:pt x="379256" y="2275490"/>
                </a:cubicBezTo>
                <a:cubicBezTo>
                  <a:pt x="211714" y="2283073"/>
                  <a:pt x="28855" y="2108864"/>
                  <a:pt x="0" y="1896234"/>
                </a:cubicBezTo>
                <a:cubicBezTo>
                  <a:pt x="-1000" y="1756665"/>
                  <a:pt x="6852" y="1628594"/>
                  <a:pt x="0" y="1405744"/>
                </a:cubicBezTo>
                <a:cubicBezTo>
                  <a:pt x="-6852" y="1182894"/>
                  <a:pt x="49509" y="1061477"/>
                  <a:pt x="0" y="930425"/>
                </a:cubicBezTo>
                <a:cubicBezTo>
                  <a:pt x="-49509" y="799373"/>
                  <a:pt x="45513" y="538690"/>
                  <a:pt x="0" y="379256"/>
                </a:cubicBezTo>
                <a:close/>
              </a:path>
            </a:pathLst>
          </a:custGeom>
          <a:noFill/>
          <a:ln>
            <a:prstDash val="sysDash"/>
            <a:extLst>
              <a:ext uri="{C807C97D-BFC1-408E-A445-0C87EB9F89A2}">
                <ask:lineSketchStyleProps xmlns:ask="http://schemas.microsoft.com/office/drawing/2018/sketchyshapes" sd="754196178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3" name="Arrow: Curved Right 52">
            <a:extLst>
              <a:ext uri="{FF2B5EF4-FFF2-40B4-BE49-F238E27FC236}">
                <a16:creationId xmlns:a16="http://schemas.microsoft.com/office/drawing/2014/main" id="{6C8BF097-FC39-23FC-36B8-161B07B728EF}"/>
              </a:ext>
            </a:extLst>
          </p:cNvPr>
          <p:cNvSpPr/>
          <p:nvPr/>
        </p:nvSpPr>
        <p:spPr>
          <a:xfrm rot="7419467">
            <a:off x="8216802" y="4904994"/>
            <a:ext cx="281908" cy="406400"/>
          </a:xfrm>
          <a:prstGeom prst="curvedRight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8487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5" grpId="0" animBg="1"/>
      <p:bldP spid="6" grpId="0" animBg="1"/>
      <p:bldP spid="9" grpId="0" animBg="1"/>
      <p:bldP spid="11" grpId="0" animBg="1"/>
      <p:bldP spid="13" grpId="0" animBg="1"/>
      <p:bldP spid="14" grpId="0" animBg="1"/>
      <p:bldP spid="17" grpId="0" animBg="1"/>
      <p:bldP spid="18" grpId="0" animBg="1"/>
      <p:bldP spid="19" grpId="0" animBg="1"/>
      <p:bldP spid="22" grpId="0" animBg="1"/>
      <p:bldP spid="24" grpId="0" animBg="1"/>
      <p:bldP spid="26" grpId="0" animBg="1"/>
      <p:bldP spid="28" grpId="0" animBg="1"/>
      <p:bldP spid="29" grpId="0" animBg="1"/>
      <p:bldP spid="30" grpId="0" animBg="1"/>
      <p:bldP spid="34" grpId="0" animBg="1"/>
      <p:bldP spid="36" grpId="0" animBg="1"/>
      <p:bldP spid="37" grpId="0" animBg="1"/>
      <p:bldP spid="38" grpId="0" animBg="1"/>
      <p:bldP spid="39" grpId="0" animBg="1"/>
      <p:bldP spid="42" grpId="0" animBg="1"/>
      <p:bldP spid="44" grpId="0" animBg="1"/>
      <p:bldP spid="45" grpId="0" animBg="1"/>
      <p:bldP spid="46" grpId="0" animBg="1"/>
      <p:bldP spid="48" grpId="0" animBg="1"/>
      <p:bldP spid="50" grpId="0" animBg="1"/>
      <p:bldP spid="53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83F83-E359-41EE-A4F0-66BFF4C83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Deletion in AVL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AC9039-B01F-43C5-1D74-735A59D32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2419349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Left-Right Heavy (LR)</a:t>
            </a:r>
          </a:p>
          <a:p>
            <a:pPr lvl="1"/>
            <a:r>
              <a:rPr lang="en-IN" dirty="0"/>
              <a:t>You </a:t>
            </a:r>
            <a:r>
              <a:rPr lang="en-IN" dirty="0">
                <a:highlight>
                  <a:srgbClr val="00FF00"/>
                </a:highlight>
              </a:rPr>
              <a:t>deleted a node from the Right subtree </a:t>
            </a:r>
            <a:r>
              <a:rPr lang="en-IN" dirty="0"/>
              <a:t>of the parent. This </a:t>
            </a:r>
            <a:r>
              <a:rPr lang="en-IN" dirty="0">
                <a:highlight>
                  <a:srgbClr val="00FFFF"/>
                </a:highlight>
              </a:rPr>
              <a:t>leaves the Left subtree heavier</a:t>
            </a:r>
            <a:r>
              <a:rPr lang="en-IN" dirty="0"/>
              <a:t>, but </a:t>
            </a:r>
            <a:r>
              <a:rPr lang="en-IN" dirty="0">
                <a:highlight>
                  <a:srgbClr val="FF00FF"/>
                </a:highlight>
              </a:rPr>
              <a:t>the left child itself is right-heavy </a:t>
            </a:r>
            <a:r>
              <a:rPr lang="en-IN" dirty="0"/>
              <a:t>(forming a &lt; shape path down from the parent).</a:t>
            </a:r>
          </a:p>
          <a:p>
            <a:r>
              <a:rPr lang="en-IN" dirty="0"/>
              <a:t>Solution:</a:t>
            </a:r>
          </a:p>
          <a:p>
            <a:pPr lvl="1"/>
            <a:r>
              <a:rPr lang="en-IN" dirty="0"/>
              <a:t>A double rotation: </a:t>
            </a:r>
            <a:r>
              <a:rPr lang="en-IN" dirty="0">
                <a:highlight>
                  <a:srgbClr val="FFFF00"/>
                </a:highlight>
              </a:rPr>
              <a:t>Left Rotation </a:t>
            </a:r>
            <a:r>
              <a:rPr lang="en-IN" dirty="0"/>
              <a:t>on the Child, then </a:t>
            </a:r>
            <a:r>
              <a:rPr lang="en-IN" dirty="0">
                <a:highlight>
                  <a:srgbClr val="00FF00"/>
                </a:highlight>
              </a:rPr>
              <a:t>Right Rotation </a:t>
            </a:r>
            <a:r>
              <a:rPr lang="en-IN" dirty="0"/>
              <a:t>on the Parent.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A5D5D8B-FFDA-0F7A-90D2-17194F134B7A}"/>
              </a:ext>
            </a:extLst>
          </p:cNvPr>
          <p:cNvSpPr/>
          <p:nvPr/>
        </p:nvSpPr>
        <p:spPr>
          <a:xfrm>
            <a:off x="3357144" y="4739255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25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5FB8F62-38CB-C798-518C-B7C9B8B02EE4}"/>
              </a:ext>
            </a:extLst>
          </p:cNvPr>
          <p:cNvSpPr/>
          <p:nvPr/>
        </p:nvSpPr>
        <p:spPr>
          <a:xfrm>
            <a:off x="3716347" y="5349161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30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EBAAB3B-4605-E166-D270-8744C1988F2D}"/>
              </a:ext>
            </a:extLst>
          </p:cNvPr>
          <p:cNvCxnSpPr>
            <a:cxnSpLocks/>
            <a:stCxn id="4" idx="5"/>
            <a:endCxn id="5" idx="0"/>
          </p:cNvCxnSpPr>
          <p:nvPr/>
        </p:nvCxnSpPr>
        <p:spPr>
          <a:xfrm>
            <a:off x="3663743" y="5045854"/>
            <a:ext cx="232206" cy="3033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594E0C2B-0593-1EA9-D0BC-683BCA4CBE6C}"/>
              </a:ext>
            </a:extLst>
          </p:cNvPr>
          <p:cNvSpPr/>
          <p:nvPr/>
        </p:nvSpPr>
        <p:spPr>
          <a:xfrm>
            <a:off x="3045548" y="5372589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15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0FF4543-EAF3-FB96-20F5-D0F68D82B9CC}"/>
              </a:ext>
            </a:extLst>
          </p:cNvPr>
          <p:cNvCxnSpPr>
            <a:cxnSpLocks/>
            <a:stCxn id="4" idx="3"/>
            <a:endCxn id="7" idx="0"/>
          </p:cNvCxnSpPr>
          <p:nvPr/>
        </p:nvCxnSpPr>
        <p:spPr>
          <a:xfrm flipH="1">
            <a:off x="3225150" y="5045854"/>
            <a:ext cx="184598" cy="3267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3715F708-8574-4F99-4472-CA7AE197743D}"/>
              </a:ext>
            </a:extLst>
          </p:cNvPr>
          <p:cNvSpPr/>
          <p:nvPr/>
        </p:nvSpPr>
        <p:spPr>
          <a:xfrm>
            <a:off x="3357144" y="5947838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17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82F82E4-8058-701C-9660-57A8E71AA307}"/>
              </a:ext>
            </a:extLst>
          </p:cNvPr>
          <p:cNvCxnSpPr>
            <a:cxnSpLocks/>
            <a:stCxn id="7" idx="5"/>
            <a:endCxn id="9" idx="0"/>
          </p:cNvCxnSpPr>
          <p:nvPr/>
        </p:nvCxnSpPr>
        <p:spPr>
          <a:xfrm>
            <a:off x="3352147" y="5679188"/>
            <a:ext cx="184599" cy="2686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3A8ABD3B-EB29-9D29-0CF3-959CABA5A375}"/>
              </a:ext>
            </a:extLst>
          </p:cNvPr>
          <p:cNvSpPr/>
          <p:nvPr/>
        </p:nvSpPr>
        <p:spPr>
          <a:xfrm>
            <a:off x="5389143" y="4739255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25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FC8000E-9785-2FDC-E619-99EE403454BD}"/>
              </a:ext>
            </a:extLst>
          </p:cNvPr>
          <p:cNvSpPr/>
          <p:nvPr/>
        </p:nvSpPr>
        <p:spPr>
          <a:xfrm>
            <a:off x="5077547" y="5372589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15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A7FD7A4-891B-71EF-F26E-E18F1AEFB0CA}"/>
              </a:ext>
            </a:extLst>
          </p:cNvPr>
          <p:cNvCxnSpPr>
            <a:cxnSpLocks/>
            <a:stCxn id="11" idx="3"/>
            <a:endCxn id="14" idx="0"/>
          </p:cNvCxnSpPr>
          <p:nvPr/>
        </p:nvCxnSpPr>
        <p:spPr>
          <a:xfrm flipH="1">
            <a:off x="5257149" y="5045854"/>
            <a:ext cx="184598" cy="3267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C3983B07-01EB-3CE7-0688-381FE66337DB}"/>
              </a:ext>
            </a:extLst>
          </p:cNvPr>
          <p:cNvSpPr/>
          <p:nvPr/>
        </p:nvSpPr>
        <p:spPr>
          <a:xfrm>
            <a:off x="5389143" y="5947838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17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DD92AE4-5BB5-3E66-86DB-386CC3F41D9B}"/>
              </a:ext>
            </a:extLst>
          </p:cNvPr>
          <p:cNvCxnSpPr>
            <a:cxnSpLocks/>
            <a:stCxn id="14" idx="5"/>
            <a:endCxn id="16" idx="0"/>
          </p:cNvCxnSpPr>
          <p:nvPr/>
        </p:nvCxnSpPr>
        <p:spPr>
          <a:xfrm>
            <a:off x="5384146" y="5679188"/>
            <a:ext cx="184599" cy="2686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1DF4FAA3-5F93-F891-FA92-2D5570165769}"/>
              </a:ext>
            </a:extLst>
          </p:cNvPr>
          <p:cNvSpPr/>
          <p:nvPr/>
        </p:nvSpPr>
        <p:spPr>
          <a:xfrm>
            <a:off x="7001154" y="4739255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25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22FFE0C-A56A-8387-9280-FB53646AC96C}"/>
              </a:ext>
            </a:extLst>
          </p:cNvPr>
          <p:cNvSpPr/>
          <p:nvPr/>
        </p:nvSpPr>
        <p:spPr>
          <a:xfrm>
            <a:off x="6689558" y="5372589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15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A99E222-BDEE-6437-A092-8527D11728B7}"/>
              </a:ext>
            </a:extLst>
          </p:cNvPr>
          <p:cNvCxnSpPr>
            <a:cxnSpLocks/>
            <a:stCxn id="18" idx="3"/>
            <a:endCxn id="19" idx="0"/>
          </p:cNvCxnSpPr>
          <p:nvPr/>
        </p:nvCxnSpPr>
        <p:spPr>
          <a:xfrm flipH="1">
            <a:off x="6869160" y="5045854"/>
            <a:ext cx="184598" cy="3267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666BA8BF-DDDE-8A9A-22FE-C8A75FDEBCEA}"/>
              </a:ext>
            </a:extLst>
          </p:cNvPr>
          <p:cNvSpPr/>
          <p:nvPr/>
        </p:nvSpPr>
        <p:spPr>
          <a:xfrm>
            <a:off x="6400021" y="5947837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17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7747061-7E4B-4568-DF6D-31E61EE322B8}"/>
              </a:ext>
            </a:extLst>
          </p:cNvPr>
          <p:cNvCxnSpPr>
            <a:cxnSpLocks/>
            <a:stCxn id="19" idx="3"/>
            <a:endCxn id="21" idx="0"/>
          </p:cNvCxnSpPr>
          <p:nvPr/>
        </p:nvCxnSpPr>
        <p:spPr>
          <a:xfrm flipH="1">
            <a:off x="6579623" y="5679188"/>
            <a:ext cx="162539" cy="26864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9D71F0A8-27A1-F846-9403-2F29EA4FCBFC}"/>
              </a:ext>
            </a:extLst>
          </p:cNvPr>
          <p:cNvSpPr txBox="1"/>
          <p:nvPr/>
        </p:nvSpPr>
        <p:spPr>
          <a:xfrm>
            <a:off x="5150710" y="4429732"/>
            <a:ext cx="292068" cy="369332"/>
          </a:xfrm>
          <a:custGeom>
            <a:avLst/>
            <a:gdLst>
              <a:gd name="csX0" fmla="*/ 0 w 292068"/>
              <a:gd name="csY0" fmla="*/ 0 h 369332"/>
              <a:gd name="csX1" fmla="*/ 292068 w 292068"/>
              <a:gd name="csY1" fmla="*/ 0 h 369332"/>
              <a:gd name="csX2" fmla="*/ 292068 w 292068"/>
              <a:gd name="csY2" fmla="*/ 369332 h 369332"/>
              <a:gd name="csX3" fmla="*/ 0 w 292068"/>
              <a:gd name="csY3" fmla="*/ 369332 h 369332"/>
              <a:gd name="csX4" fmla="*/ 0 w 292068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92068" h="369332" fill="none" extrusionOk="0">
                <a:moveTo>
                  <a:pt x="0" y="0"/>
                </a:moveTo>
                <a:cubicBezTo>
                  <a:pt x="82271" y="-3067"/>
                  <a:pt x="203190" y="15710"/>
                  <a:pt x="292068" y="0"/>
                </a:cubicBezTo>
                <a:cubicBezTo>
                  <a:pt x="310732" y="181776"/>
                  <a:pt x="275919" y="290923"/>
                  <a:pt x="292068" y="369332"/>
                </a:cubicBezTo>
                <a:cubicBezTo>
                  <a:pt x="184445" y="380656"/>
                  <a:pt x="95124" y="366063"/>
                  <a:pt x="0" y="369332"/>
                </a:cubicBezTo>
                <a:cubicBezTo>
                  <a:pt x="-43507" y="216184"/>
                  <a:pt x="29250" y="76483"/>
                  <a:pt x="0" y="0"/>
                </a:cubicBezTo>
                <a:close/>
              </a:path>
              <a:path w="292068" h="369332" stroke="0" extrusionOk="0">
                <a:moveTo>
                  <a:pt x="0" y="0"/>
                </a:moveTo>
                <a:cubicBezTo>
                  <a:pt x="111955" y="-30174"/>
                  <a:pt x="147947" y="22594"/>
                  <a:pt x="292068" y="0"/>
                </a:cubicBezTo>
                <a:cubicBezTo>
                  <a:pt x="302981" y="177237"/>
                  <a:pt x="252776" y="256359"/>
                  <a:pt x="292068" y="369332"/>
                </a:cubicBezTo>
                <a:cubicBezTo>
                  <a:pt x="155488" y="369816"/>
                  <a:pt x="137070" y="355768"/>
                  <a:pt x="0" y="369332"/>
                </a:cubicBezTo>
                <a:cubicBezTo>
                  <a:pt x="-42990" y="232685"/>
                  <a:pt x="35537" y="87669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478454114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IN" dirty="0"/>
              <a:t>2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4360D728-E3ED-8676-40CD-5424AE8CF20B}"/>
              </a:ext>
            </a:extLst>
          </p:cNvPr>
          <p:cNvSpPr/>
          <p:nvPr/>
        </p:nvSpPr>
        <p:spPr>
          <a:xfrm>
            <a:off x="8318631" y="4739255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15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B65B28BC-FB3F-8505-9499-C5F53815993A}"/>
              </a:ext>
            </a:extLst>
          </p:cNvPr>
          <p:cNvSpPr/>
          <p:nvPr/>
        </p:nvSpPr>
        <p:spPr>
          <a:xfrm>
            <a:off x="7903025" y="5372589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17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C80EE4C-27F5-1AD0-BAC8-3E0B42FA4415}"/>
              </a:ext>
            </a:extLst>
          </p:cNvPr>
          <p:cNvCxnSpPr>
            <a:cxnSpLocks/>
            <a:stCxn id="26" idx="3"/>
            <a:endCxn id="27" idx="0"/>
          </p:cNvCxnSpPr>
          <p:nvPr/>
        </p:nvCxnSpPr>
        <p:spPr>
          <a:xfrm flipH="1">
            <a:off x="8082627" y="5045854"/>
            <a:ext cx="288608" cy="3267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33296AE2-CFFE-6F99-647D-3C3CC09677DC}"/>
              </a:ext>
            </a:extLst>
          </p:cNvPr>
          <p:cNvSpPr/>
          <p:nvPr/>
        </p:nvSpPr>
        <p:spPr>
          <a:xfrm>
            <a:off x="8752292" y="5372588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25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2F4D978-F8C1-5B18-1926-A457E033E466}"/>
              </a:ext>
            </a:extLst>
          </p:cNvPr>
          <p:cNvCxnSpPr>
            <a:cxnSpLocks/>
            <a:stCxn id="26" idx="5"/>
            <a:endCxn id="29" idx="0"/>
          </p:cNvCxnSpPr>
          <p:nvPr/>
        </p:nvCxnSpPr>
        <p:spPr>
          <a:xfrm>
            <a:off x="8625230" y="5045854"/>
            <a:ext cx="306664" cy="3267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D786F935-DEB3-63A7-6932-DABB29D4432C}"/>
              </a:ext>
            </a:extLst>
          </p:cNvPr>
          <p:cNvSpPr/>
          <p:nvPr/>
        </p:nvSpPr>
        <p:spPr>
          <a:xfrm>
            <a:off x="2798396" y="4360334"/>
            <a:ext cx="6595207" cy="2048933"/>
          </a:xfrm>
          <a:custGeom>
            <a:avLst/>
            <a:gdLst>
              <a:gd name="csX0" fmla="*/ 0 w 6595207"/>
              <a:gd name="csY0" fmla="*/ 341496 h 2048933"/>
              <a:gd name="csX1" fmla="*/ 341496 w 6595207"/>
              <a:gd name="csY1" fmla="*/ 0 h 2048933"/>
              <a:gd name="csX2" fmla="*/ 814473 w 6595207"/>
              <a:gd name="csY2" fmla="*/ 0 h 2048933"/>
              <a:gd name="csX3" fmla="*/ 1523939 w 6595207"/>
              <a:gd name="csY3" fmla="*/ 0 h 2048933"/>
              <a:gd name="csX4" fmla="*/ 2233405 w 6595207"/>
              <a:gd name="csY4" fmla="*/ 0 h 2048933"/>
              <a:gd name="csX5" fmla="*/ 2883748 w 6595207"/>
              <a:gd name="csY5" fmla="*/ 0 h 2048933"/>
              <a:gd name="csX6" fmla="*/ 3474970 w 6595207"/>
              <a:gd name="csY6" fmla="*/ 0 h 2048933"/>
              <a:gd name="csX7" fmla="*/ 3888825 w 6595207"/>
              <a:gd name="csY7" fmla="*/ 0 h 2048933"/>
              <a:gd name="csX8" fmla="*/ 4539169 w 6595207"/>
              <a:gd name="csY8" fmla="*/ 0 h 2048933"/>
              <a:gd name="csX9" fmla="*/ 5012146 w 6595207"/>
              <a:gd name="csY9" fmla="*/ 0 h 2048933"/>
              <a:gd name="csX10" fmla="*/ 5426001 w 6595207"/>
              <a:gd name="csY10" fmla="*/ 0 h 2048933"/>
              <a:gd name="csX11" fmla="*/ 6253711 w 6595207"/>
              <a:gd name="csY11" fmla="*/ 0 h 2048933"/>
              <a:gd name="csX12" fmla="*/ 6595207 w 6595207"/>
              <a:gd name="csY12" fmla="*/ 341496 h 2048933"/>
              <a:gd name="csX13" fmla="*/ 6595207 w 6595207"/>
              <a:gd name="csY13" fmla="*/ 783150 h 2048933"/>
              <a:gd name="csX14" fmla="*/ 6595207 w 6595207"/>
              <a:gd name="csY14" fmla="*/ 1224805 h 2048933"/>
              <a:gd name="csX15" fmla="*/ 6595207 w 6595207"/>
              <a:gd name="csY15" fmla="*/ 1707437 h 2048933"/>
              <a:gd name="csX16" fmla="*/ 6253711 w 6595207"/>
              <a:gd name="csY16" fmla="*/ 2048933 h 2048933"/>
              <a:gd name="csX17" fmla="*/ 5662490 w 6595207"/>
              <a:gd name="csY17" fmla="*/ 2048933 h 2048933"/>
              <a:gd name="csX18" fmla="*/ 5071268 w 6595207"/>
              <a:gd name="csY18" fmla="*/ 2048933 h 2048933"/>
              <a:gd name="csX19" fmla="*/ 4361802 w 6595207"/>
              <a:gd name="csY19" fmla="*/ 2048933 h 2048933"/>
              <a:gd name="csX20" fmla="*/ 3888825 w 6595207"/>
              <a:gd name="csY20" fmla="*/ 2048933 h 2048933"/>
              <a:gd name="csX21" fmla="*/ 3238481 w 6595207"/>
              <a:gd name="csY21" fmla="*/ 2048933 h 2048933"/>
              <a:gd name="csX22" fmla="*/ 2588138 w 6595207"/>
              <a:gd name="csY22" fmla="*/ 2048933 h 2048933"/>
              <a:gd name="csX23" fmla="*/ 2174283 w 6595207"/>
              <a:gd name="csY23" fmla="*/ 2048933 h 2048933"/>
              <a:gd name="csX24" fmla="*/ 1701305 w 6595207"/>
              <a:gd name="csY24" fmla="*/ 2048933 h 2048933"/>
              <a:gd name="csX25" fmla="*/ 1169206 w 6595207"/>
              <a:gd name="csY25" fmla="*/ 2048933 h 2048933"/>
              <a:gd name="csX26" fmla="*/ 341496 w 6595207"/>
              <a:gd name="csY26" fmla="*/ 2048933 h 2048933"/>
              <a:gd name="csX27" fmla="*/ 0 w 6595207"/>
              <a:gd name="csY27" fmla="*/ 1707437 h 2048933"/>
              <a:gd name="csX28" fmla="*/ 0 w 6595207"/>
              <a:gd name="csY28" fmla="*/ 1279442 h 2048933"/>
              <a:gd name="csX29" fmla="*/ 0 w 6595207"/>
              <a:gd name="csY29" fmla="*/ 824128 h 2048933"/>
              <a:gd name="csX30" fmla="*/ 0 w 6595207"/>
              <a:gd name="csY30" fmla="*/ 341496 h 20489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</a:cxnLst>
            <a:rect l="l" t="t" r="r" b="b"/>
            <a:pathLst>
              <a:path w="6595207" h="2048933" extrusionOk="0">
                <a:moveTo>
                  <a:pt x="0" y="341496"/>
                </a:moveTo>
                <a:cubicBezTo>
                  <a:pt x="6666" y="163810"/>
                  <a:pt x="161350" y="-1919"/>
                  <a:pt x="341496" y="0"/>
                </a:cubicBezTo>
                <a:cubicBezTo>
                  <a:pt x="544696" y="-5162"/>
                  <a:pt x="638653" y="14968"/>
                  <a:pt x="814473" y="0"/>
                </a:cubicBezTo>
                <a:cubicBezTo>
                  <a:pt x="990293" y="-14968"/>
                  <a:pt x="1202387" y="17646"/>
                  <a:pt x="1523939" y="0"/>
                </a:cubicBezTo>
                <a:cubicBezTo>
                  <a:pt x="1845491" y="-17646"/>
                  <a:pt x="2049914" y="47187"/>
                  <a:pt x="2233405" y="0"/>
                </a:cubicBezTo>
                <a:cubicBezTo>
                  <a:pt x="2416896" y="-47187"/>
                  <a:pt x="2753207" y="31866"/>
                  <a:pt x="2883748" y="0"/>
                </a:cubicBezTo>
                <a:cubicBezTo>
                  <a:pt x="3014289" y="-31866"/>
                  <a:pt x="3259058" y="10223"/>
                  <a:pt x="3474970" y="0"/>
                </a:cubicBezTo>
                <a:cubicBezTo>
                  <a:pt x="3690882" y="-10223"/>
                  <a:pt x="3744507" y="38964"/>
                  <a:pt x="3888825" y="0"/>
                </a:cubicBezTo>
                <a:cubicBezTo>
                  <a:pt x="4033144" y="-38964"/>
                  <a:pt x="4248114" y="20962"/>
                  <a:pt x="4539169" y="0"/>
                </a:cubicBezTo>
                <a:cubicBezTo>
                  <a:pt x="4830224" y="-20962"/>
                  <a:pt x="4821039" y="30308"/>
                  <a:pt x="5012146" y="0"/>
                </a:cubicBezTo>
                <a:cubicBezTo>
                  <a:pt x="5203253" y="-30308"/>
                  <a:pt x="5276302" y="9476"/>
                  <a:pt x="5426001" y="0"/>
                </a:cubicBezTo>
                <a:cubicBezTo>
                  <a:pt x="5575700" y="-9476"/>
                  <a:pt x="6068141" y="96106"/>
                  <a:pt x="6253711" y="0"/>
                </a:cubicBezTo>
                <a:cubicBezTo>
                  <a:pt x="6444600" y="20834"/>
                  <a:pt x="6609829" y="155843"/>
                  <a:pt x="6595207" y="341496"/>
                </a:cubicBezTo>
                <a:cubicBezTo>
                  <a:pt x="6625397" y="475419"/>
                  <a:pt x="6567599" y="674536"/>
                  <a:pt x="6595207" y="783150"/>
                </a:cubicBezTo>
                <a:cubicBezTo>
                  <a:pt x="6622815" y="891764"/>
                  <a:pt x="6579198" y="1070731"/>
                  <a:pt x="6595207" y="1224805"/>
                </a:cubicBezTo>
                <a:cubicBezTo>
                  <a:pt x="6611216" y="1378879"/>
                  <a:pt x="6565194" y="1591346"/>
                  <a:pt x="6595207" y="1707437"/>
                </a:cubicBezTo>
                <a:cubicBezTo>
                  <a:pt x="6605024" y="1865296"/>
                  <a:pt x="6471980" y="2063390"/>
                  <a:pt x="6253711" y="2048933"/>
                </a:cubicBezTo>
                <a:cubicBezTo>
                  <a:pt x="5984702" y="2091809"/>
                  <a:pt x="5791406" y="2032540"/>
                  <a:pt x="5662490" y="2048933"/>
                </a:cubicBezTo>
                <a:cubicBezTo>
                  <a:pt x="5533574" y="2065326"/>
                  <a:pt x="5345034" y="2038614"/>
                  <a:pt x="5071268" y="2048933"/>
                </a:cubicBezTo>
                <a:cubicBezTo>
                  <a:pt x="4797502" y="2059252"/>
                  <a:pt x="4715258" y="1993540"/>
                  <a:pt x="4361802" y="2048933"/>
                </a:cubicBezTo>
                <a:cubicBezTo>
                  <a:pt x="4008346" y="2104326"/>
                  <a:pt x="3995621" y="2015343"/>
                  <a:pt x="3888825" y="2048933"/>
                </a:cubicBezTo>
                <a:cubicBezTo>
                  <a:pt x="3782029" y="2082523"/>
                  <a:pt x="3516787" y="2014689"/>
                  <a:pt x="3238481" y="2048933"/>
                </a:cubicBezTo>
                <a:cubicBezTo>
                  <a:pt x="2960175" y="2083177"/>
                  <a:pt x="2805691" y="1981836"/>
                  <a:pt x="2588138" y="2048933"/>
                </a:cubicBezTo>
                <a:cubicBezTo>
                  <a:pt x="2370585" y="2116030"/>
                  <a:pt x="2285927" y="2045523"/>
                  <a:pt x="2174283" y="2048933"/>
                </a:cubicBezTo>
                <a:cubicBezTo>
                  <a:pt x="2062640" y="2052343"/>
                  <a:pt x="1873270" y="2043892"/>
                  <a:pt x="1701305" y="2048933"/>
                </a:cubicBezTo>
                <a:cubicBezTo>
                  <a:pt x="1529340" y="2053974"/>
                  <a:pt x="1287470" y="2003498"/>
                  <a:pt x="1169206" y="2048933"/>
                </a:cubicBezTo>
                <a:cubicBezTo>
                  <a:pt x="1050942" y="2094368"/>
                  <a:pt x="708173" y="1999378"/>
                  <a:pt x="341496" y="2048933"/>
                </a:cubicBezTo>
                <a:cubicBezTo>
                  <a:pt x="138734" y="2041996"/>
                  <a:pt x="-4798" y="1895998"/>
                  <a:pt x="0" y="1707437"/>
                </a:cubicBezTo>
                <a:cubicBezTo>
                  <a:pt x="-30668" y="1586782"/>
                  <a:pt x="3986" y="1378795"/>
                  <a:pt x="0" y="1279442"/>
                </a:cubicBezTo>
                <a:cubicBezTo>
                  <a:pt x="-3986" y="1180089"/>
                  <a:pt x="46991" y="1014399"/>
                  <a:pt x="0" y="824128"/>
                </a:cubicBezTo>
                <a:cubicBezTo>
                  <a:pt x="-46991" y="633857"/>
                  <a:pt x="31869" y="442445"/>
                  <a:pt x="0" y="341496"/>
                </a:cubicBezTo>
                <a:close/>
              </a:path>
            </a:pathLst>
          </a:custGeom>
          <a:noFill/>
          <a:ln>
            <a:prstDash val="sysDash"/>
            <a:extLst>
              <a:ext uri="{C807C97D-BFC1-408E-A445-0C87EB9F89A2}">
                <ask:lineSketchStyleProps xmlns:ask="http://schemas.microsoft.com/office/drawing/2018/sketchyshapes" sd="754196178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Arrow: Curved Down 35">
            <a:extLst>
              <a:ext uri="{FF2B5EF4-FFF2-40B4-BE49-F238E27FC236}">
                <a16:creationId xmlns:a16="http://schemas.microsoft.com/office/drawing/2014/main" id="{A3EA9BE7-51B5-7CD2-41BF-4DCE6CF86DE4}"/>
              </a:ext>
            </a:extLst>
          </p:cNvPr>
          <p:cNvSpPr/>
          <p:nvPr/>
        </p:nvSpPr>
        <p:spPr>
          <a:xfrm>
            <a:off x="7099556" y="5160471"/>
            <a:ext cx="406400" cy="337608"/>
          </a:xfrm>
          <a:prstGeom prst="curvedDown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7" name="Arrow: Curved Right 36">
            <a:extLst>
              <a:ext uri="{FF2B5EF4-FFF2-40B4-BE49-F238E27FC236}">
                <a16:creationId xmlns:a16="http://schemas.microsoft.com/office/drawing/2014/main" id="{CAF844F3-B990-A8F2-0293-9EBC9E9237A3}"/>
              </a:ext>
            </a:extLst>
          </p:cNvPr>
          <p:cNvSpPr/>
          <p:nvPr/>
        </p:nvSpPr>
        <p:spPr>
          <a:xfrm rot="7419467">
            <a:off x="5025059" y="5758536"/>
            <a:ext cx="281908" cy="406400"/>
          </a:xfrm>
          <a:prstGeom prst="curvedRight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4836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5" grpId="0" animBg="1"/>
      <p:bldP spid="7" grpId="0" animBg="1"/>
      <p:bldP spid="9" grpId="0" animBg="1"/>
      <p:bldP spid="11" grpId="0" animBg="1"/>
      <p:bldP spid="14" grpId="0" animBg="1"/>
      <p:bldP spid="16" grpId="0" animBg="1"/>
      <p:bldP spid="18" grpId="0" animBg="1"/>
      <p:bldP spid="19" grpId="0" animBg="1"/>
      <p:bldP spid="21" grpId="0" animBg="1"/>
      <p:bldP spid="23" grpId="0" animBg="1"/>
      <p:bldP spid="26" grpId="0" animBg="1"/>
      <p:bldP spid="27" grpId="0" animBg="1"/>
      <p:bldP spid="29" grpId="0" animBg="1"/>
      <p:bldP spid="36" grpId="0" animBg="1"/>
      <p:bldP spid="37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6C25E-BAAC-F65A-93C2-C97B88A31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Time Complexity of AVL trees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DAB2A0-E5A8-7DF2-81D3-4371575C41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Operations:</a:t>
            </a:r>
          </a:p>
          <a:p>
            <a:pPr lvl="1"/>
            <a:r>
              <a:rPr lang="en-IN" dirty="0"/>
              <a:t>Find</a:t>
            </a:r>
          </a:p>
          <a:p>
            <a:pPr lvl="1"/>
            <a:r>
              <a:rPr lang="en-IN" dirty="0"/>
              <a:t>Insert</a:t>
            </a:r>
          </a:p>
          <a:p>
            <a:pPr lvl="1"/>
            <a:r>
              <a:rPr lang="en-IN" dirty="0"/>
              <a:t>Delete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2C554F7-5E3D-F16A-E210-5325DB4393EC}"/>
              </a:ext>
            </a:extLst>
          </p:cNvPr>
          <p:cNvSpPr txBox="1">
            <a:spLocks/>
          </p:cNvSpPr>
          <p:nvPr/>
        </p:nvSpPr>
        <p:spPr>
          <a:xfrm>
            <a:off x="3657600" y="2103437"/>
            <a:ext cx="230293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O(log n)</a:t>
            </a:r>
          </a:p>
        </p:txBody>
      </p:sp>
    </p:spTree>
    <p:extLst>
      <p:ext uri="{BB962C8B-B14F-4D97-AF65-F5344CB8AC3E}">
        <p14:creationId xmlns:p14="http://schemas.microsoft.com/office/powerpoint/2010/main" val="151291344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FC937-AD46-D6D8-020D-8285D11AB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Red Black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E50CA-3D1B-9CE7-7C9B-FFE56DBF2E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Every node is </a:t>
            </a:r>
            <a:r>
              <a:rPr lang="en-IN" dirty="0" err="1">
                <a:highlight>
                  <a:srgbClr val="FFFF00"/>
                </a:highlight>
              </a:rPr>
              <a:t>colored</a:t>
            </a:r>
            <a:r>
              <a:rPr lang="en-IN" dirty="0">
                <a:highlight>
                  <a:srgbClr val="FFFF00"/>
                </a:highlight>
              </a:rPr>
              <a:t> either Red or Black</a:t>
            </a:r>
            <a:r>
              <a:rPr lang="en-IN" dirty="0"/>
              <a:t>.</a:t>
            </a:r>
          </a:p>
          <a:p>
            <a:r>
              <a:rPr lang="en-IN" dirty="0"/>
              <a:t>The </a:t>
            </a:r>
            <a:r>
              <a:rPr lang="en-IN" dirty="0">
                <a:highlight>
                  <a:srgbClr val="FFFF00"/>
                </a:highlight>
              </a:rPr>
              <a:t>Root node is always Black</a:t>
            </a:r>
            <a:r>
              <a:rPr lang="en-IN" dirty="0"/>
              <a:t>.</a:t>
            </a:r>
          </a:p>
          <a:p>
            <a:r>
              <a:rPr lang="en-IN" dirty="0"/>
              <a:t>Every leaf node (represented explicitly as </a:t>
            </a:r>
            <a:r>
              <a:rPr lang="en-IN" dirty="0">
                <a:highlight>
                  <a:srgbClr val="FFFF00"/>
                </a:highlight>
              </a:rPr>
              <a:t>NULL</a:t>
            </a:r>
            <a:r>
              <a:rPr lang="en-IN" dirty="0"/>
              <a:t>) </a:t>
            </a:r>
            <a:r>
              <a:rPr lang="en-IN" dirty="0">
                <a:highlight>
                  <a:srgbClr val="FFFF00"/>
                </a:highlight>
              </a:rPr>
              <a:t>is considered Black</a:t>
            </a:r>
            <a:r>
              <a:rPr lang="en-IN" dirty="0"/>
              <a:t>.</a:t>
            </a:r>
          </a:p>
          <a:p>
            <a:r>
              <a:rPr lang="en-IN" dirty="0">
                <a:highlight>
                  <a:srgbClr val="00FFFF"/>
                </a:highlight>
              </a:rPr>
              <a:t>If a node is Red</a:t>
            </a:r>
            <a:r>
              <a:rPr lang="en-IN" dirty="0"/>
              <a:t>, </a:t>
            </a:r>
            <a:r>
              <a:rPr lang="en-IN" dirty="0">
                <a:highlight>
                  <a:srgbClr val="FFFF00"/>
                </a:highlight>
              </a:rPr>
              <a:t>both of its children must be Black </a:t>
            </a:r>
            <a:r>
              <a:rPr lang="en-IN" dirty="0"/>
              <a:t>(No two adjacent Red nodes allowed vertically).</a:t>
            </a:r>
          </a:p>
          <a:p>
            <a:r>
              <a:rPr lang="en-IN" dirty="0"/>
              <a:t>For each node, all simple paths from that node to descendant NULL leaves </a:t>
            </a:r>
            <a:r>
              <a:rPr lang="en-IN" dirty="0">
                <a:highlight>
                  <a:srgbClr val="FFFF00"/>
                </a:highlight>
              </a:rPr>
              <a:t>must contain the same number of Black nodes </a:t>
            </a:r>
            <a:r>
              <a:rPr lang="en-IN" dirty="0"/>
              <a:t>(This is known as the </a:t>
            </a:r>
            <a:r>
              <a:rPr lang="en-IN" dirty="0">
                <a:highlight>
                  <a:srgbClr val="00FF00"/>
                </a:highlight>
              </a:rPr>
              <a:t>Black Height</a:t>
            </a:r>
            <a:r>
              <a:rPr lang="en-IN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6809580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937FA-63D2-C395-3343-A9F801121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Red Black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22CEFA-0884-2A87-9E53-B1DCE6FBB9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478867" cy="1975254"/>
          </a:xfrm>
        </p:spPr>
        <p:txBody>
          <a:bodyPr/>
          <a:lstStyle/>
          <a:p>
            <a:r>
              <a:rPr lang="en-IN" dirty="0"/>
              <a:t>Example:</a:t>
            </a:r>
          </a:p>
          <a:p>
            <a:r>
              <a:rPr lang="en-IN" dirty="0"/>
              <a:t>Is the following are red black tree? If no, why?</a:t>
            </a:r>
          </a:p>
        </p:txBody>
      </p: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11379404-0E5F-160B-0507-FE0E0C6DB0A0}"/>
              </a:ext>
            </a:extLst>
          </p:cNvPr>
          <p:cNvGrpSpPr/>
          <p:nvPr/>
        </p:nvGrpSpPr>
        <p:grpSpPr>
          <a:xfrm>
            <a:off x="6921774" y="652236"/>
            <a:ext cx="4053165" cy="2721986"/>
            <a:chOff x="6921774" y="652236"/>
            <a:chExt cx="4053165" cy="2721986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A71D44E4-8DE2-7E83-9F30-4C925A0144B8}"/>
                </a:ext>
              </a:extLst>
            </p:cNvPr>
            <p:cNvSpPr/>
            <p:nvPr/>
          </p:nvSpPr>
          <p:spPr>
            <a:xfrm>
              <a:off x="8949744" y="944446"/>
              <a:ext cx="359203" cy="359203"/>
            </a:xfrm>
            <a:custGeom>
              <a:avLst/>
              <a:gdLst>
                <a:gd name="csX0" fmla="*/ 0 w 359203"/>
                <a:gd name="csY0" fmla="*/ 179602 h 359203"/>
                <a:gd name="csX1" fmla="*/ 179602 w 359203"/>
                <a:gd name="csY1" fmla="*/ 0 h 359203"/>
                <a:gd name="csX2" fmla="*/ 359204 w 359203"/>
                <a:gd name="csY2" fmla="*/ 179602 h 359203"/>
                <a:gd name="csX3" fmla="*/ 179602 w 359203"/>
                <a:gd name="csY3" fmla="*/ 359204 h 359203"/>
                <a:gd name="csX4" fmla="*/ 0 w 359203"/>
                <a:gd name="csY4" fmla="*/ 179602 h 3592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59203" h="359203" fill="none" extrusionOk="0">
                  <a:moveTo>
                    <a:pt x="0" y="179602"/>
                  </a:moveTo>
                  <a:cubicBezTo>
                    <a:pt x="110" y="63908"/>
                    <a:pt x="94044" y="14456"/>
                    <a:pt x="179602" y="0"/>
                  </a:cubicBezTo>
                  <a:cubicBezTo>
                    <a:pt x="285863" y="-5421"/>
                    <a:pt x="342223" y="80172"/>
                    <a:pt x="359204" y="179602"/>
                  </a:cubicBezTo>
                  <a:cubicBezTo>
                    <a:pt x="347347" y="303883"/>
                    <a:pt x="284342" y="339830"/>
                    <a:pt x="179602" y="359204"/>
                  </a:cubicBezTo>
                  <a:cubicBezTo>
                    <a:pt x="79695" y="355867"/>
                    <a:pt x="-6339" y="305740"/>
                    <a:pt x="0" y="179602"/>
                  </a:cubicBezTo>
                  <a:close/>
                </a:path>
                <a:path w="359203" h="359203" stroke="0" extrusionOk="0">
                  <a:moveTo>
                    <a:pt x="0" y="179602"/>
                  </a:moveTo>
                  <a:cubicBezTo>
                    <a:pt x="-12487" y="64546"/>
                    <a:pt x="90171" y="25322"/>
                    <a:pt x="179602" y="0"/>
                  </a:cubicBezTo>
                  <a:cubicBezTo>
                    <a:pt x="280118" y="23820"/>
                    <a:pt x="354627" y="75666"/>
                    <a:pt x="359204" y="179602"/>
                  </a:cubicBezTo>
                  <a:cubicBezTo>
                    <a:pt x="352363" y="277500"/>
                    <a:pt x="292705" y="357265"/>
                    <a:pt x="179602" y="359204"/>
                  </a:cubicBezTo>
                  <a:cubicBezTo>
                    <a:pt x="86824" y="340668"/>
                    <a:pt x="5438" y="274406"/>
                    <a:pt x="0" y="179602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1234222579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20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113B8D2-06CA-768E-5E55-D8277821B4D4}"/>
                </a:ext>
              </a:extLst>
            </p:cNvPr>
            <p:cNvSpPr/>
            <p:nvPr/>
          </p:nvSpPr>
          <p:spPr>
            <a:xfrm>
              <a:off x="9868546" y="1504717"/>
              <a:ext cx="359203" cy="359203"/>
            </a:xfrm>
            <a:custGeom>
              <a:avLst/>
              <a:gdLst>
                <a:gd name="csX0" fmla="*/ 0 w 359203"/>
                <a:gd name="csY0" fmla="*/ 179602 h 359203"/>
                <a:gd name="csX1" fmla="*/ 179602 w 359203"/>
                <a:gd name="csY1" fmla="*/ 0 h 359203"/>
                <a:gd name="csX2" fmla="*/ 359204 w 359203"/>
                <a:gd name="csY2" fmla="*/ 179602 h 359203"/>
                <a:gd name="csX3" fmla="*/ 179602 w 359203"/>
                <a:gd name="csY3" fmla="*/ 359204 h 359203"/>
                <a:gd name="csX4" fmla="*/ 0 w 359203"/>
                <a:gd name="csY4" fmla="*/ 179602 h 3592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59203" h="359203" fill="none" extrusionOk="0">
                  <a:moveTo>
                    <a:pt x="0" y="179602"/>
                  </a:moveTo>
                  <a:cubicBezTo>
                    <a:pt x="-4684" y="96387"/>
                    <a:pt x="81282" y="-24653"/>
                    <a:pt x="179602" y="0"/>
                  </a:cubicBezTo>
                  <a:cubicBezTo>
                    <a:pt x="274800" y="10238"/>
                    <a:pt x="358095" y="87214"/>
                    <a:pt x="359204" y="179602"/>
                  </a:cubicBezTo>
                  <a:cubicBezTo>
                    <a:pt x="344603" y="295703"/>
                    <a:pt x="278586" y="363763"/>
                    <a:pt x="179602" y="359204"/>
                  </a:cubicBezTo>
                  <a:cubicBezTo>
                    <a:pt x="61471" y="352120"/>
                    <a:pt x="-1741" y="284099"/>
                    <a:pt x="0" y="179602"/>
                  </a:cubicBezTo>
                  <a:close/>
                </a:path>
                <a:path w="359203" h="359203" stroke="0" extrusionOk="0">
                  <a:moveTo>
                    <a:pt x="0" y="179602"/>
                  </a:moveTo>
                  <a:cubicBezTo>
                    <a:pt x="4006" y="78681"/>
                    <a:pt x="83616" y="-8475"/>
                    <a:pt x="179602" y="0"/>
                  </a:cubicBezTo>
                  <a:cubicBezTo>
                    <a:pt x="289017" y="3322"/>
                    <a:pt x="353089" y="82276"/>
                    <a:pt x="359204" y="179602"/>
                  </a:cubicBezTo>
                  <a:cubicBezTo>
                    <a:pt x="349966" y="252027"/>
                    <a:pt x="285245" y="382204"/>
                    <a:pt x="179602" y="359204"/>
                  </a:cubicBezTo>
                  <a:cubicBezTo>
                    <a:pt x="65844" y="338521"/>
                    <a:pt x="16658" y="273650"/>
                    <a:pt x="0" y="179602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3932106063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34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28EC24C3-0013-E41A-26E2-ECF907EECED6}"/>
                </a:ext>
              </a:extLst>
            </p:cNvPr>
            <p:cNvSpPr/>
            <p:nvPr/>
          </p:nvSpPr>
          <p:spPr>
            <a:xfrm>
              <a:off x="8187034" y="1499994"/>
              <a:ext cx="359203" cy="359203"/>
            </a:xfrm>
            <a:custGeom>
              <a:avLst/>
              <a:gdLst>
                <a:gd name="csX0" fmla="*/ 0 w 359203"/>
                <a:gd name="csY0" fmla="*/ 179602 h 359203"/>
                <a:gd name="csX1" fmla="*/ 179602 w 359203"/>
                <a:gd name="csY1" fmla="*/ 0 h 359203"/>
                <a:gd name="csX2" fmla="*/ 359204 w 359203"/>
                <a:gd name="csY2" fmla="*/ 179602 h 359203"/>
                <a:gd name="csX3" fmla="*/ 179602 w 359203"/>
                <a:gd name="csY3" fmla="*/ 359204 h 359203"/>
                <a:gd name="csX4" fmla="*/ 0 w 359203"/>
                <a:gd name="csY4" fmla="*/ 179602 h 3592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59203" h="359203" fill="none" extrusionOk="0">
                  <a:moveTo>
                    <a:pt x="0" y="179602"/>
                  </a:moveTo>
                  <a:cubicBezTo>
                    <a:pt x="-3490" y="76252"/>
                    <a:pt x="85443" y="8395"/>
                    <a:pt x="179602" y="0"/>
                  </a:cubicBezTo>
                  <a:cubicBezTo>
                    <a:pt x="261250" y="5357"/>
                    <a:pt x="369298" y="83475"/>
                    <a:pt x="359204" y="179602"/>
                  </a:cubicBezTo>
                  <a:cubicBezTo>
                    <a:pt x="370624" y="262049"/>
                    <a:pt x="285967" y="361545"/>
                    <a:pt x="179602" y="359204"/>
                  </a:cubicBezTo>
                  <a:cubicBezTo>
                    <a:pt x="66405" y="372036"/>
                    <a:pt x="-9259" y="305445"/>
                    <a:pt x="0" y="179602"/>
                  </a:cubicBezTo>
                  <a:close/>
                </a:path>
                <a:path w="359203" h="359203" stroke="0" extrusionOk="0">
                  <a:moveTo>
                    <a:pt x="0" y="179602"/>
                  </a:moveTo>
                  <a:cubicBezTo>
                    <a:pt x="-14688" y="87644"/>
                    <a:pt x="64016" y="-2954"/>
                    <a:pt x="179602" y="0"/>
                  </a:cubicBezTo>
                  <a:cubicBezTo>
                    <a:pt x="285297" y="24487"/>
                    <a:pt x="361342" y="84612"/>
                    <a:pt x="359204" y="179602"/>
                  </a:cubicBezTo>
                  <a:cubicBezTo>
                    <a:pt x="371310" y="280758"/>
                    <a:pt x="267842" y="376878"/>
                    <a:pt x="179602" y="359204"/>
                  </a:cubicBezTo>
                  <a:cubicBezTo>
                    <a:pt x="82786" y="360264"/>
                    <a:pt x="-3964" y="273550"/>
                    <a:pt x="0" y="179602"/>
                  </a:cubicBezTo>
                  <a:close/>
                </a:path>
              </a:pathLst>
            </a:custGeom>
            <a:solidFill>
              <a:srgbClr val="FF0000"/>
            </a:solidFill>
            <a:ln>
              <a:extLst>
                <a:ext uri="{C807C97D-BFC1-408E-A445-0C87EB9F89A2}">
                  <ask:lineSketchStyleProps xmlns:ask="http://schemas.microsoft.com/office/drawing/2018/sketchyshapes" sd="2995266236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15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5E5C982-9B2F-86F2-BABB-E6FF6E2DE9F4}"/>
                </a:ext>
              </a:extLst>
            </p:cNvPr>
            <p:cNvSpPr/>
            <p:nvPr/>
          </p:nvSpPr>
          <p:spPr>
            <a:xfrm>
              <a:off x="8865242" y="2017777"/>
              <a:ext cx="359203" cy="359203"/>
            </a:xfrm>
            <a:custGeom>
              <a:avLst/>
              <a:gdLst>
                <a:gd name="csX0" fmla="*/ 0 w 359203"/>
                <a:gd name="csY0" fmla="*/ 179602 h 359203"/>
                <a:gd name="csX1" fmla="*/ 179602 w 359203"/>
                <a:gd name="csY1" fmla="*/ 0 h 359203"/>
                <a:gd name="csX2" fmla="*/ 359204 w 359203"/>
                <a:gd name="csY2" fmla="*/ 179602 h 359203"/>
                <a:gd name="csX3" fmla="*/ 179602 w 359203"/>
                <a:gd name="csY3" fmla="*/ 359204 h 359203"/>
                <a:gd name="csX4" fmla="*/ 0 w 359203"/>
                <a:gd name="csY4" fmla="*/ 179602 h 3592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59203" h="359203" fill="none" extrusionOk="0">
                  <a:moveTo>
                    <a:pt x="0" y="179602"/>
                  </a:moveTo>
                  <a:cubicBezTo>
                    <a:pt x="708" y="76497"/>
                    <a:pt x="72315" y="12077"/>
                    <a:pt x="179602" y="0"/>
                  </a:cubicBezTo>
                  <a:cubicBezTo>
                    <a:pt x="295363" y="-1641"/>
                    <a:pt x="378755" y="92950"/>
                    <a:pt x="359204" y="179602"/>
                  </a:cubicBezTo>
                  <a:cubicBezTo>
                    <a:pt x="346714" y="275488"/>
                    <a:pt x="286538" y="365254"/>
                    <a:pt x="179602" y="359204"/>
                  </a:cubicBezTo>
                  <a:cubicBezTo>
                    <a:pt x="69369" y="336130"/>
                    <a:pt x="9506" y="258494"/>
                    <a:pt x="0" y="179602"/>
                  </a:cubicBezTo>
                  <a:close/>
                </a:path>
                <a:path w="359203" h="359203" stroke="0" extrusionOk="0">
                  <a:moveTo>
                    <a:pt x="0" y="179602"/>
                  </a:moveTo>
                  <a:cubicBezTo>
                    <a:pt x="14150" y="68208"/>
                    <a:pt x="52035" y="-7133"/>
                    <a:pt x="179602" y="0"/>
                  </a:cubicBezTo>
                  <a:cubicBezTo>
                    <a:pt x="278214" y="9591"/>
                    <a:pt x="371864" y="104856"/>
                    <a:pt x="359204" y="179602"/>
                  </a:cubicBezTo>
                  <a:cubicBezTo>
                    <a:pt x="361976" y="279410"/>
                    <a:pt x="301927" y="356054"/>
                    <a:pt x="179602" y="359204"/>
                  </a:cubicBezTo>
                  <a:cubicBezTo>
                    <a:pt x="81949" y="367053"/>
                    <a:pt x="-15071" y="268815"/>
                    <a:pt x="0" y="179602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645160204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17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ED04BAB5-8251-EA8C-4FA1-DFB719982BCA}"/>
                </a:ext>
              </a:extLst>
            </p:cNvPr>
            <p:cNvSpPr/>
            <p:nvPr/>
          </p:nvSpPr>
          <p:spPr>
            <a:xfrm>
              <a:off x="10227749" y="2017776"/>
              <a:ext cx="359203" cy="359203"/>
            </a:xfrm>
            <a:custGeom>
              <a:avLst/>
              <a:gdLst>
                <a:gd name="csX0" fmla="*/ 0 w 359203"/>
                <a:gd name="csY0" fmla="*/ 179602 h 359203"/>
                <a:gd name="csX1" fmla="*/ 179602 w 359203"/>
                <a:gd name="csY1" fmla="*/ 0 h 359203"/>
                <a:gd name="csX2" fmla="*/ 359204 w 359203"/>
                <a:gd name="csY2" fmla="*/ 179602 h 359203"/>
                <a:gd name="csX3" fmla="*/ 179602 w 359203"/>
                <a:gd name="csY3" fmla="*/ 359204 h 359203"/>
                <a:gd name="csX4" fmla="*/ 0 w 359203"/>
                <a:gd name="csY4" fmla="*/ 179602 h 3592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59203" h="359203" fill="none" extrusionOk="0">
                  <a:moveTo>
                    <a:pt x="0" y="179602"/>
                  </a:moveTo>
                  <a:cubicBezTo>
                    <a:pt x="23258" y="61985"/>
                    <a:pt x="77900" y="-10156"/>
                    <a:pt x="179602" y="0"/>
                  </a:cubicBezTo>
                  <a:cubicBezTo>
                    <a:pt x="286768" y="-3109"/>
                    <a:pt x="376324" y="104527"/>
                    <a:pt x="359204" y="179602"/>
                  </a:cubicBezTo>
                  <a:cubicBezTo>
                    <a:pt x="363535" y="257381"/>
                    <a:pt x="293281" y="354030"/>
                    <a:pt x="179602" y="359204"/>
                  </a:cubicBezTo>
                  <a:cubicBezTo>
                    <a:pt x="72583" y="381397"/>
                    <a:pt x="20308" y="268523"/>
                    <a:pt x="0" y="179602"/>
                  </a:cubicBezTo>
                  <a:close/>
                </a:path>
                <a:path w="359203" h="359203" stroke="0" extrusionOk="0">
                  <a:moveTo>
                    <a:pt x="0" y="179602"/>
                  </a:moveTo>
                  <a:cubicBezTo>
                    <a:pt x="3797" y="77835"/>
                    <a:pt x="69607" y="-12313"/>
                    <a:pt x="179602" y="0"/>
                  </a:cubicBezTo>
                  <a:cubicBezTo>
                    <a:pt x="287571" y="-2684"/>
                    <a:pt x="359876" y="82790"/>
                    <a:pt x="359204" y="179602"/>
                  </a:cubicBezTo>
                  <a:cubicBezTo>
                    <a:pt x="367276" y="278734"/>
                    <a:pt x="264048" y="356203"/>
                    <a:pt x="179602" y="359204"/>
                  </a:cubicBezTo>
                  <a:cubicBezTo>
                    <a:pt x="67825" y="342461"/>
                    <a:pt x="10494" y="297595"/>
                    <a:pt x="0" y="179602"/>
                  </a:cubicBezTo>
                  <a:close/>
                </a:path>
              </a:pathLst>
            </a:custGeom>
            <a:solidFill>
              <a:srgbClr val="FF0000"/>
            </a:solidFill>
            <a:ln>
              <a:extLst>
                <a:ext uri="{C807C97D-BFC1-408E-A445-0C87EB9F89A2}">
                  <ask:lineSketchStyleProps xmlns:ask="http://schemas.microsoft.com/office/drawing/2018/sketchyshapes" sd="235034142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45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5BC1E82-6C17-6F78-2FD5-3373AE0DAB80}"/>
                </a:ext>
              </a:extLst>
            </p:cNvPr>
            <p:cNvSpPr/>
            <p:nvPr/>
          </p:nvSpPr>
          <p:spPr>
            <a:xfrm>
              <a:off x="7640180" y="2017776"/>
              <a:ext cx="359203" cy="359203"/>
            </a:xfrm>
            <a:custGeom>
              <a:avLst/>
              <a:gdLst>
                <a:gd name="csX0" fmla="*/ 0 w 359203"/>
                <a:gd name="csY0" fmla="*/ 179602 h 359203"/>
                <a:gd name="csX1" fmla="*/ 179602 w 359203"/>
                <a:gd name="csY1" fmla="*/ 0 h 359203"/>
                <a:gd name="csX2" fmla="*/ 359204 w 359203"/>
                <a:gd name="csY2" fmla="*/ 179602 h 359203"/>
                <a:gd name="csX3" fmla="*/ 179602 w 359203"/>
                <a:gd name="csY3" fmla="*/ 359204 h 359203"/>
                <a:gd name="csX4" fmla="*/ 0 w 359203"/>
                <a:gd name="csY4" fmla="*/ 179602 h 3592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59203" h="359203" fill="none" extrusionOk="0">
                  <a:moveTo>
                    <a:pt x="0" y="179602"/>
                  </a:moveTo>
                  <a:cubicBezTo>
                    <a:pt x="-2239" y="56389"/>
                    <a:pt x="86343" y="-4986"/>
                    <a:pt x="179602" y="0"/>
                  </a:cubicBezTo>
                  <a:cubicBezTo>
                    <a:pt x="279638" y="-22994"/>
                    <a:pt x="345105" y="77604"/>
                    <a:pt x="359204" y="179602"/>
                  </a:cubicBezTo>
                  <a:cubicBezTo>
                    <a:pt x="367106" y="293686"/>
                    <a:pt x="298157" y="365439"/>
                    <a:pt x="179602" y="359204"/>
                  </a:cubicBezTo>
                  <a:cubicBezTo>
                    <a:pt x="98738" y="337862"/>
                    <a:pt x="-2172" y="296630"/>
                    <a:pt x="0" y="179602"/>
                  </a:cubicBezTo>
                  <a:close/>
                </a:path>
                <a:path w="359203" h="359203" stroke="0" extrusionOk="0">
                  <a:moveTo>
                    <a:pt x="0" y="179602"/>
                  </a:moveTo>
                  <a:cubicBezTo>
                    <a:pt x="-19593" y="98819"/>
                    <a:pt x="68931" y="11644"/>
                    <a:pt x="179602" y="0"/>
                  </a:cubicBezTo>
                  <a:cubicBezTo>
                    <a:pt x="300245" y="-9932"/>
                    <a:pt x="349403" y="62073"/>
                    <a:pt x="359204" y="179602"/>
                  </a:cubicBezTo>
                  <a:cubicBezTo>
                    <a:pt x="379517" y="258688"/>
                    <a:pt x="294429" y="369211"/>
                    <a:pt x="179602" y="359204"/>
                  </a:cubicBezTo>
                  <a:cubicBezTo>
                    <a:pt x="96494" y="364272"/>
                    <a:pt x="1257" y="297285"/>
                    <a:pt x="0" y="179602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1886325023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10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1E41128-2850-8CC5-DEB4-F8DA8E5E0A71}"/>
                </a:ext>
              </a:extLst>
            </p:cNvPr>
            <p:cNvCxnSpPr>
              <a:stCxn id="4" idx="3"/>
              <a:endCxn id="6" idx="0"/>
            </p:cNvCxnSpPr>
            <p:nvPr/>
          </p:nvCxnSpPr>
          <p:spPr>
            <a:xfrm flipH="1">
              <a:off x="8366636" y="1251045"/>
              <a:ext cx="635712" cy="248949"/>
            </a:xfrm>
            <a:prstGeom prst="line">
              <a:avLst/>
            </a:prstGeom>
            <a:ln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65BB97A-65C9-386B-934C-DCF735AB00DA}"/>
                </a:ext>
              </a:extLst>
            </p:cNvPr>
            <p:cNvCxnSpPr>
              <a:stCxn id="4" idx="5"/>
              <a:endCxn id="5" idx="0"/>
            </p:cNvCxnSpPr>
            <p:nvPr/>
          </p:nvCxnSpPr>
          <p:spPr>
            <a:xfrm>
              <a:off x="9256343" y="1251045"/>
              <a:ext cx="791805" cy="253672"/>
            </a:xfrm>
            <a:prstGeom prst="line">
              <a:avLst/>
            </a:prstGeom>
            <a:ln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C0E80E6-CF99-F0DC-E823-CA39C585F043}"/>
                </a:ext>
              </a:extLst>
            </p:cNvPr>
            <p:cNvCxnSpPr>
              <a:stCxn id="6" idx="5"/>
              <a:endCxn id="7" idx="0"/>
            </p:cNvCxnSpPr>
            <p:nvPr/>
          </p:nvCxnSpPr>
          <p:spPr>
            <a:xfrm>
              <a:off x="8493633" y="1806593"/>
              <a:ext cx="551211" cy="211184"/>
            </a:xfrm>
            <a:prstGeom prst="line">
              <a:avLst/>
            </a:prstGeom>
            <a:ln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7DFB36D-4E4B-C5FD-30E9-6ACDA3733F4D}"/>
                </a:ext>
              </a:extLst>
            </p:cNvPr>
            <p:cNvCxnSpPr>
              <a:cxnSpLocks/>
              <a:stCxn id="5" idx="3"/>
            </p:cNvCxnSpPr>
            <p:nvPr/>
          </p:nvCxnSpPr>
          <p:spPr>
            <a:xfrm flipH="1">
              <a:off x="9770025" y="1811316"/>
              <a:ext cx="151125" cy="206460"/>
            </a:xfrm>
            <a:prstGeom prst="line">
              <a:avLst/>
            </a:prstGeom>
            <a:ln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Flowchart: Alternate Process 13">
              <a:extLst>
                <a:ext uri="{FF2B5EF4-FFF2-40B4-BE49-F238E27FC236}">
                  <a16:creationId xmlns:a16="http://schemas.microsoft.com/office/drawing/2014/main" id="{029EA4BA-7AAA-2B86-3AB0-003C539B36B2}"/>
                </a:ext>
              </a:extLst>
            </p:cNvPr>
            <p:cNvSpPr/>
            <p:nvPr/>
          </p:nvSpPr>
          <p:spPr>
            <a:xfrm>
              <a:off x="9590423" y="2017776"/>
              <a:ext cx="359203" cy="206461"/>
            </a:xfrm>
            <a:custGeom>
              <a:avLst/>
              <a:gdLst>
                <a:gd name="csX0" fmla="*/ 0 w 359203"/>
                <a:gd name="csY0" fmla="*/ 34410 h 206461"/>
                <a:gd name="csX1" fmla="*/ 34410 w 359203"/>
                <a:gd name="csY1" fmla="*/ 0 h 206461"/>
                <a:gd name="csX2" fmla="*/ 324793 w 359203"/>
                <a:gd name="csY2" fmla="*/ 0 h 206461"/>
                <a:gd name="csX3" fmla="*/ 359203 w 359203"/>
                <a:gd name="csY3" fmla="*/ 34410 h 206461"/>
                <a:gd name="csX4" fmla="*/ 359203 w 359203"/>
                <a:gd name="csY4" fmla="*/ 172051 h 206461"/>
                <a:gd name="csX5" fmla="*/ 324793 w 359203"/>
                <a:gd name="csY5" fmla="*/ 206461 h 206461"/>
                <a:gd name="csX6" fmla="*/ 34410 w 359203"/>
                <a:gd name="csY6" fmla="*/ 206461 h 206461"/>
                <a:gd name="csX7" fmla="*/ 0 w 359203"/>
                <a:gd name="csY7" fmla="*/ 172051 h 206461"/>
                <a:gd name="csX8" fmla="*/ 0 w 359203"/>
                <a:gd name="csY8" fmla="*/ 34410 h 2064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59203" h="206461" fill="none" extrusionOk="0">
                  <a:moveTo>
                    <a:pt x="0" y="34410"/>
                  </a:moveTo>
                  <a:cubicBezTo>
                    <a:pt x="-2471" y="15651"/>
                    <a:pt x="14818" y="-509"/>
                    <a:pt x="34410" y="0"/>
                  </a:cubicBezTo>
                  <a:cubicBezTo>
                    <a:pt x="120741" y="-20196"/>
                    <a:pt x="191385" y="16161"/>
                    <a:pt x="324793" y="0"/>
                  </a:cubicBezTo>
                  <a:cubicBezTo>
                    <a:pt x="339168" y="520"/>
                    <a:pt x="359849" y="18041"/>
                    <a:pt x="359203" y="34410"/>
                  </a:cubicBezTo>
                  <a:cubicBezTo>
                    <a:pt x="371397" y="100414"/>
                    <a:pt x="343249" y="113449"/>
                    <a:pt x="359203" y="172051"/>
                  </a:cubicBezTo>
                  <a:cubicBezTo>
                    <a:pt x="359059" y="187973"/>
                    <a:pt x="347577" y="202357"/>
                    <a:pt x="324793" y="206461"/>
                  </a:cubicBezTo>
                  <a:cubicBezTo>
                    <a:pt x="233795" y="219652"/>
                    <a:pt x="165488" y="186142"/>
                    <a:pt x="34410" y="206461"/>
                  </a:cubicBezTo>
                  <a:cubicBezTo>
                    <a:pt x="11635" y="205750"/>
                    <a:pt x="231" y="192240"/>
                    <a:pt x="0" y="172051"/>
                  </a:cubicBezTo>
                  <a:cubicBezTo>
                    <a:pt x="-4037" y="134226"/>
                    <a:pt x="16231" y="68875"/>
                    <a:pt x="0" y="34410"/>
                  </a:cubicBezTo>
                  <a:close/>
                </a:path>
                <a:path w="359203" h="206461" stroke="0" extrusionOk="0">
                  <a:moveTo>
                    <a:pt x="0" y="34410"/>
                  </a:moveTo>
                  <a:cubicBezTo>
                    <a:pt x="-1265" y="9902"/>
                    <a:pt x="15501" y="624"/>
                    <a:pt x="34410" y="0"/>
                  </a:cubicBezTo>
                  <a:cubicBezTo>
                    <a:pt x="164311" y="-30268"/>
                    <a:pt x="202200" y="32608"/>
                    <a:pt x="324793" y="0"/>
                  </a:cubicBezTo>
                  <a:cubicBezTo>
                    <a:pt x="346541" y="4031"/>
                    <a:pt x="358264" y="18371"/>
                    <a:pt x="359203" y="34410"/>
                  </a:cubicBezTo>
                  <a:cubicBezTo>
                    <a:pt x="366350" y="95516"/>
                    <a:pt x="353453" y="135251"/>
                    <a:pt x="359203" y="172051"/>
                  </a:cubicBezTo>
                  <a:cubicBezTo>
                    <a:pt x="359917" y="192516"/>
                    <a:pt x="343094" y="204845"/>
                    <a:pt x="324793" y="206461"/>
                  </a:cubicBezTo>
                  <a:cubicBezTo>
                    <a:pt x="197301" y="216132"/>
                    <a:pt x="171308" y="179771"/>
                    <a:pt x="34410" y="206461"/>
                  </a:cubicBezTo>
                  <a:cubicBezTo>
                    <a:pt x="14762" y="202722"/>
                    <a:pt x="-1612" y="187019"/>
                    <a:pt x="0" y="172051"/>
                  </a:cubicBezTo>
                  <a:cubicBezTo>
                    <a:pt x="-1159" y="106592"/>
                    <a:pt x="4316" y="95833"/>
                    <a:pt x="0" y="34410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3466926951">
                    <a:prstGeom prst="flowChartAlternateProcess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N</a:t>
              </a: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73B6771-C137-8B77-CD3F-E94585AFA53E}"/>
                </a:ext>
              </a:extLst>
            </p:cNvPr>
            <p:cNvCxnSpPr>
              <a:cxnSpLocks/>
              <a:stCxn id="8" idx="0"/>
              <a:endCxn id="5" idx="5"/>
            </p:cNvCxnSpPr>
            <p:nvPr/>
          </p:nvCxnSpPr>
          <p:spPr>
            <a:xfrm flipH="1" flipV="1">
              <a:off x="10175145" y="1811316"/>
              <a:ext cx="232206" cy="206460"/>
            </a:xfrm>
            <a:prstGeom prst="line">
              <a:avLst/>
            </a:prstGeom>
            <a:ln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56D6439-55C2-4C2C-C0B8-AD1EBD0655AE}"/>
                </a:ext>
              </a:extLst>
            </p:cNvPr>
            <p:cNvSpPr/>
            <p:nvPr/>
          </p:nvSpPr>
          <p:spPr>
            <a:xfrm>
              <a:off x="7280977" y="2538672"/>
              <a:ext cx="359203" cy="359203"/>
            </a:xfrm>
            <a:custGeom>
              <a:avLst/>
              <a:gdLst>
                <a:gd name="csX0" fmla="*/ 0 w 359203"/>
                <a:gd name="csY0" fmla="*/ 179602 h 359203"/>
                <a:gd name="csX1" fmla="*/ 179602 w 359203"/>
                <a:gd name="csY1" fmla="*/ 0 h 359203"/>
                <a:gd name="csX2" fmla="*/ 359204 w 359203"/>
                <a:gd name="csY2" fmla="*/ 179602 h 359203"/>
                <a:gd name="csX3" fmla="*/ 179602 w 359203"/>
                <a:gd name="csY3" fmla="*/ 359204 h 359203"/>
                <a:gd name="csX4" fmla="*/ 0 w 359203"/>
                <a:gd name="csY4" fmla="*/ 179602 h 3592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59203" h="359203" fill="none" extrusionOk="0">
                  <a:moveTo>
                    <a:pt x="0" y="179602"/>
                  </a:moveTo>
                  <a:cubicBezTo>
                    <a:pt x="26005" y="73200"/>
                    <a:pt x="92920" y="-13958"/>
                    <a:pt x="179602" y="0"/>
                  </a:cubicBezTo>
                  <a:cubicBezTo>
                    <a:pt x="263246" y="-11447"/>
                    <a:pt x="347957" y="90893"/>
                    <a:pt x="359204" y="179602"/>
                  </a:cubicBezTo>
                  <a:cubicBezTo>
                    <a:pt x="366879" y="295243"/>
                    <a:pt x="300264" y="362946"/>
                    <a:pt x="179602" y="359204"/>
                  </a:cubicBezTo>
                  <a:cubicBezTo>
                    <a:pt x="75054" y="354824"/>
                    <a:pt x="-12637" y="288153"/>
                    <a:pt x="0" y="179602"/>
                  </a:cubicBezTo>
                  <a:close/>
                </a:path>
                <a:path w="359203" h="359203" stroke="0" extrusionOk="0">
                  <a:moveTo>
                    <a:pt x="0" y="179602"/>
                  </a:moveTo>
                  <a:cubicBezTo>
                    <a:pt x="-23030" y="96828"/>
                    <a:pt x="90993" y="-378"/>
                    <a:pt x="179602" y="0"/>
                  </a:cubicBezTo>
                  <a:cubicBezTo>
                    <a:pt x="284162" y="-10442"/>
                    <a:pt x="367582" y="77346"/>
                    <a:pt x="359204" y="179602"/>
                  </a:cubicBezTo>
                  <a:cubicBezTo>
                    <a:pt x="360561" y="277122"/>
                    <a:pt x="274596" y="375759"/>
                    <a:pt x="179602" y="359204"/>
                  </a:cubicBezTo>
                  <a:cubicBezTo>
                    <a:pt x="67047" y="357884"/>
                    <a:pt x="14137" y="285967"/>
                    <a:pt x="0" y="179602"/>
                  </a:cubicBezTo>
                  <a:close/>
                </a:path>
              </a:pathLst>
            </a:custGeom>
            <a:solidFill>
              <a:srgbClr val="FF0000"/>
            </a:solidFill>
            <a:ln>
              <a:extLst>
                <a:ext uri="{C807C97D-BFC1-408E-A445-0C87EB9F89A2}">
                  <ask:lineSketchStyleProps xmlns:ask="http://schemas.microsoft.com/office/drawing/2018/sketchyshapes" sd="2229669664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5</a:t>
              </a: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A299B558-FDE5-A984-604A-C6C84D925744}"/>
                </a:ext>
              </a:extLst>
            </p:cNvPr>
            <p:cNvCxnSpPr>
              <a:cxnSpLocks/>
              <a:stCxn id="9" idx="3"/>
              <a:endCxn id="16" idx="0"/>
            </p:cNvCxnSpPr>
            <p:nvPr/>
          </p:nvCxnSpPr>
          <p:spPr>
            <a:xfrm flipH="1">
              <a:off x="7460579" y="2324375"/>
              <a:ext cx="232205" cy="214297"/>
            </a:xfrm>
            <a:prstGeom prst="line">
              <a:avLst/>
            </a:prstGeom>
            <a:ln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0B4623D-C7DA-9949-C03E-5B1787869A5A}"/>
                </a:ext>
              </a:extLst>
            </p:cNvPr>
            <p:cNvCxnSpPr>
              <a:cxnSpLocks/>
              <a:stCxn id="7" idx="3"/>
              <a:endCxn id="32" idx="0"/>
            </p:cNvCxnSpPr>
            <p:nvPr/>
          </p:nvCxnSpPr>
          <p:spPr>
            <a:xfrm flipH="1">
              <a:off x="8738245" y="2324376"/>
              <a:ext cx="179601" cy="272999"/>
            </a:xfrm>
            <a:prstGeom prst="line">
              <a:avLst/>
            </a:prstGeom>
            <a:ln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0F0E2EF-B38C-EBCE-9C62-6BBAD2D7145D}"/>
                </a:ext>
              </a:extLst>
            </p:cNvPr>
            <p:cNvCxnSpPr>
              <a:stCxn id="6" idx="3"/>
              <a:endCxn id="9" idx="0"/>
            </p:cNvCxnSpPr>
            <p:nvPr/>
          </p:nvCxnSpPr>
          <p:spPr>
            <a:xfrm flipH="1">
              <a:off x="7819782" y="1806593"/>
              <a:ext cx="419856" cy="211183"/>
            </a:xfrm>
            <a:prstGeom prst="line">
              <a:avLst/>
            </a:prstGeom>
            <a:ln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958F0798-5242-B86F-B09E-1A5F255058B6}"/>
                </a:ext>
              </a:extLst>
            </p:cNvPr>
            <p:cNvCxnSpPr>
              <a:cxnSpLocks/>
              <a:stCxn id="7" idx="5"/>
              <a:endCxn id="33" idx="0"/>
            </p:cNvCxnSpPr>
            <p:nvPr/>
          </p:nvCxnSpPr>
          <p:spPr>
            <a:xfrm>
              <a:off x="9171841" y="2324376"/>
              <a:ext cx="238981" cy="272999"/>
            </a:xfrm>
            <a:prstGeom prst="line">
              <a:avLst/>
            </a:prstGeom>
            <a:ln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Flowchart: Alternate Process 24">
              <a:extLst>
                <a:ext uri="{FF2B5EF4-FFF2-40B4-BE49-F238E27FC236}">
                  <a16:creationId xmlns:a16="http://schemas.microsoft.com/office/drawing/2014/main" id="{F985946D-088C-9F64-E8E1-31849A450559}"/>
                </a:ext>
              </a:extLst>
            </p:cNvPr>
            <p:cNvSpPr/>
            <p:nvPr/>
          </p:nvSpPr>
          <p:spPr>
            <a:xfrm>
              <a:off x="9890175" y="2597376"/>
              <a:ext cx="359203" cy="206461"/>
            </a:xfrm>
            <a:custGeom>
              <a:avLst/>
              <a:gdLst>
                <a:gd name="csX0" fmla="*/ 0 w 359203"/>
                <a:gd name="csY0" fmla="*/ 34410 h 206461"/>
                <a:gd name="csX1" fmla="*/ 34410 w 359203"/>
                <a:gd name="csY1" fmla="*/ 0 h 206461"/>
                <a:gd name="csX2" fmla="*/ 324793 w 359203"/>
                <a:gd name="csY2" fmla="*/ 0 h 206461"/>
                <a:gd name="csX3" fmla="*/ 359203 w 359203"/>
                <a:gd name="csY3" fmla="*/ 34410 h 206461"/>
                <a:gd name="csX4" fmla="*/ 359203 w 359203"/>
                <a:gd name="csY4" fmla="*/ 172051 h 206461"/>
                <a:gd name="csX5" fmla="*/ 324793 w 359203"/>
                <a:gd name="csY5" fmla="*/ 206461 h 206461"/>
                <a:gd name="csX6" fmla="*/ 34410 w 359203"/>
                <a:gd name="csY6" fmla="*/ 206461 h 206461"/>
                <a:gd name="csX7" fmla="*/ 0 w 359203"/>
                <a:gd name="csY7" fmla="*/ 172051 h 206461"/>
                <a:gd name="csX8" fmla="*/ 0 w 359203"/>
                <a:gd name="csY8" fmla="*/ 34410 h 2064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59203" h="206461" fill="none" extrusionOk="0">
                  <a:moveTo>
                    <a:pt x="0" y="34410"/>
                  </a:moveTo>
                  <a:cubicBezTo>
                    <a:pt x="-2471" y="15651"/>
                    <a:pt x="14818" y="-509"/>
                    <a:pt x="34410" y="0"/>
                  </a:cubicBezTo>
                  <a:cubicBezTo>
                    <a:pt x="120741" y="-20196"/>
                    <a:pt x="191385" y="16161"/>
                    <a:pt x="324793" y="0"/>
                  </a:cubicBezTo>
                  <a:cubicBezTo>
                    <a:pt x="339168" y="520"/>
                    <a:pt x="359849" y="18041"/>
                    <a:pt x="359203" y="34410"/>
                  </a:cubicBezTo>
                  <a:cubicBezTo>
                    <a:pt x="371397" y="100414"/>
                    <a:pt x="343249" y="113449"/>
                    <a:pt x="359203" y="172051"/>
                  </a:cubicBezTo>
                  <a:cubicBezTo>
                    <a:pt x="359059" y="187973"/>
                    <a:pt x="347577" y="202357"/>
                    <a:pt x="324793" y="206461"/>
                  </a:cubicBezTo>
                  <a:cubicBezTo>
                    <a:pt x="233795" y="219652"/>
                    <a:pt x="165488" y="186142"/>
                    <a:pt x="34410" y="206461"/>
                  </a:cubicBezTo>
                  <a:cubicBezTo>
                    <a:pt x="11635" y="205750"/>
                    <a:pt x="231" y="192240"/>
                    <a:pt x="0" y="172051"/>
                  </a:cubicBezTo>
                  <a:cubicBezTo>
                    <a:pt x="-4037" y="134226"/>
                    <a:pt x="16231" y="68875"/>
                    <a:pt x="0" y="34410"/>
                  </a:cubicBezTo>
                  <a:close/>
                </a:path>
                <a:path w="359203" h="206461" stroke="0" extrusionOk="0">
                  <a:moveTo>
                    <a:pt x="0" y="34410"/>
                  </a:moveTo>
                  <a:cubicBezTo>
                    <a:pt x="-1265" y="9902"/>
                    <a:pt x="15501" y="624"/>
                    <a:pt x="34410" y="0"/>
                  </a:cubicBezTo>
                  <a:cubicBezTo>
                    <a:pt x="164311" y="-30268"/>
                    <a:pt x="202200" y="32608"/>
                    <a:pt x="324793" y="0"/>
                  </a:cubicBezTo>
                  <a:cubicBezTo>
                    <a:pt x="346541" y="4031"/>
                    <a:pt x="358264" y="18371"/>
                    <a:pt x="359203" y="34410"/>
                  </a:cubicBezTo>
                  <a:cubicBezTo>
                    <a:pt x="366350" y="95516"/>
                    <a:pt x="353453" y="135251"/>
                    <a:pt x="359203" y="172051"/>
                  </a:cubicBezTo>
                  <a:cubicBezTo>
                    <a:pt x="359917" y="192516"/>
                    <a:pt x="343094" y="204845"/>
                    <a:pt x="324793" y="206461"/>
                  </a:cubicBezTo>
                  <a:cubicBezTo>
                    <a:pt x="197301" y="216132"/>
                    <a:pt x="171308" y="179771"/>
                    <a:pt x="34410" y="206461"/>
                  </a:cubicBezTo>
                  <a:cubicBezTo>
                    <a:pt x="14762" y="202722"/>
                    <a:pt x="-1612" y="187019"/>
                    <a:pt x="0" y="172051"/>
                  </a:cubicBezTo>
                  <a:cubicBezTo>
                    <a:pt x="-1159" y="106592"/>
                    <a:pt x="4316" y="95833"/>
                    <a:pt x="0" y="34410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3466926951">
                    <a:prstGeom prst="flowChartAlternateProcess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N</a:t>
              </a:r>
            </a:p>
          </p:txBody>
        </p:sp>
        <p:sp>
          <p:nvSpPr>
            <p:cNvPr id="26" name="Flowchart: Alternate Process 25">
              <a:extLst>
                <a:ext uri="{FF2B5EF4-FFF2-40B4-BE49-F238E27FC236}">
                  <a16:creationId xmlns:a16="http://schemas.microsoft.com/office/drawing/2014/main" id="{2B937661-4455-6342-FC21-B56E8C8BD38E}"/>
                </a:ext>
              </a:extLst>
            </p:cNvPr>
            <p:cNvSpPr/>
            <p:nvPr/>
          </p:nvSpPr>
          <p:spPr>
            <a:xfrm>
              <a:off x="10615736" y="2597375"/>
              <a:ext cx="359203" cy="206461"/>
            </a:xfrm>
            <a:custGeom>
              <a:avLst/>
              <a:gdLst>
                <a:gd name="csX0" fmla="*/ 0 w 359203"/>
                <a:gd name="csY0" fmla="*/ 34410 h 206461"/>
                <a:gd name="csX1" fmla="*/ 34410 w 359203"/>
                <a:gd name="csY1" fmla="*/ 0 h 206461"/>
                <a:gd name="csX2" fmla="*/ 324793 w 359203"/>
                <a:gd name="csY2" fmla="*/ 0 h 206461"/>
                <a:gd name="csX3" fmla="*/ 359203 w 359203"/>
                <a:gd name="csY3" fmla="*/ 34410 h 206461"/>
                <a:gd name="csX4" fmla="*/ 359203 w 359203"/>
                <a:gd name="csY4" fmla="*/ 172051 h 206461"/>
                <a:gd name="csX5" fmla="*/ 324793 w 359203"/>
                <a:gd name="csY5" fmla="*/ 206461 h 206461"/>
                <a:gd name="csX6" fmla="*/ 34410 w 359203"/>
                <a:gd name="csY6" fmla="*/ 206461 h 206461"/>
                <a:gd name="csX7" fmla="*/ 0 w 359203"/>
                <a:gd name="csY7" fmla="*/ 172051 h 206461"/>
                <a:gd name="csX8" fmla="*/ 0 w 359203"/>
                <a:gd name="csY8" fmla="*/ 34410 h 2064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59203" h="206461" fill="none" extrusionOk="0">
                  <a:moveTo>
                    <a:pt x="0" y="34410"/>
                  </a:moveTo>
                  <a:cubicBezTo>
                    <a:pt x="-2471" y="15651"/>
                    <a:pt x="14818" y="-509"/>
                    <a:pt x="34410" y="0"/>
                  </a:cubicBezTo>
                  <a:cubicBezTo>
                    <a:pt x="120741" y="-20196"/>
                    <a:pt x="191385" y="16161"/>
                    <a:pt x="324793" y="0"/>
                  </a:cubicBezTo>
                  <a:cubicBezTo>
                    <a:pt x="339168" y="520"/>
                    <a:pt x="359849" y="18041"/>
                    <a:pt x="359203" y="34410"/>
                  </a:cubicBezTo>
                  <a:cubicBezTo>
                    <a:pt x="371397" y="100414"/>
                    <a:pt x="343249" y="113449"/>
                    <a:pt x="359203" y="172051"/>
                  </a:cubicBezTo>
                  <a:cubicBezTo>
                    <a:pt x="359059" y="187973"/>
                    <a:pt x="347577" y="202357"/>
                    <a:pt x="324793" y="206461"/>
                  </a:cubicBezTo>
                  <a:cubicBezTo>
                    <a:pt x="233795" y="219652"/>
                    <a:pt x="165488" y="186142"/>
                    <a:pt x="34410" y="206461"/>
                  </a:cubicBezTo>
                  <a:cubicBezTo>
                    <a:pt x="11635" y="205750"/>
                    <a:pt x="231" y="192240"/>
                    <a:pt x="0" y="172051"/>
                  </a:cubicBezTo>
                  <a:cubicBezTo>
                    <a:pt x="-4037" y="134226"/>
                    <a:pt x="16231" y="68875"/>
                    <a:pt x="0" y="34410"/>
                  </a:cubicBezTo>
                  <a:close/>
                </a:path>
                <a:path w="359203" h="206461" stroke="0" extrusionOk="0">
                  <a:moveTo>
                    <a:pt x="0" y="34410"/>
                  </a:moveTo>
                  <a:cubicBezTo>
                    <a:pt x="-1265" y="9902"/>
                    <a:pt x="15501" y="624"/>
                    <a:pt x="34410" y="0"/>
                  </a:cubicBezTo>
                  <a:cubicBezTo>
                    <a:pt x="164311" y="-30268"/>
                    <a:pt x="202200" y="32608"/>
                    <a:pt x="324793" y="0"/>
                  </a:cubicBezTo>
                  <a:cubicBezTo>
                    <a:pt x="346541" y="4031"/>
                    <a:pt x="358264" y="18371"/>
                    <a:pt x="359203" y="34410"/>
                  </a:cubicBezTo>
                  <a:cubicBezTo>
                    <a:pt x="366350" y="95516"/>
                    <a:pt x="353453" y="135251"/>
                    <a:pt x="359203" y="172051"/>
                  </a:cubicBezTo>
                  <a:cubicBezTo>
                    <a:pt x="359917" y="192516"/>
                    <a:pt x="343094" y="204845"/>
                    <a:pt x="324793" y="206461"/>
                  </a:cubicBezTo>
                  <a:cubicBezTo>
                    <a:pt x="197301" y="216132"/>
                    <a:pt x="171308" y="179771"/>
                    <a:pt x="34410" y="206461"/>
                  </a:cubicBezTo>
                  <a:cubicBezTo>
                    <a:pt x="14762" y="202722"/>
                    <a:pt x="-1612" y="187019"/>
                    <a:pt x="0" y="172051"/>
                  </a:cubicBezTo>
                  <a:cubicBezTo>
                    <a:pt x="-1159" y="106592"/>
                    <a:pt x="4316" y="95833"/>
                    <a:pt x="0" y="34410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3466926951">
                    <a:prstGeom prst="flowChartAlternateProcess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N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9C0B434-C2A3-50EC-5C10-A3DDA8099275}"/>
                </a:ext>
              </a:extLst>
            </p:cNvPr>
            <p:cNvCxnSpPr>
              <a:stCxn id="8" idx="3"/>
              <a:endCxn id="25" idx="0"/>
            </p:cNvCxnSpPr>
            <p:nvPr/>
          </p:nvCxnSpPr>
          <p:spPr>
            <a:xfrm flipH="1">
              <a:off x="10069777" y="2324375"/>
              <a:ext cx="210576" cy="27300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914E8312-A1CF-AA6C-1364-CA4AF9BBE66A}"/>
                </a:ext>
              </a:extLst>
            </p:cNvPr>
            <p:cNvCxnSpPr>
              <a:stCxn id="8" idx="5"/>
              <a:endCxn id="26" idx="0"/>
            </p:cNvCxnSpPr>
            <p:nvPr/>
          </p:nvCxnSpPr>
          <p:spPr>
            <a:xfrm>
              <a:off x="10534348" y="2324375"/>
              <a:ext cx="260990" cy="2730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Flowchart: Alternate Process 31">
              <a:extLst>
                <a:ext uri="{FF2B5EF4-FFF2-40B4-BE49-F238E27FC236}">
                  <a16:creationId xmlns:a16="http://schemas.microsoft.com/office/drawing/2014/main" id="{D87ED78B-062B-A296-91CA-CD3C845BC23B}"/>
                </a:ext>
              </a:extLst>
            </p:cNvPr>
            <p:cNvSpPr/>
            <p:nvPr/>
          </p:nvSpPr>
          <p:spPr>
            <a:xfrm>
              <a:off x="8558643" y="2597375"/>
              <a:ext cx="359203" cy="206461"/>
            </a:xfrm>
            <a:custGeom>
              <a:avLst/>
              <a:gdLst>
                <a:gd name="csX0" fmla="*/ 0 w 359203"/>
                <a:gd name="csY0" fmla="*/ 34410 h 206461"/>
                <a:gd name="csX1" fmla="*/ 34410 w 359203"/>
                <a:gd name="csY1" fmla="*/ 0 h 206461"/>
                <a:gd name="csX2" fmla="*/ 324793 w 359203"/>
                <a:gd name="csY2" fmla="*/ 0 h 206461"/>
                <a:gd name="csX3" fmla="*/ 359203 w 359203"/>
                <a:gd name="csY3" fmla="*/ 34410 h 206461"/>
                <a:gd name="csX4" fmla="*/ 359203 w 359203"/>
                <a:gd name="csY4" fmla="*/ 172051 h 206461"/>
                <a:gd name="csX5" fmla="*/ 324793 w 359203"/>
                <a:gd name="csY5" fmla="*/ 206461 h 206461"/>
                <a:gd name="csX6" fmla="*/ 34410 w 359203"/>
                <a:gd name="csY6" fmla="*/ 206461 h 206461"/>
                <a:gd name="csX7" fmla="*/ 0 w 359203"/>
                <a:gd name="csY7" fmla="*/ 172051 h 206461"/>
                <a:gd name="csX8" fmla="*/ 0 w 359203"/>
                <a:gd name="csY8" fmla="*/ 34410 h 2064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59203" h="206461" fill="none" extrusionOk="0">
                  <a:moveTo>
                    <a:pt x="0" y="34410"/>
                  </a:moveTo>
                  <a:cubicBezTo>
                    <a:pt x="-2471" y="15651"/>
                    <a:pt x="14818" y="-509"/>
                    <a:pt x="34410" y="0"/>
                  </a:cubicBezTo>
                  <a:cubicBezTo>
                    <a:pt x="120741" y="-20196"/>
                    <a:pt x="191385" y="16161"/>
                    <a:pt x="324793" y="0"/>
                  </a:cubicBezTo>
                  <a:cubicBezTo>
                    <a:pt x="339168" y="520"/>
                    <a:pt x="359849" y="18041"/>
                    <a:pt x="359203" y="34410"/>
                  </a:cubicBezTo>
                  <a:cubicBezTo>
                    <a:pt x="371397" y="100414"/>
                    <a:pt x="343249" y="113449"/>
                    <a:pt x="359203" y="172051"/>
                  </a:cubicBezTo>
                  <a:cubicBezTo>
                    <a:pt x="359059" y="187973"/>
                    <a:pt x="347577" y="202357"/>
                    <a:pt x="324793" y="206461"/>
                  </a:cubicBezTo>
                  <a:cubicBezTo>
                    <a:pt x="233795" y="219652"/>
                    <a:pt x="165488" y="186142"/>
                    <a:pt x="34410" y="206461"/>
                  </a:cubicBezTo>
                  <a:cubicBezTo>
                    <a:pt x="11635" y="205750"/>
                    <a:pt x="231" y="192240"/>
                    <a:pt x="0" y="172051"/>
                  </a:cubicBezTo>
                  <a:cubicBezTo>
                    <a:pt x="-4037" y="134226"/>
                    <a:pt x="16231" y="68875"/>
                    <a:pt x="0" y="34410"/>
                  </a:cubicBezTo>
                  <a:close/>
                </a:path>
                <a:path w="359203" h="206461" stroke="0" extrusionOk="0">
                  <a:moveTo>
                    <a:pt x="0" y="34410"/>
                  </a:moveTo>
                  <a:cubicBezTo>
                    <a:pt x="-1265" y="9902"/>
                    <a:pt x="15501" y="624"/>
                    <a:pt x="34410" y="0"/>
                  </a:cubicBezTo>
                  <a:cubicBezTo>
                    <a:pt x="164311" y="-30268"/>
                    <a:pt x="202200" y="32608"/>
                    <a:pt x="324793" y="0"/>
                  </a:cubicBezTo>
                  <a:cubicBezTo>
                    <a:pt x="346541" y="4031"/>
                    <a:pt x="358264" y="18371"/>
                    <a:pt x="359203" y="34410"/>
                  </a:cubicBezTo>
                  <a:cubicBezTo>
                    <a:pt x="366350" y="95516"/>
                    <a:pt x="353453" y="135251"/>
                    <a:pt x="359203" y="172051"/>
                  </a:cubicBezTo>
                  <a:cubicBezTo>
                    <a:pt x="359917" y="192516"/>
                    <a:pt x="343094" y="204845"/>
                    <a:pt x="324793" y="206461"/>
                  </a:cubicBezTo>
                  <a:cubicBezTo>
                    <a:pt x="197301" y="216132"/>
                    <a:pt x="171308" y="179771"/>
                    <a:pt x="34410" y="206461"/>
                  </a:cubicBezTo>
                  <a:cubicBezTo>
                    <a:pt x="14762" y="202722"/>
                    <a:pt x="-1612" y="187019"/>
                    <a:pt x="0" y="172051"/>
                  </a:cubicBezTo>
                  <a:cubicBezTo>
                    <a:pt x="-1159" y="106592"/>
                    <a:pt x="4316" y="95833"/>
                    <a:pt x="0" y="34410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3466926951">
                    <a:prstGeom prst="flowChartAlternateProcess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N</a:t>
              </a:r>
            </a:p>
          </p:txBody>
        </p:sp>
        <p:sp>
          <p:nvSpPr>
            <p:cNvPr id="33" name="Flowchart: Alternate Process 32">
              <a:extLst>
                <a:ext uri="{FF2B5EF4-FFF2-40B4-BE49-F238E27FC236}">
                  <a16:creationId xmlns:a16="http://schemas.microsoft.com/office/drawing/2014/main" id="{EE5A5C36-22AE-1559-4551-E3113264369C}"/>
                </a:ext>
              </a:extLst>
            </p:cNvPr>
            <p:cNvSpPr/>
            <p:nvPr/>
          </p:nvSpPr>
          <p:spPr>
            <a:xfrm>
              <a:off x="9231220" y="2597375"/>
              <a:ext cx="359203" cy="206461"/>
            </a:xfrm>
            <a:custGeom>
              <a:avLst/>
              <a:gdLst>
                <a:gd name="csX0" fmla="*/ 0 w 359203"/>
                <a:gd name="csY0" fmla="*/ 34410 h 206461"/>
                <a:gd name="csX1" fmla="*/ 34410 w 359203"/>
                <a:gd name="csY1" fmla="*/ 0 h 206461"/>
                <a:gd name="csX2" fmla="*/ 324793 w 359203"/>
                <a:gd name="csY2" fmla="*/ 0 h 206461"/>
                <a:gd name="csX3" fmla="*/ 359203 w 359203"/>
                <a:gd name="csY3" fmla="*/ 34410 h 206461"/>
                <a:gd name="csX4" fmla="*/ 359203 w 359203"/>
                <a:gd name="csY4" fmla="*/ 172051 h 206461"/>
                <a:gd name="csX5" fmla="*/ 324793 w 359203"/>
                <a:gd name="csY5" fmla="*/ 206461 h 206461"/>
                <a:gd name="csX6" fmla="*/ 34410 w 359203"/>
                <a:gd name="csY6" fmla="*/ 206461 h 206461"/>
                <a:gd name="csX7" fmla="*/ 0 w 359203"/>
                <a:gd name="csY7" fmla="*/ 172051 h 206461"/>
                <a:gd name="csX8" fmla="*/ 0 w 359203"/>
                <a:gd name="csY8" fmla="*/ 34410 h 2064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59203" h="206461" fill="none" extrusionOk="0">
                  <a:moveTo>
                    <a:pt x="0" y="34410"/>
                  </a:moveTo>
                  <a:cubicBezTo>
                    <a:pt x="-2471" y="15651"/>
                    <a:pt x="14818" y="-509"/>
                    <a:pt x="34410" y="0"/>
                  </a:cubicBezTo>
                  <a:cubicBezTo>
                    <a:pt x="120741" y="-20196"/>
                    <a:pt x="191385" y="16161"/>
                    <a:pt x="324793" y="0"/>
                  </a:cubicBezTo>
                  <a:cubicBezTo>
                    <a:pt x="339168" y="520"/>
                    <a:pt x="359849" y="18041"/>
                    <a:pt x="359203" y="34410"/>
                  </a:cubicBezTo>
                  <a:cubicBezTo>
                    <a:pt x="371397" y="100414"/>
                    <a:pt x="343249" y="113449"/>
                    <a:pt x="359203" y="172051"/>
                  </a:cubicBezTo>
                  <a:cubicBezTo>
                    <a:pt x="359059" y="187973"/>
                    <a:pt x="347577" y="202357"/>
                    <a:pt x="324793" y="206461"/>
                  </a:cubicBezTo>
                  <a:cubicBezTo>
                    <a:pt x="233795" y="219652"/>
                    <a:pt x="165488" y="186142"/>
                    <a:pt x="34410" y="206461"/>
                  </a:cubicBezTo>
                  <a:cubicBezTo>
                    <a:pt x="11635" y="205750"/>
                    <a:pt x="231" y="192240"/>
                    <a:pt x="0" y="172051"/>
                  </a:cubicBezTo>
                  <a:cubicBezTo>
                    <a:pt x="-4037" y="134226"/>
                    <a:pt x="16231" y="68875"/>
                    <a:pt x="0" y="34410"/>
                  </a:cubicBezTo>
                  <a:close/>
                </a:path>
                <a:path w="359203" h="206461" stroke="0" extrusionOk="0">
                  <a:moveTo>
                    <a:pt x="0" y="34410"/>
                  </a:moveTo>
                  <a:cubicBezTo>
                    <a:pt x="-1265" y="9902"/>
                    <a:pt x="15501" y="624"/>
                    <a:pt x="34410" y="0"/>
                  </a:cubicBezTo>
                  <a:cubicBezTo>
                    <a:pt x="164311" y="-30268"/>
                    <a:pt x="202200" y="32608"/>
                    <a:pt x="324793" y="0"/>
                  </a:cubicBezTo>
                  <a:cubicBezTo>
                    <a:pt x="346541" y="4031"/>
                    <a:pt x="358264" y="18371"/>
                    <a:pt x="359203" y="34410"/>
                  </a:cubicBezTo>
                  <a:cubicBezTo>
                    <a:pt x="366350" y="95516"/>
                    <a:pt x="353453" y="135251"/>
                    <a:pt x="359203" y="172051"/>
                  </a:cubicBezTo>
                  <a:cubicBezTo>
                    <a:pt x="359917" y="192516"/>
                    <a:pt x="343094" y="204845"/>
                    <a:pt x="324793" y="206461"/>
                  </a:cubicBezTo>
                  <a:cubicBezTo>
                    <a:pt x="197301" y="216132"/>
                    <a:pt x="171308" y="179771"/>
                    <a:pt x="34410" y="206461"/>
                  </a:cubicBezTo>
                  <a:cubicBezTo>
                    <a:pt x="14762" y="202722"/>
                    <a:pt x="-1612" y="187019"/>
                    <a:pt x="0" y="172051"/>
                  </a:cubicBezTo>
                  <a:cubicBezTo>
                    <a:pt x="-1159" y="106592"/>
                    <a:pt x="4316" y="95833"/>
                    <a:pt x="0" y="34410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3466926951">
                    <a:prstGeom prst="flowChartAlternateProcess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N</a:t>
              </a:r>
            </a:p>
          </p:txBody>
        </p:sp>
        <p:sp>
          <p:nvSpPr>
            <p:cNvPr id="37" name="Flowchart: Alternate Process 36">
              <a:extLst>
                <a:ext uri="{FF2B5EF4-FFF2-40B4-BE49-F238E27FC236}">
                  <a16:creationId xmlns:a16="http://schemas.microsoft.com/office/drawing/2014/main" id="{33469DF3-BBF0-F297-4301-91468B1C5F1C}"/>
                </a:ext>
              </a:extLst>
            </p:cNvPr>
            <p:cNvSpPr/>
            <p:nvPr/>
          </p:nvSpPr>
          <p:spPr>
            <a:xfrm>
              <a:off x="8053629" y="2594261"/>
              <a:ext cx="359203" cy="206461"/>
            </a:xfrm>
            <a:custGeom>
              <a:avLst/>
              <a:gdLst>
                <a:gd name="csX0" fmla="*/ 0 w 359203"/>
                <a:gd name="csY0" fmla="*/ 34410 h 206461"/>
                <a:gd name="csX1" fmla="*/ 34410 w 359203"/>
                <a:gd name="csY1" fmla="*/ 0 h 206461"/>
                <a:gd name="csX2" fmla="*/ 324793 w 359203"/>
                <a:gd name="csY2" fmla="*/ 0 h 206461"/>
                <a:gd name="csX3" fmla="*/ 359203 w 359203"/>
                <a:gd name="csY3" fmla="*/ 34410 h 206461"/>
                <a:gd name="csX4" fmla="*/ 359203 w 359203"/>
                <a:gd name="csY4" fmla="*/ 172051 h 206461"/>
                <a:gd name="csX5" fmla="*/ 324793 w 359203"/>
                <a:gd name="csY5" fmla="*/ 206461 h 206461"/>
                <a:gd name="csX6" fmla="*/ 34410 w 359203"/>
                <a:gd name="csY6" fmla="*/ 206461 h 206461"/>
                <a:gd name="csX7" fmla="*/ 0 w 359203"/>
                <a:gd name="csY7" fmla="*/ 172051 h 206461"/>
                <a:gd name="csX8" fmla="*/ 0 w 359203"/>
                <a:gd name="csY8" fmla="*/ 34410 h 2064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59203" h="206461" fill="none" extrusionOk="0">
                  <a:moveTo>
                    <a:pt x="0" y="34410"/>
                  </a:moveTo>
                  <a:cubicBezTo>
                    <a:pt x="-2471" y="15651"/>
                    <a:pt x="14818" y="-509"/>
                    <a:pt x="34410" y="0"/>
                  </a:cubicBezTo>
                  <a:cubicBezTo>
                    <a:pt x="120741" y="-20196"/>
                    <a:pt x="191385" y="16161"/>
                    <a:pt x="324793" y="0"/>
                  </a:cubicBezTo>
                  <a:cubicBezTo>
                    <a:pt x="339168" y="520"/>
                    <a:pt x="359849" y="18041"/>
                    <a:pt x="359203" y="34410"/>
                  </a:cubicBezTo>
                  <a:cubicBezTo>
                    <a:pt x="371397" y="100414"/>
                    <a:pt x="343249" y="113449"/>
                    <a:pt x="359203" y="172051"/>
                  </a:cubicBezTo>
                  <a:cubicBezTo>
                    <a:pt x="359059" y="187973"/>
                    <a:pt x="347577" y="202357"/>
                    <a:pt x="324793" y="206461"/>
                  </a:cubicBezTo>
                  <a:cubicBezTo>
                    <a:pt x="233795" y="219652"/>
                    <a:pt x="165488" y="186142"/>
                    <a:pt x="34410" y="206461"/>
                  </a:cubicBezTo>
                  <a:cubicBezTo>
                    <a:pt x="11635" y="205750"/>
                    <a:pt x="231" y="192240"/>
                    <a:pt x="0" y="172051"/>
                  </a:cubicBezTo>
                  <a:cubicBezTo>
                    <a:pt x="-4037" y="134226"/>
                    <a:pt x="16231" y="68875"/>
                    <a:pt x="0" y="34410"/>
                  </a:cubicBezTo>
                  <a:close/>
                </a:path>
                <a:path w="359203" h="206461" stroke="0" extrusionOk="0">
                  <a:moveTo>
                    <a:pt x="0" y="34410"/>
                  </a:moveTo>
                  <a:cubicBezTo>
                    <a:pt x="-1265" y="9902"/>
                    <a:pt x="15501" y="624"/>
                    <a:pt x="34410" y="0"/>
                  </a:cubicBezTo>
                  <a:cubicBezTo>
                    <a:pt x="164311" y="-30268"/>
                    <a:pt x="202200" y="32608"/>
                    <a:pt x="324793" y="0"/>
                  </a:cubicBezTo>
                  <a:cubicBezTo>
                    <a:pt x="346541" y="4031"/>
                    <a:pt x="358264" y="18371"/>
                    <a:pt x="359203" y="34410"/>
                  </a:cubicBezTo>
                  <a:cubicBezTo>
                    <a:pt x="366350" y="95516"/>
                    <a:pt x="353453" y="135251"/>
                    <a:pt x="359203" y="172051"/>
                  </a:cubicBezTo>
                  <a:cubicBezTo>
                    <a:pt x="359917" y="192516"/>
                    <a:pt x="343094" y="204845"/>
                    <a:pt x="324793" y="206461"/>
                  </a:cubicBezTo>
                  <a:cubicBezTo>
                    <a:pt x="197301" y="216132"/>
                    <a:pt x="171308" y="179771"/>
                    <a:pt x="34410" y="206461"/>
                  </a:cubicBezTo>
                  <a:cubicBezTo>
                    <a:pt x="14762" y="202722"/>
                    <a:pt x="-1612" y="187019"/>
                    <a:pt x="0" y="172051"/>
                  </a:cubicBezTo>
                  <a:cubicBezTo>
                    <a:pt x="-1159" y="106592"/>
                    <a:pt x="4316" y="95833"/>
                    <a:pt x="0" y="34410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3466926951">
                    <a:prstGeom prst="flowChartAlternateProcess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N</a:t>
              </a:r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7A77BBCE-7606-2C04-D061-6E798C7F3B2B}"/>
                </a:ext>
              </a:extLst>
            </p:cNvPr>
            <p:cNvCxnSpPr>
              <a:stCxn id="9" idx="5"/>
              <a:endCxn id="37" idx="0"/>
            </p:cNvCxnSpPr>
            <p:nvPr/>
          </p:nvCxnSpPr>
          <p:spPr>
            <a:xfrm>
              <a:off x="7946779" y="2324375"/>
              <a:ext cx="286452" cy="26988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Flowchart: Alternate Process 41">
              <a:extLst>
                <a:ext uri="{FF2B5EF4-FFF2-40B4-BE49-F238E27FC236}">
                  <a16:creationId xmlns:a16="http://schemas.microsoft.com/office/drawing/2014/main" id="{FF458E69-0653-38D0-AE2E-81DD424D1C34}"/>
                </a:ext>
              </a:extLst>
            </p:cNvPr>
            <p:cNvSpPr/>
            <p:nvPr/>
          </p:nvSpPr>
          <p:spPr>
            <a:xfrm>
              <a:off x="6921774" y="3167761"/>
              <a:ext cx="359203" cy="206461"/>
            </a:xfrm>
            <a:custGeom>
              <a:avLst/>
              <a:gdLst>
                <a:gd name="csX0" fmla="*/ 0 w 359203"/>
                <a:gd name="csY0" fmla="*/ 34410 h 206461"/>
                <a:gd name="csX1" fmla="*/ 34410 w 359203"/>
                <a:gd name="csY1" fmla="*/ 0 h 206461"/>
                <a:gd name="csX2" fmla="*/ 324793 w 359203"/>
                <a:gd name="csY2" fmla="*/ 0 h 206461"/>
                <a:gd name="csX3" fmla="*/ 359203 w 359203"/>
                <a:gd name="csY3" fmla="*/ 34410 h 206461"/>
                <a:gd name="csX4" fmla="*/ 359203 w 359203"/>
                <a:gd name="csY4" fmla="*/ 172051 h 206461"/>
                <a:gd name="csX5" fmla="*/ 324793 w 359203"/>
                <a:gd name="csY5" fmla="*/ 206461 h 206461"/>
                <a:gd name="csX6" fmla="*/ 34410 w 359203"/>
                <a:gd name="csY6" fmla="*/ 206461 h 206461"/>
                <a:gd name="csX7" fmla="*/ 0 w 359203"/>
                <a:gd name="csY7" fmla="*/ 172051 h 206461"/>
                <a:gd name="csX8" fmla="*/ 0 w 359203"/>
                <a:gd name="csY8" fmla="*/ 34410 h 2064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59203" h="206461" fill="none" extrusionOk="0">
                  <a:moveTo>
                    <a:pt x="0" y="34410"/>
                  </a:moveTo>
                  <a:cubicBezTo>
                    <a:pt x="-2471" y="15651"/>
                    <a:pt x="14818" y="-509"/>
                    <a:pt x="34410" y="0"/>
                  </a:cubicBezTo>
                  <a:cubicBezTo>
                    <a:pt x="120741" y="-20196"/>
                    <a:pt x="191385" y="16161"/>
                    <a:pt x="324793" y="0"/>
                  </a:cubicBezTo>
                  <a:cubicBezTo>
                    <a:pt x="339168" y="520"/>
                    <a:pt x="359849" y="18041"/>
                    <a:pt x="359203" y="34410"/>
                  </a:cubicBezTo>
                  <a:cubicBezTo>
                    <a:pt x="371397" y="100414"/>
                    <a:pt x="343249" y="113449"/>
                    <a:pt x="359203" y="172051"/>
                  </a:cubicBezTo>
                  <a:cubicBezTo>
                    <a:pt x="359059" y="187973"/>
                    <a:pt x="347577" y="202357"/>
                    <a:pt x="324793" y="206461"/>
                  </a:cubicBezTo>
                  <a:cubicBezTo>
                    <a:pt x="233795" y="219652"/>
                    <a:pt x="165488" y="186142"/>
                    <a:pt x="34410" y="206461"/>
                  </a:cubicBezTo>
                  <a:cubicBezTo>
                    <a:pt x="11635" y="205750"/>
                    <a:pt x="231" y="192240"/>
                    <a:pt x="0" y="172051"/>
                  </a:cubicBezTo>
                  <a:cubicBezTo>
                    <a:pt x="-4037" y="134226"/>
                    <a:pt x="16231" y="68875"/>
                    <a:pt x="0" y="34410"/>
                  </a:cubicBezTo>
                  <a:close/>
                </a:path>
                <a:path w="359203" h="206461" stroke="0" extrusionOk="0">
                  <a:moveTo>
                    <a:pt x="0" y="34410"/>
                  </a:moveTo>
                  <a:cubicBezTo>
                    <a:pt x="-1265" y="9902"/>
                    <a:pt x="15501" y="624"/>
                    <a:pt x="34410" y="0"/>
                  </a:cubicBezTo>
                  <a:cubicBezTo>
                    <a:pt x="164311" y="-30268"/>
                    <a:pt x="202200" y="32608"/>
                    <a:pt x="324793" y="0"/>
                  </a:cubicBezTo>
                  <a:cubicBezTo>
                    <a:pt x="346541" y="4031"/>
                    <a:pt x="358264" y="18371"/>
                    <a:pt x="359203" y="34410"/>
                  </a:cubicBezTo>
                  <a:cubicBezTo>
                    <a:pt x="366350" y="95516"/>
                    <a:pt x="353453" y="135251"/>
                    <a:pt x="359203" y="172051"/>
                  </a:cubicBezTo>
                  <a:cubicBezTo>
                    <a:pt x="359917" y="192516"/>
                    <a:pt x="343094" y="204845"/>
                    <a:pt x="324793" y="206461"/>
                  </a:cubicBezTo>
                  <a:cubicBezTo>
                    <a:pt x="197301" y="216132"/>
                    <a:pt x="171308" y="179771"/>
                    <a:pt x="34410" y="206461"/>
                  </a:cubicBezTo>
                  <a:cubicBezTo>
                    <a:pt x="14762" y="202722"/>
                    <a:pt x="-1612" y="187019"/>
                    <a:pt x="0" y="172051"/>
                  </a:cubicBezTo>
                  <a:cubicBezTo>
                    <a:pt x="-1159" y="106592"/>
                    <a:pt x="4316" y="95833"/>
                    <a:pt x="0" y="34410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3466926951">
                    <a:prstGeom prst="flowChartAlternateProcess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N</a:t>
              </a:r>
            </a:p>
          </p:txBody>
        </p:sp>
        <p:sp>
          <p:nvSpPr>
            <p:cNvPr id="43" name="Flowchart: Alternate Process 42">
              <a:extLst>
                <a:ext uri="{FF2B5EF4-FFF2-40B4-BE49-F238E27FC236}">
                  <a16:creationId xmlns:a16="http://schemas.microsoft.com/office/drawing/2014/main" id="{254B643E-28D7-AFEF-AD8F-6E349863A081}"/>
                </a:ext>
              </a:extLst>
            </p:cNvPr>
            <p:cNvSpPr/>
            <p:nvPr/>
          </p:nvSpPr>
          <p:spPr>
            <a:xfrm>
              <a:off x="7575867" y="3167761"/>
              <a:ext cx="359203" cy="206461"/>
            </a:xfrm>
            <a:custGeom>
              <a:avLst/>
              <a:gdLst>
                <a:gd name="csX0" fmla="*/ 0 w 359203"/>
                <a:gd name="csY0" fmla="*/ 34410 h 206461"/>
                <a:gd name="csX1" fmla="*/ 34410 w 359203"/>
                <a:gd name="csY1" fmla="*/ 0 h 206461"/>
                <a:gd name="csX2" fmla="*/ 324793 w 359203"/>
                <a:gd name="csY2" fmla="*/ 0 h 206461"/>
                <a:gd name="csX3" fmla="*/ 359203 w 359203"/>
                <a:gd name="csY3" fmla="*/ 34410 h 206461"/>
                <a:gd name="csX4" fmla="*/ 359203 w 359203"/>
                <a:gd name="csY4" fmla="*/ 172051 h 206461"/>
                <a:gd name="csX5" fmla="*/ 324793 w 359203"/>
                <a:gd name="csY5" fmla="*/ 206461 h 206461"/>
                <a:gd name="csX6" fmla="*/ 34410 w 359203"/>
                <a:gd name="csY6" fmla="*/ 206461 h 206461"/>
                <a:gd name="csX7" fmla="*/ 0 w 359203"/>
                <a:gd name="csY7" fmla="*/ 172051 h 206461"/>
                <a:gd name="csX8" fmla="*/ 0 w 359203"/>
                <a:gd name="csY8" fmla="*/ 34410 h 2064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59203" h="206461" fill="none" extrusionOk="0">
                  <a:moveTo>
                    <a:pt x="0" y="34410"/>
                  </a:moveTo>
                  <a:cubicBezTo>
                    <a:pt x="-2471" y="15651"/>
                    <a:pt x="14818" y="-509"/>
                    <a:pt x="34410" y="0"/>
                  </a:cubicBezTo>
                  <a:cubicBezTo>
                    <a:pt x="120741" y="-20196"/>
                    <a:pt x="191385" y="16161"/>
                    <a:pt x="324793" y="0"/>
                  </a:cubicBezTo>
                  <a:cubicBezTo>
                    <a:pt x="339168" y="520"/>
                    <a:pt x="359849" y="18041"/>
                    <a:pt x="359203" y="34410"/>
                  </a:cubicBezTo>
                  <a:cubicBezTo>
                    <a:pt x="371397" y="100414"/>
                    <a:pt x="343249" y="113449"/>
                    <a:pt x="359203" y="172051"/>
                  </a:cubicBezTo>
                  <a:cubicBezTo>
                    <a:pt x="359059" y="187973"/>
                    <a:pt x="347577" y="202357"/>
                    <a:pt x="324793" y="206461"/>
                  </a:cubicBezTo>
                  <a:cubicBezTo>
                    <a:pt x="233795" y="219652"/>
                    <a:pt x="165488" y="186142"/>
                    <a:pt x="34410" y="206461"/>
                  </a:cubicBezTo>
                  <a:cubicBezTo>
                    <a:pt x="11635" y="205750"/>
                    <a:pt x="231" y="192240"/>
                    <a:pt x="0" y="172051"/>
                  </a:cubicBezTo>
                  <a:cubicBezTo>
                    <a:pt x="-4037" y="134226"/>
                    <a:pt x="16231" y="68875"/>
                    <a:pt x="0" y="34410"/>
                  </a:cubicBezTo>
                  <a:close/>
                </a:path>
                <a:path w="359203" h="206461" stroke="0" extrusionOk="0">
                  <a:moveTo>
                    <a:pt x="0" y="34410"/>
                  </a:moveTo>
                  <a:cubicBezTo>
                    <a:pt x="-1265" y="9902"/>
                    <a:pt x="15501" y="624"/>
                    <a:pt x="34410" y="0"/>
                  </a:cubicBezTo>
                  <a:cubicBezTo>
                    <a:pt x="164311" y="-30268"/>
                    <a:pt x="202200" y="32608"/>
                    <a:pt x="324793" y="0"/>
                  </a:cubicBezTo>
                  <a:cubicBezTo>
                    <a:pt x="346541" y="4031"/>
                    <a:pt x="358264" y="18371"/>
                    <a:pt x="359203" y="34410"/>
                  </a:cubicBezTo>
                  <a:cubicBezTo>
                    <a:pt x="366350" y="95516"/>
                    <a:pt x="353453" y="135251"/>
                    <a:pt x="359203" y="172051"/>
                  </a:cubicBezTo>
                  <a:cubicBezTo>
                    <a:pt x="359917" y="192516"/>
                    <a:pt x="343094" y="204845"/>
                    <a:pt x="324793" y="206461"/>
                  </a:cubicBezTo>
                  <a:cubicBezTo>
                    <a:pt x="197301" y="216132"/>
                    <a:pt x="171308" y="179771"/>
                    <a:pt x="34410" y="206461"/>
                  </a:cubicBezTo>
                  <a:cubicBezTo>
                    <a:pt x="14762" y="202722"/>
                    <a:pt x="-1612" y="187019"/>
                    <a:pt x="0" y="172051"/>
                  </a:cubicBezTo>
                  <a:cubicBezTo>
                    <a:pt x="-1159" y="106592"/>
                    <a:pt x="4316" y="95833"/>
                    <a:pt x="0" y="34410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3466926951">
                    <a:prstGeom prst="flowChartAlternateProcess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N</a:t>
              </a:r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095EA389-A22A-A545-54A8-64D72C999DB1}"/>
                </a:ext>
              </a:extLst>
            </p:cNvPr>
            <p:cNvCxnSpPr>
              <a:stCxn id="16" idx="3"/>
              <a:endCxn id="42" idx="0"/>
            </p:cNvCxnSpPr>
            <p:nvPr/>
          </p:nvCxnSpPr>
          <p:spPr>
            <a:xfrm flipH="1">
              <a:off x="7101376" y="2845271"/>
              <a:ext cx="232205" cy="32249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72ABABB2-EB68-E4E6-9FB8-E3BAC754E637}"/>
                </a:ext>
              </a:extLst>
            </p:cNvPr>
            <p:cNvCxnSpPr>
              <a:stCxn id="16" idx="5"/>
              <a:endCxn id="43" idx="0"/>
            </p:cNvCxnSpPr>
            <p:nvPr/>
          </p:nvCxnSpPr>
          <p:spPr>
            <a:xfrm>
              <a:off x="7587576" y="2845271"/>
              <a:ext cx="167893" cy="32249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F0CB167-96A8-6A10-4357-207BC106AD87}"/>
                </a:ext>
              </a:extLst>
            </p:cNvPr>
            <p:cNvSpPr txBox="1"/>
            <p:nvPr/>
          </p:nvSpPr>
          <p:spPr>
            <a:xfrm>
              <a:off x="8700990" y="652236"/>
              <a:ext cx="292068" cy="369332"/>
            </a:xfrm>
            <a:custGeom>
              <a:avLst/>
              <a:gdLst>
                <a:gd name="csX0" fmla="*/ 0 w 292068"/>
                <a:gd name="csY0" fmla="*/ 0 h 369332"/>
                <a:gd name="csX1" fmla="*/ 292068 w 292068"/>
                <a:gd name="csY1" fmla="*/ 0 h 369332"/>
                <a:gd name="csX2" fmla="*/ 292068 w 292068"/>
                <a:gd name="csY2" fmla="*/ 369332 h 369332"/>
                <a:gd name="csX3" fmla="*/ 0 w 292068"/>
                <a:gd name="csY3" fmla="*/ 369332 h 369332"/>
                <a:gd name="csX4" fmla="*/ 0 w 292068"/>
                <a:gd name="csY4" fmla="*/ 0 h 3693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92068" h="369332" fill="none" extrusionOk="0">
                  <a:moveTo>
                    <a:pt x="0" y="0"/>
                  </a:moveTo>
                  <a:cubicBezTo>
                    <a:pt x="123132" y="-18581"/>
                    <a:pt x="211045" y="15615"/>
                    <a:pt x="292068" y="0"/>
                  </a:cubicBezTo>
                  <a:cubicBezTo>
                    <a:pt x="307590" y="73941"/>
                    <a:pt x="278044" y="214980"/>
                    <a:pt x="292068" y="369332"/>
                  </a:cubicBezTo>
                  <a:cubicBezTo>
                    <a:pt x="205061" y="381805"/>
                    <a:pt x="116543" y="348939"/>
                    <a:pt x="0" y="369332"/>
                  </a:cubicBezTo>
                  <a:cubicBezTo>
                    <a:pt x="-11182" y="190342"/>
                    <a:pt x="31910" y="148120"/>
                    <a:pt x="0" y="0"/>
                  </a:cubicBezTo>
                  <a:close/>
                </a:path>
                <a:path w="292068" h="369332" stroke="0" extrusionOk="0">
                  <a:moveTo>
                    <a:pt x="0" y="0"/>
                  </a:moveTo>
                  <a:cubicBezTo>
                    <a:pt x="144715" y="-15623"/>
                    <a:pt x="193125" y="12131"/>
                    <a:pt x="292068" y="0"/>
                  </a:cubicBezTo>
                  <a:cubicBezTo>
                    <a:pt x="301255" y="170482"/>
                    <a:pt x="266449" y="184912"/>
                    <a:pt x="292068" y="369332"/>
                  </a:cubicBezTo>
                  <a:cubicBezTo>
                    <a:pt x="216919" y="372036"/>
                    <a:pt x="85117" y="344508"/>
                    <a:pt x="0" y="369332"/>
                  </a:cubicBezTo>
                  <a:cubicBezTo>
                    <a:pt x="-28721" y="212432"/>
                    <a:pt x="9176" y="173143"/>
                    <a:pt x="0" y="0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1983258115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IN" dirty="0"/>
                <a:t>2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5F487AB6-5DED-E314-1DA4-285469519DF3}"/>
                </a:ext>
              </a:extLst>
            </p:cNvPr>
            <p:cNvSpPr txBox="1"/>
            <p:nvPr/>
          </p:nvSpPr>
          <p:spPr>
            <a:xfrm>
              <a:off x="7942577" y="1206328"/>
              <a:ext cx="292068" cy="369332"/>
            </a:xfrm>
            <a:custGeom>
              <a:avLst/>
              <a:gdLst>
                <a:gd name="csX0" fmla="*/ 0 w 292068"/>
                <a:gd name="csY0" fmla="*/ 0 h 369332"/>
                <a:gd name="csX1" fmla="*/ 292068 w 292068"/>
                <a:gd name="csY1" fmla="*/ 0 h 369332"/>
                <a:gd name="csX2" fmla="*/ 292068 w 292068"/>
                <a:gd name="csY2" fmla="*/ 369332 h 369332"/>
                <a:gd name="csX3" fmla="*/ 0 w 292068"/>
                <a:gd name="csY3" fmla="*/ 369332 h 369332"/>
                <a:gd name="csX4" fmla="*/ 0 w 292068"/>
                <a:gd name="csY4" fmla="*/ 0 h 3693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92068" h="369332" fill="none" extrusionOk="0">
                  <a:moveTo>
                    <a:pt x="0" y="0"/>
                  </a:moveTo>
                  <a:cubicBezTo>
                    <a:pt x="123132" y="-18581"/>
                    <a:pt x="211045" y="15615"/>
                    <a:pt x="292068" y="0"/>
                  </a:cubicBezTo>
                  <a:cubicBezTo>
                    <a:pt x="307590" y="73941"/>
                    <a:pt x="278044" y="214980"/>
                    <a:pt x="292068" y="369332"/>
                  </a:cubicBezTo>
                  <a:cubicBezTo>
                    <a:pt x="205061" y="381805"/>
                    <a:pt x="116543" y="348939"/>
                    <a:pt x="0" y="369332"/>
                  </a:cubicBezTo>
                  <a:cubicBezTo>
                    <a:pt x="-11182" y="190342"/>
                    <a:pt x="31910" y="148120"/>
                    <a:pt x="0" y="0"/>
                  </a:cubicBezTo>
                  <a:close/>
                </a:path>
                <a:path w="292068" h="369332" stroke="0" extrusionOk="0">
                  <a:moveTo>
                    <a:pt x="0" y="0"/>
                  </a:moveTo>
                  <a:cubicBezTo>
                    <a:pt x="144715" y="-15623"/>
                    <a:pt x="193125" y="12131"/>
                    <a:pt x="292068" y="0"/>
                  </a:cubicBezTo>
                  <a:cubicBezTo>
                    <a:pt x="301255" y="170482"/>
                    <a:pt x="266449" y="184912"/>
                    <a:pt x="292068" y="369332"/>
                  </a:cubicBezTo>
                  <a:cubicBezTo>
                    <a:pt x="216919" y="372036"/>
                    <a:pt x="85117" y="344508"/>
                    <a:pt x="0" y="369332"/>
                  </a:cubicBezTo>
                  <a:cubicBezTo>
                    <a:pt x="-28721" y="212432"/>
                    <a:pt x="9176" y="173143"/>
                    <a:pt x="0" y="0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1983258115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IN" dirty="0"/>
                <a:t>2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8695DA00-7356-2AB1-0363-3B2F0ECDBFAE}"/>
                </a:ext>
              </a:extLst>
            </p:cNvPr>
            <p:cNvSpPr txBox="1"/>
            <p:nvPr/>
          </p:nvSpPr>
          <p:spPr>
            <a:xfrm>
              <a:off x="7377863" y="1727518"/>
              <a:ext cx="261610" cy="369332"/>
            </a:xfrm>
            <a:custGeom>
              <a:avLst/>
              <a:gdLst>
                <a:gd name="csX0" fmla="*/ 0 w 261610"/>
                <a:gd name="csY0" fmla="*/ 0 h 369332"/>
                <a:gd name="csX1" fmla="*/ 261610 w 261610"/>
                <a:gd name="csY1" fmla="*/ 0 h 369332"/>
                <a:gd name="csX2" fmla="*/ 261610 w 261610"/>
                <a:gd name="csY2" fmla="*/ 369332 h 369332"/>
                <a:gd name="csX3" fmla="*/ 0 w 261610"/>
                <a:gd name="csY3" fmla="*/ 369332 h 369332"/>
                <a:gd name="csX4" fmla="*/ 0 w 261610"/>
                <a:gd name="csY4" fmla="*/ 0 h 3693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61610" h="369332" fill="none" extrusionOk="0">
                  <a:moveTo>
                    <a:pt x="0" y="0"/>
                  </a:moveTo>
                  <a:cubicBezTo>
                    <a:pt x="52501" y="-8212"/>
                    <a:pt x="150384" y="27081"/>
                    <a:pt x="261610" y="0"/>
                  </a:cubicBezTo>
                  <a:cubicBezTo>
                    <a:pt x="277132" y="73941"/>
                    <a:pt x="247586" y="214980"/>
                    <a:pt x="261610" y="369332"/>
                  </a:cubicBezTo>
                  <a:cubicBezTo>
                    <a:pt x="133370" y="370778"/>
                    <a:pt x="129341" y="357880"/>
                    <a:pt x="0" y="369332"/>
                  </a:cubicBezTo>
                  <a:cubicBezTo>
                    <a:pt x="-11182" y="190342"/>
                    <a:pt x="31910" y="148120"/>
                    <a:pt x="0" y="0"/>
                  </a:cubicBezTo>
                  <a:close/>
                </a:path>
                <a:path w="261610" h="369332" stroke="0" extrusionOk="0">
                  <a:moveTo>
                    <a:pt x="0" y="0"/>
                  </a:moveTo>
                  <a:cubicBezTo>
                    <a:pt x="71665" y="-12208"/>
                    <a:pt x="135872" y="21063"/>
                    <a:pt x="261610" y="0"/>
                  </a:cubicBezTo>
                  <a:cubicBezTo>
                    <a:pt x="270797" y="170482"/>
                    <a:pt x="235991" y="184912"/>
                    <a:pt x="261610" y="369332"/>
                  </a:cubicBezTo>
                  <a:cubicBezTo>
                    <a:pt x="207390" y="391049"/>
                    <a:pt x="109936" y="355957"/>
                    <a:pt x="0" y="369332"/>
                  </a:cubicBezTo>
                  <a:cubicBezTo>
                    <a:pt x="-28721" y="212432"/>
                    <a:pt x="9176" y="173143"/>
                    <a:pt x="0" y="0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1983258115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IN" dirty="0"/>
                <a:t>1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23794BEF-3D26-64EE-374C-68C52A3A0C9A}"/>
                </a:ext>
              </a:extLst>
            </p:cNvPr>
            <p:cNvSpPr txBox="1"/>
            <p:nvPr/>
          </p:nvSpPr>
          <p:spPr>
            <a:xfrm>
              <a:off x="9128346" y="1709197"/>
              <a:ext cx="261610" cy="369332"/>
            </a:xfrm>
            <a:custGeom>
              <a:avLst/>
              <a:gdLst>
                <a:gd name="csX0" fmla="*/ 0 w 261610"/>
                <a:gd name="csY0" fmla="*/ 0 h 369332"/>
                <a:gd name="csX1" fmla="*/ 261610 w 261610"/>
                <a:gd name="csY1" fmla="*/ 0 h 369332"/>
                <a:gd name="csX2" fmla="*/ 261610 w 261610"/>
                <a:gd name="csY2" fmla="*/ 369332 h 369332"/>
                <a:gd name="csX3" fmla="*/ 0 w 261610"/>
                <a:gd name="csY3" fmla="*/ 369332 h 369332"/>
                <a:gd name="csX4" fmla="*/ 0 w 261610"/>
                <a:gd name="csY4" fmla="*/ 0 h 3693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61610" h="369332" fill="none" extrusionOk="0">
                  <a:moveTo>
                    <a:pt x="0" y="0"/>
                  </a:moveTo>
                  <a:cubicBezTo>
                    <a:pt x="52501" y="-8212"/>
                    <a:pt x="150384" y="27081"/>
                    <a:pt x="261610" y="0"/>
                  </a:cubicBezTo>
                  <a:cubicBezTo>
                    <a:pt x="277132" y="73941"/>
                    <a:pt x="247586" y="214980"/>
                    <a:pt x="261610" y="369332"/>
                  </a:cubicBezTo>
                  <a:cubicBezTo>
                    <a:pt x="133370" y="370778"/>
                    <a:pt x="129341" y="357880"/>
                    <a:pt x="0" y="369332"/>
                  </a:cubicBezTo>
                  <a:cubicBezTo>
                    <a:pt x="-11182" y="190342"/>
                    <a:pt x="31910" y="148120"/>
                    <a:pt x="0" y="0"/>
                  </a:cubicBezTo>
                  <a:close/>
                </a:path>
                <a:path w="261610" h="369332" stroke="0" extrusionOk="0">
                  <a:moveTo>
                    <a:pt x="0" y="0"/>
                  </a:moveTo>
                  <a:cubicBezTo>
                    <a:pt x="71665" y="-12208"/>
                    <a:pt x="135872" y="21063"/>
                    <a:pt x="261610" y="0"/>
                  </a:cubicBezTo>
                  <a:cubicBezTo>
                    <a:pt x="270797" y="170482"/>
                    <a:pt x="235991" y="184912"/>
                    <a:pt x="261610" y="369332"/>
                  </a:cubicBezTo>
                  <a:cubicBezTo>
                    <a:pt x="207390" y="391049"/>
                    <a:pt x="109936" y="355957"/>
                    <a:pt x="0" y="369332"/>
                  </a:cubicBezTo>
                  <a:cubicBezTo>
                    <a:pt x="-28721" y="212432"/>
                    <a:pt x="9176" y="173143"/>
                    <a:pt x="0" y="0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1983258115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IN" dirty="0"/>
                <a:t>1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D77EE1AF-62D7-F57D-5E4D-96244A5F4EBD}"/>
                </a:ext>
              </a:extLst>
            </p:cNvPr>
            <p:cNvSpPr txBox="1"/>
            <p:nvPr/>
          </p:nvSpPr>
          <p:spPr>
            <a:xfrm>
              <a:off x="10073780" y="1166195"/>
              <a:ext cx="261610" cy="369332"/>
            </a:xfrm>
            <a:custGeom>
              <a:avLst/>
              <a:gdLst>
                <a:gd name="csX0" fmla="*/ 0 w 261610"/>
                <a:gd name="csY0" fmla="*/ 0 h 369332"/>
                <a:gd name="csX1" fmla="*/ 261610 w 261610"/>
                <a:gd name="csY1" fmla="*/ 0 h 369332"/>
                <a:gd name="csX2" fmla="*/ 261610 w 261610"/>
                <a:gd name="csY2" fmla="*/ 369332 h 369332"/>
                <a:gd name="csX3" fmla="*/ 0 w 261610"/>
                <a:gd name="csY3" fmla="*/ 369332 h 369332"/>
                <a:gd name="csX4" fmla="*/ 0 w 261610"/>
                <a:gd name="csY4" fmla="*/ 0 h 3693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61610" h="369332" fill="none" extrusionOk="0">
                  <a:moveTo>
                    <a:pt x="0" y="0"/>
                  </a:moveTo>
                  <a:cubicBezTo>
                    <a:pt x="52501" y="-8212"/>
                    <a:pt x="150384" y="27081"/>
                    <a:pt x="261610" y="0"/>
                  </a:cubicBezTo>
                  <a:cubicBezTo>
                    <a:pt x="277132" y="73941"/>
                    <a:pt x="247586" y="214980"/>
                    <a:pt x="261610" y="369332"/>
                  </a:cubicBezTo>
                  <a:cubicBezTo>
                    <a:pt x="133370" y="370778"/>
                    <a:pt x="129341" y="357880"/>
                    <a:pt x="0" y="369332"/>
                  </a:cubicBezTo>
                  <a:cubicBezTo>
                    <a:pt x="-11182" y="190342"/>
                    <a:pt x="31910" y="148120"/>
                    <a:pt x="0" y="0"/>
                  </a:cubicBezTo>
                  <a:close/>
                </a:path>
                <a:path w="261610" h="369332" stroke="0" extrusionOk="0">
                  <a:moveTo>
                    <a:pt x="0" y="0"/>
                  </a:moveTo>
                  <a:cubicBezTo>
                    <a:pt x="71665" y="-12208"/>
                    <a:pt x="135872" y="21063"/>
                    <a:pt x="261610" y="0"/>
                  </a:cubicBezTo>
                  <a:cubicBezTo>
                    <a:pt x="270797" y="170482"/>
                    <a:pt x="235991" y="184912"/>
                    <a:pt x="261610" y="369332"/>
                  </a:cubicBezTo>
                  <a:cubicBezTo>
                    <a:pt x="207390" y="391049"/>
                    <a:pt x="109936" y="355957"/>
                    <a:pt x="0" y="369332"/>
                  </a:cubicBezTo>
                  <a:cubicBezTo>
                    <a:pt x="-28721" y="212432"/>
                    <a:pt x="9176" y="173143"/>
                    <a:pt x="0" y="0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1983258115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IN" dirty="0"/>
                <a:t>1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32F59188-BBE1-5D89-1C57-704ED4E25D99}"/>
                </a:ext>
              </a:extLst>
            </p:cNvPr>
            <p:cNvSpPr txBox="1"/>
            <p:nvPr/>
          </p:nvSpPr>
          <p:spPr>
            <a:xfrm>
              <a:off x="10530541" y="1738900"/>
              <a:ext cx="261610" cy="369332"/>
            </a:xfrm>
            <a:custGeom>
              <a:avLst/>
              <a:gdLst>
                <a:gd name="csX0" fmla="*/ 0 w 261610"/>
                <a:gd name="csY0" fmla="*/ 0 h 369332"/>
                <a:gd name="csX1" fmla="*/ 261610 w 261610"/>
                <a:gd name="csY1" fmla="*/ 0 h 369332"/>
                <a:gd name="csX2" fmla="*/ 261610 w 261610"/>
                <a:gd name="csY2" fmla="*/ 369332 h 369332"/>
                <a:gd name="csX3" fmla="*/ 0 w 261610"/>
                <a:gd name="csY3" fmla="*/ 369332 h 369332"/>
                <a:gd name="csX4" fmla="*/ 0 w 261610"/>
                <a:gd name="csY4" fmla="*/ 0 h 3693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61610" h="369332" fill="none" extrusionOk="0">
                  <a:moveTo>
                    <a:pt x="0" y="0"/>
                  </a:moveTo>
                  <a:cubicBezTo>
                    <a:pt x="52501" y="-8212"/>
                    <a:pt x="150384" y="27081"/>
                    <a:pt x="261610" y="0"/>
                  </a:cubicBezTo>
                  <a:cubicBezTo>
                    <a:pt x="277132" y="73941"/>
                    <a:pt x="247586" y="214980"/>
                    <a:pt x="261610" y="369332"/>
                  </a:cubicBezTo>
                  <a:cubicBezTo>
                    <a:pt x="133370" y="370778"/>
                    <a:pt x="129341" y="357880"/>
                    <a:pt x="0" y="369332"/>
                  </a:cubicBezTo>
                  <a:cubicBezTo>
                    <a:pt x="-11182" y="190342"/>
                    <a:pt x="31910" y="148120"/>
                    <a:pt x="0" y="0"/>
                  </a:cubicBezTo>
                  <a:close/>
                </a:path>
                <a:path w="261610" h="369332" stroke="0" extrusionOk="0">
                  <a:moveTo>
                    <a:pt x="0" y="0"/>
                  </a:moveTo>
                  <a:cubicBezTo>
                    <a:pt x="71665" y="-12208"/>
                    <a:pt x="135872" y="21063"/>
                    <a:pt x="261610" y="0"/>
                  </a:cubicBezTo>
                  <a:cubicBezTo>
                    <a:pt x="270797" y="170482"/>
                    <a:pt x="235991" y="184912"/>
                    <a:pt x="261610" y="369332"/>
                  </a:cubicBezTo>
                  <a:cubicBezTo>
                    <a:pt x="207390" y="391049"/>
                    <a:pt x="109936" y="355957"/>
                    <a:pt x="0" y="369332"/>
                  </a:cubicBezTo>
                  <a:cubicBezTo>
                    <a:pt x="-28721" y="212432"/>
                    <a:pt x="9176" y="173143"/>
                    <a:pt x="0" y="0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1983258115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IN" dirty="0"/>
                <a:t>1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AAAD2AD2-77E1-4F25-7658-3E1AA5118ABA}"/>
                </a:ext>
              </a:extLst>
            </p:cNvPr>
            <p:cNvSpPr txBox="1"/>
            <p:nvPr/>
          </p:nvSpPr>
          <p:spPr>
            <a:xfrm>
              <a:off x="7068603" y="2254841"/>
              <a:ext cx="261610" cy="369332"/>
            </a:xfrm>
            <a:custGeom>
              <a:avLst/>
              <a:gdLst>
                <a:gd name="csX0" fmla="*/ 0 w 261610"/>
                <a:gd name="csY0" fmla="*/ 0 h 369332"/>
                <a:gd name="csX1" fmla="*/ 261610 w 261610"/>
                <a:gd name="csY1" fmla="*/ 0 h 369332"/>
                <a:gd name="csX2" fmla="*/ 261610 w 261610"/>
                <a:gd name="csY2" fmla="*/ 369332 h 369332"/>
                <a:gd name="csX3" fmla="*/ 0 w 261610"/>
                <a:gd name="csY3" fmla="*/ 369332 h 369332"/>
                <a:gd name="csX4" fmla="*/ 0 w 261610"/>
                <a:gd name="csY4" fmla="*/ 0 h 3693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61610" h="369332" fill="none" extrusionOk="0">
                  <a:moveTo>
                    <a:pt x="0" y="0"/>
                  </a:moveTo>
                  <a:cubicBezTo>
                    <a:pt x="52501" y="-8212"/>
                    <a:pt x="150384" y="27081"/>
                    <a:pt x="261610" y="0"/>
                  </a:cubicBezTo>
                  <a:cubicBezTo>
                    <a:pt x="277132" y="73941"/>
                    <a:pt x="247586" y="214980"/>
                    <a:pt x="261610" y="369332"/>
                  </a:cubicBezTo>
                  <a:cubicBezTo>
                    <a:pt x="133370" y="370778"/>
                    <a:pt x="129341" y="357880"/>
                    <a:pt x="0" y="369332"/>
                  </a:cubicBezTo>
                  <a:cubicBezTo>
                    <a:pt x="-11182" y="190342"/>
                    <a:pt x="31910" y="148120"/>
                    <a:pt x="0" y="0"/>
                  </a:cubicBezTo>
                  <a:close/>
                </a:path>
                <a:path w="261610" h="369332" stroke="0" extrusionOk="0">
                  <a:moveTo>
                    <a:pt x="0" y="0"/>
                  </a:moveTo>
                  <a:cubicBezTo>
                    <a:pt x="71665" y="-12208"/>
                    <a:pt x="135872" y="21063"/>
                    <a:pt x="261610" y="0"/>
                  </a:cubicBezTo>
                  <a:cubicBezTo>
                    <a:pt x="270797" y="170482"/>
                    <a:pt x="235991" y="184912"/>
                    <a:pt x="261610" y="369332"/>
                  </a:cubicBezTo>
                  <a:cubicBezTo>
                    <a:pt x="207390" y="391049"/>
                    <a:pt x="109936" y="355957"/>
                    <a:pt x="0" y="369332"/>
                  </a:cubicBezTo>
                  <a:cubicBezTo>
                    <a:pt x="-28721" y="212432"/>
                    <a:pt x="9176" y="173143"/>
                    <a:pt x="0" y="0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1983258115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IN" dirty="0"/>
                <a:t>1</a:t>
              </a:r>
            </a:p>
          </p:txBody>
        </p:sp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0499AAA2-371E-40FB-6DE5-C27D98E3CEE0}"/>
              </a:ext>
            </a:extLst>
          </p:cNvPr>
          <p:cNvGrpSpPr/>
          <p:nvPr/>
        </p:nvGrpSpPr>
        <p:grpSpPr>
          <a:xfrm>
            <a:off x="1461475" y="3871674"/>
            <a:ext cx="2432318" cy="2379876"/>
            <a:chOff x="1461475" y="3871674"/>
            <a:chExt cx="2432318" cy="2379876"/>
          </a:xfrm>
        </p:grpSpPr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2301BF6B-F4A5-47AF-1196-0A061512904C}"/>
                </a:ext>
              </a:extLst>
            </p:cNvPr>
            <p:cNvSpPr/>
            <p:nvPr/>
          </p:nvSpPr>
          <p:spPr>
            <a:xfrm>
              <a:off x="2335343" y="3871674"/>
              <a:ext cx="262647" cy="262647"/>
            </a:xfrm>
            <a:custGeom>
              <a:avLst/>
              <a:gdLst>
                <a:gd name="csX0" fmla="*/ 0 w 262647"/>
                <a:gd name="csY0" fmla="*/ 131324 h 262647"/>
                <a:gd name="csX1" fmla="*/ 131324 w 262647"/>
                <a:gd name="csY1" fmla="*/ 0 h 262647"/>
                <a:gd name="csX2" fmla="*/ 262648 w 262647"/>
                <a:gd name="csY2" fmla="*/ 131324 h 262647"/>
                <a:gd name="csX3" fmla="*/ 131324 w 262647"/>
                <a:gd name="csY3" fmla="*/ 262648 h 262647"/>
                <a:gd name="csX4" fmla="*/ 0 w 262647"/>
                <a:gd name="csY4" fmla="*/ 131324 h 2626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62647" h="262647" fill="none" extrusionOk="0">
                  <a:moveTo>
                    <a:pt x="0" y="131324"/>
                  </a:moveTo>
                  <a:cubicBezTo>
                    <a:pt x="-7584" y="74376"/>
                    <a:pt x="50552" y="14783"/>
                    <a:pt x="131324" y="0"/>
                  </a:cubicBezTo>
                  <a:cubicBezTo>
                    <a:pt x="198788" y="16854"/>
                    <a:pt x="275189" y="60125"/>
                    <a:pt x="262648" y="131324"/>
                  </a:cubicBezTo>
                  <a:cubicBezTo>
                    <a:pt x="261506" y="207401"/>
                    <a:pt x="183131" y="267815"/>
                    <a:pt x="131324" y="262648"/>
                  </a:cubicBezTo>
                  <a:cubicBezTo>
                    <a:pt x="50539" y="245130"/>
                    <a:pt x="-5309" y="195445"/>
                    <a:pt x="0" y="131324"/>
                  </a:cubicBezTo>
                  <a:close/>
                </a:path>
                <a:path w="262647" h="262647" stroke="0" extrusionOk="0">
                  <a:moveTo>
                    <a:pt x="0" y="131324"/>
                  </a:moveTo>
                  <a:cubicBezTo>
                    <a:pt x="15719" y="65759"/>
                    <a:pt x="51667" y="-11145"/>
                    <a:pt x="131324" y="0"/>
                  </a:cubicBezTo>
                  <a:cubicBezTo>
                    <a:pt x="197035" y="15758"/>
                    <a:pt x="264051" y="65409"/>
                    <a:pt x="262648" y="131324"/>
                  </a:cubicBezTo>
                  <a:cubicBezTo>
                    <a:pt x="254895" y="201340"/>
                    <a:pt x="204350" y="259178"/>
                    <a:pt x="131324" y="262648"/>
                  </a:cubicBezTo>
                  <a:cubicBezTo>
                    <a:pt x="55942" y="260651"/>
                    <a:pt x="11665" y="197413"/>
                    <a:pt x="0" y="131324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673051357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5</a:t>
              </a:r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57C3253D-CFC2-4D18-8371-A420A58E17CF}"/>
                </a:ext>
              </a:extLst>
            </p:cNvPr>
            <p:cNvSpPr/>
            <p:nvPr/>
          </p:nvSpPr>
          <p:spPr>
            <a:xfrm>
              <a:off x="2867324" y="4446758"/>
              <a:ext cx="262647" cy="262647"/>
            </a:xfrm>
            <a:custGeom>
              <a:avLst/>
              <a:gdLst>
                <a:gd name="csX0" fmla="*/ 0 w 262647"/>
                <a:gd name="csY0" fmla="*/ 131324 h 262647"/>
                <a:gd name="csX1" fmla="*/ 131324 w 262647"/>
                <a:gd name="csY1" fmla="*/ 0 h 262647"/>
                <a:gd name="csX2" fmla="*/ 262648 w 262647"/>
                <a:gd name="csY2" fmla="*/ 131324 h 262647"/>
                <a:gd name="csX3" fmla="*/ 131324 w 262647"/>
                <a:gd name="csY3" fmla="*/ 262648 h 262647"/>
                <a:gd name="csX4" fmla="*/ 0 w 262647"/>
                <a:gd name="csY4" fmla="*/ 131324 h 2626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62647" h="262647" fill="none" extrusionOk="0">
                  <a:moveTo>
                    <a:pt x="0" y="131324"/>
                  </a:moveTo>
                  <a:cubicBezTo>
                    <a:pt x="-9120" y="74759"/>
                    <a:pt x="62604" y="1766"/>
                    <a:pt x="131324" y="0"/>
                  </a:cubicBezTo>
                  <a:cubicBezTo>
                    <a:pt x="186661" y="11583"/>
                    <a:pt x="257246" y="59083"/>
                    <a:pt x="262648" y="131324"/>
                  </a:cubicBezTo>
                  <a:cubicBezTo>
                    <a:pt x="259284" y="192000"/>
                    <a:pt x="196936" y="262328"/>
                    <a:pt x="131324" y="262648"/>
                  </a:cubicBezTo>
                  <a:cubicBezTo>
                    <a:pt x="60020" y="247670"/>
                    <a:pt x="-7362" y="212927"/>
                    <a:pt x="0" y="131324"/>
                  </a:cubicBezTo>
                  <a:close/>
                </a:path>
                <a:path w="262647" h="262647" stroke="0" extrusionOk="0">
                  <a:moveTo>
                    <a:pt x="0" y="131324"/>
                  </a:moveTo>
                  <a:cubicBezTo>
                    <a:pt x="-5091" y="58838"/>
                    <a:pt x="57032" y="-2697"/>
                    <a:pt x="131324" y="0"/>
                  </a:cubicBezTo>
                  <a:cubicBezTo>
                    <a:pt x="221693" y="1943"/>
                    <a:pt x="257661" y="54977"/>
                    <a:pt x="262648" y="131324"/>
                  </a:cubicBezTo>
                  <a:cubicBezTo>
                    <a:pt x="260405" y="221786"/>
                    <a:pt x="187978" y="273301"/>
                    <a:pt x="131324" y="262648"/>
                  </a:cubicBezTo>
                  <a:cubicBezTo>
                    <a:pt x="40693" y="264543"/>
                    <a:pt x="1011" y="185936"/>
                    <a:pt x="0" y="131324"/>
                  </a:cubicBezTo>
                  <a:close/>
                </a:path>
              </a:pathLst>
            </a:custGeom>
            <a:solidFill>
              <a:srgbClr val="FF0000"/>
            </a:solidFill>
            <a:ln>
              <a:extLst>
                <a:ext uri="{C807C97D-BFC1-408E-A445-0C87EB9F89A2}">
                  <ask:lineSketchStyleProps xmlns:ask="http://schemas.microsoft.com/office/drawing/2018/sketchyshapes" sd="3082854783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8</a:t>
              </a:r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833E82E9-01EA-8B4E-558D-6C2F57168A80}"/>
                </a:ext>
              </a:extLst>
            </p:cNvPr>
            <p:cNvSpPr/>
            <p:nvPr/>
          </p:nvSpPr>
          <p:spPr>
            <a:xfrm>
              <a:off x="1829460" y="4446758"/>
              <a:ext cx="262647" cy="262647"/>
            </a:xfrm>
            <a:custGeom>
              <a:avLst/>
              <a:gdLst>
                <a:gd name="csX0" fmla="*/ 0 w 262647"/>
                <a:gd name="csY0" fmla="*/ 131324 h 262647"/>
                <a:gd name="csX1" fmla="*/ 131324 w 262647"/>
                <a:gd name="csY1" fmla="*/ 0 h 262647"/>
                <a:gd name="csX2" fmla="*/ 262648 w 262647"/>
                <a:gd name="csY2" fmla="*/ 131324 h 262647"/>
                <a:gd name="csX3" fmla="*/ 131324 w 262647"/>
                <a:gd name="csY3" fmla="*/ 262648 h 262647"/>
                <a:gd name="csX4" fmla="*/ 0 w 262647"/>
                <a:gd name="csY4" fmla="*/ 131324 h 2626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62647" h="262647" fill="none" extrusionOk="0">
                  <a:moveTo>
                    <a:pt x="0" y="131324"/>
                  </a:moveTo>
                  <a:cubicBezTo>
                    <a:pt x="9181" y="60213"/>
                    <a:pt x="56696" y="4523"/>
                    <a:pt x="131324" y="0"/>
                  </a:cubicBezTo>
                  <a:cubicBezTo>
                    <a:pt x="198674" y="617"/>
                    <a:pt x="260062" y="69138"/>
                    <a:pt x="262648" y="131324"/>
                  </a:cubicBezTo>
                  <a:cubicBezTo>
                    <a:pt x="274519" y="208704"/>
                    <a:pt x="189484" y="274733"/>
                    <a:pt x="131324" y="262648"/>
                  </a:cubicBezTo>
                  <a:cubicBezTo>
                    <a:pt x="60442" y="270704"/>
                    <a:pt x="-1155" y="207126"/>
                    <a:pt x="0" y="131324"/>
                  </a:cubicBezTo>
                  <a:close/>
                </a:path>
                <a:path w="262647" h="262647" stroke="0" extrusionOk="0">
                  <a:moveTo>
                    <a:pt x="0" y="131324"/>
                  </a:moveTo>
                  <a:cubicBezTo>
                    <a:pt x="-7405" y="77236"/>
                    <a:pt x="57429" y="758"/>
                    <a:pt x="131324" y="0"/>
                  </a:cubicBezTo>
                  <a:cubicBezTo>
                    <a:pt x="205909" y="-4634"/>
                    <a:pt x="261008" y="50493"/>
                    <a:pt x="262648" y="131324"/>
                  </a:cubicBezTo>
                  <a:cubicBezTo>
                    <a:pt x="251800" y="214213"/>
                    <a:pt x="213835" y="269619"/>
                    <a:pt x="131324" y="262648"/>
                  </a:cubicBezTo>
                  <a:cubicBezTo>
                    <a:pt x="61922" y="245520"/>
                    <a:pt x="-7577" y="200546"/>
                    <a:pt x="0" y="131324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165873780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3</a:t>
              </a:r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0A2BEC18-981F-482F-F12B-D0159997FC4A}"/>
                </a:ext>
              </a:extLst>
            </p:cNvPr>
            <p:cNvSpPr/>
            <p:nvPr/>
          </p:nvSpPr>
          <p:spPr>
            <a:xfrm>
              <a:off x="2466666" y="4972052"/>
              <a:ext cx="262647" cy="262647"/>
            </a:xfrm>
            <a:custGeom>
              <a:avLst/>
              <a:gdLst>
                <a:gd name="csX0" fmla="*/ 0 w 262647"/>
                <a:gd name="csY0" fmla="*/ 131324 h 262647"/>
                <a:gd name="csX1" fmla="*/ 131324 w 262647"/>
                <a:gd name="csY1" fmla="*/ 0 h 262647"/>
                <a:gd name="csX2" fmla="*/ 262648 w 262647"/>
                <a:gd name="csY2" fmla="*/ 131324 h 262647"/>
                <a:gd name="csX3" fmla="*/ 131324 w 262647"/>
                <a:gd name="csY3" fmla="*/ 262648 h 262647"/>
                <a:gd name="csX4" fmla="*/ 0 w 262647"/>
                <a:gd name="csY4" fmla="*/ 131324 h 2626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62647" h="262647" fill="none" extrusionOk="0">
                  <a:moveTo>
                    <a:pt x="0" y="131324"/>
                  </a:moveTo>
                  <a:cubicBezTo>
                    <a:pt x="-15070" y="57771"/>
                    <a:pt x="43209" y="-6090"/>
                    <a:pt x="131324" y="0"/>
                  </a:cubicBezTo>
                  <a:cubicBezTo>
                    <a:pt x="189535" y="535"/>
                    <a:pt x="265241" y="61723"/>
                    <a:pt x="262648" y="131324"/>
                  </a:cubicBezTo>
                  <a:cubicBezTo>
                    <a:pt x="258399" y="187857"/>
                    <a:pt x="202701" y="261194"/>
                    <a:pt x="131324" y="262648"/>
                  </a:cubicBezTo>
                  <a:cubicBezTo>
                    <a:pt x="48502" y="272250"/>
                    <a:pt x="10815" y="199526"/>
                    <a:pt x="0" y="131324"/>
                  </a:cubicBezTo>
                  <a:close/>
                </a:path>
                <a:path w="262647" h="262647" stroke="0" extrusionOk="0">
                  <a:moveTo>
                    <a:pt x="0" y="131324"/>
                  </a:moveTo>
                  <a:cubicBezTo>
                    <a:pt x="-2930" y="55299"/>
                    <a:pt x="47175" y="1364"/>
                    <a:pt x="131324" y="0"/>
                  </a:cubicBezTo>
                  <a:cubicBezTo>
                    <a:pt x="221592" y="-6713"/>
                    <a:pt x="282081" y="50746"/>
                    <a:pt x="262648" y="131324"/>
                  </a:cubicBezTo>
                  <a:cubicBezTo>
                    <a:pt x="263633" y="218417"/>
                    <a:pt x="202252" y="267322"/>
                    <a:pt x="131324" y="262648"/>
                  </a:cubicBezTo>
                  <a:cubicBezTo>
                    <a:pt x="51056" y="254538"/>
                    <a:pt x="-8457" y="209161"/>
                    <a:pt x="0" y="131324"/>
                  </a:cubicBezTo>
                  <a:close/>
                </a:path>
              </a:pathLst>
            </a:custGeom>
            <a:solidFill>
              <a:srgbClr val="FF0000"/>
            </a:solidFill>
            <a:ln>
              <a:extLst>
                <a:ext uri="{C807C97D-BFC1-408E-A445-0C87EB9F89A2}">
                  <ask:lineSketchStyleProps xmlns:ask="http://schemas.microsoft.com/office/drawing/2018/sketchyshapes" sd="3150659370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7</a:t>
              </a:r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B1B70B49-52A6-95FC-A97B-6AA4C702362F}"/>
                </a:ext>
              </a:extLst>
            </p:cNvPr>
            <p:cNvSpPr/>
            <p:nvPr/>
          </p:nvSpPr>
          <p:spPr>
            <a:xfrm>
              <a:off x="3286986" y="4972052"/>
              <a:ext cx="262647" cy="262647"/>
            </a:xfrm>
            <a:custGeom>
              <a:avLst/>
              <a:gdLst>
                <a:gd name="csX0" fmla="*/ 0 w 262647"/>
                <a:gd name="csY0" fmla="*/ 131324 h 262647"/>
                <a:gd name="csX1" fmla="*/ 131324 w 262647"/>
                <a:gd name="csY1" fmla="*/ 0 h 262647"/>
                <a:gd name="csX2" fmla="*/ 262648 w 262647"/>
                <a:gd name="csY2" fmla="*/ 131324 h 262647"/>
                <a:gd name="csX3" fmla="*/ 131324 w 262647"/>
                <a:gd name="csY3" fmla="*/ 262648 h 262647"/>
                <a:gd name="csX4" fmla="*/ 0 w 262647"/>
                <a:gd name="csY4" fmla="*/ 131324 h 2626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62647" h="262647" fill="none" extrusionOk="0">
                  <a:moveTo>
                    <a:pt x="0" y="131324"/>
                  </a:moveTo>
                  <a:cubicBezTo>
                    <a:pt x="-17575" y="69854"/>
                    <a:pt x="57176" y="19372"/>
                    <a:pt x="131324" y="0"/>
                  </a:cubicBezTo>
                  <a:cubicBezTo>
                    <a:pt x="207323" y="408"/>
                    <a:pt x="260740" y="41759"/>
                    <a:pt x="262648" y="131324"/>
                  </a:cubicBezTo>
                  <a:cubicBezTo>
                    <a:pt x="263355" y="190445"/>
                    <a:pt x="204993" y="261332"/>
                    <a:pt x="131324" y="262648"/>
                  </a:cubicBezTo>
                  <a:cubicBezTo>
                    <a:pt x="55701" y="270471"/>
                    <a:pt x="-1402" y="206550"/>
                    <a:pt x="0" y="131324"/>
                  </a:cubicBezTo>
                  <a:close/>
                </a:path>
                <a:path w="262647" h="262647" stroke="0" extrusionOk="0">
                  <a:moveTo>
                    <a:pt x="0" y="131324"/>
                  </a:moveTo>
                  <a:cubicBezTo>
                    <a:pt x="3888" y="48463"/>
                    <a:pt x="51377" y="-1009"/>
                    <a:pt x="131324" y="0"/>
                  </a:cubicBezTo>
                  <a:cubicBezTo>
                    <a:pt x="210475" y="-4475"/>
                    <a:pt x="274751" y="51589"/>
                    <a:pt x="262648" y="131324"/>
                  </a:cubicBezTo>
                  <a:cubicBezTo>
                    <a:pt x="259997" y="205840"/>
                    <a:pt x="208790" y="258224"/>
                    <a:pt x="131324" y="262648"/>
                  </a:cubicBezTo>
                  <a:cubicBezTo>
                    <a:pt x="58085" y="257380"/>
                    <a:pt x="2360" y="222890"/>
                    <a:pt x="0" y="131324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3153760788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9</a:t>
              </a: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1ED6D384-BD7B-DFC3-D43C-D6F1FCE2CC8E}"/>
                </a:ext>
              </a:extLst>
            </p:cNvPr>
            <p:cNvSpPr/>
            <p:nvPr/>
          </p:nvSpPr>
          <p:spPr>
            <a:xfrm>
              <a:off x="2028876" y="5554701"/>
              <a:ext cx="262647" cy="262647"/>
            </a:xfrm>
            <a:custGeom>
              <a:avLst/>
              <a:gdLst>
                <a:gd name="csX0" fmla="*/ 0 w 262647"/>
                <a:gd name="csY0" fmla="*/ 131324 h 262647"/>
                <a:gd name="csX1" fmla="*/ 131324 w 262647"/>
                <a:gd name="csY1" fmla="*/ 0 h 262647"/>
                <a:gd name="csX2" fmla="*/ 262648 w 262647"/>
                <a:gd name="csY2" fmla="*/ 131324 h 262647"/>
                <a:gd name="csX3" fmla="*/ 131324 w 262647"/>
                <a:gd name="csY3" fmla="*/ 262648 h 262647"/>
                <a:gd name="csX4" fmla="*/ 0 w 262647"/>
                <a:gd name="csY4" fmla="*/ 131324 h 2626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62647" h="262647" fill="none" extrusionOk="0">
                  <a:moveTo>
                    <a:pt x="0" y="131324"/>
                  </a:moveTo>
                  <a:cubicBezTo>
                    <a:pt x="5750" y="61751"/>
                    <a:pt x="50915" y="11589"/>
                    <a:pt x="131324" y="0"/>
                  </a:cubicBezTo>
                  <a:cubicBezTo>
                    <a:pt x="191729" y="-273"/>
                    <a:pt x="260803" y="61413"/>
                    <a:pt x="262648" y="131324"/>
                  </a:cubicBezTo>
                  <a:cubicBezTo>
                    <a:pt x="274314" y="199600"/>
                    <a:pt x="184184" y="260508"/>
                    <a:pt x="131324" y="262648"/>
                  </a:cubicBezTo>
                  <a:cubicBezTo>
                    <a:pt x="53825" y="255494"/>
                    <a:pt x="10781" y="194628"/>
                    <a:pt x="0" y="131324"/>
                  </a:cubicBezTo>
                  <a:close/>
                </a:path>
                <a:path w="262647" h="262647" stroke="0" extrusionOk="0">
                  <a:moveTo>
                    <a:pt x="0" y="131324"/>
                  </a:moveTo>
                  <a:cubicBezTo>
                    <a:pt x="12065" y="59543"/>
                    <a:pt x="55189" y="1110"/>
                    <a:pt x="131324" y="0"/>
                  </a:cubicBezTo>
                  <a:cubicBezTo>
                    <a:pt x="209045" y="-12307"/>
                    <a:pt x="269295" y="66545"/>
                    <a:pt x="262648" y="131324"/>
                  </a:cubicBezTo>
                  <a:cubicBezTo>
                    <a:pt x="250915" y="213561"/>
                    <a:pt x="220149" y="257942"/>
                    <a:pt x="131324" y="262648"/>
                  </a:cubicBezTo>
                  <a:cubicBezTo>
                    <a:pt x="72860" y="276409"/>
                    <a:pt x="-5913" y="209962"/>
                    <a:pt x="0" y="131324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2058190381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6</a:t>
              </a:r>
            </a:p>
          </p:txBody>
        </p: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8B9F24B-61D1-B798-E9DB-93E20721199A}"/>
                </a:ext>
              </a:extLst>
            </p:cNvPr>
            <p:cNvCxnSpPr>
              <a:stCxn id="61" idx="3"/>
              <a:endCxn id="63" idx="0"/>
            </p:cNvCxnSpPr>
            <p:nvPr/>
          </p:nvCxnSpPr>
          <p:spPr>
            <a:xfrm flipH="1">
              <a:off x="1960784" y="4095857"/>
              <a:ext cx="413023" cy="350901"/>
            </a:xfrm>
            <a:prstGeom prst="line">
              <a:avLst/>
            </a:prstGeom>
            <a:ln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FF4CEE38-BD37-D1AC-B806-E1617945395C}"/>
                </a:ext>
              </a:extLst>
            </p:cNvPr>
            <p:cNvCxnSpPr>
              <a:stCxn id="61" idx="5"/>
              <a:endCxn id="62" idx="0"/>
            </p:cNvCxnSpPr>
            <p:nvPr/>
          </p:nvCxnSpPr>
          <p:spPr>
            <a:xfrm>
              <a:off x="2559526" y="4095857"/>
              <a:ext cx="439122" cy="350901"/>
            </a:xfrm>
            <a:prstGeom prst="line">
              <a:avLst/>
            </a:prstGeom>
            <a:ln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6D498722-188F-A4AD-C9BA-221AFF0B4FE2}"/>
                </a:ext>
              </a:extLst>
            </p:cNvPr>
            <p:cNvCxnSpPr>
              <a:stCxn id="62" idx="3"/>
              <a:endCxn id="64" idx="0"/>
            </p:cNvCxnSpPr>
            <p:nvPr/>
          </p:nvCxnSpPr>
          <p:spPr>
            <a:xfrm flipH="1">
              <a:off x="2597990" y="4670941"/>
              <a:ext cx="307798" cy="301111"/>
            </a:xfrm>
            <a:prstGeom prst="line">
              <a:avLst/>
            </a:prstGeom>
            <a:ln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98896BB6-9932-C658-FC96-0B58DB2FBED1}"/>
                </a:ext>
              </a:extLst>
            </p:cNvPr>
            <p:cNvCxnSpPr>
              <a:cxnSpLocks/>
              <a:stCxn id="62" idx="5"/>
              <a:endCxn id="65" idx="0"/>
            </p:cNvCxnSpPr>
            <p:nvPr/>
          </p:nvCxnSpPr>
          <p:spPr>
            <a:xfrm>
              <a:off x="3091507" y="4670941"/>
              <a:ext cx="326803" cy="301111"/>
            </a:xfrm>
            <a:prstGeom prst="line">
              <a:avLst/>
            </a:prstGeom>
            <a:ln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1B067136-9E09-B0AF-6E5C-6694303D81F0}"/>
                </a:ext>
              </a:extLst>
            </p:cNvPr>
            <p:cNvCxnSpPr>
              <a:cxnSpLocks/>
              <a:stCxn id="64" idx="3"/>
              <a:endCxn id="67" idx="0"/>
            </p:cNvCxnSpPr>
            <p:nvPr/>
          </p:nvCxnSpPr>
          <p:spPr>
            <a:xfrm flipH="1">
              <a:off x="2160200" y="5196235"/>
              <a:ext cx="344930" cy="358466"/>
            </a:xfrm>
            <a:prstGeom prst="line">
              <a:avLst/>
            </a:prstGeom>
            <a:ln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9E921DC0-9847-9CE0-F8EA-407F7B522E5B}"/>
                </a:ext>
              </a:extLst>
            </p:cNvPr>
            <p:cNvSpPr/>
            <p:nvPr/>
          </p:nvSpPr>
          <p:spPr>
            <a:xfrm>
              <a:off x="1461475" y="4908822"/>
              <a:ext cx="194553" cy="194553"/>
            </a:xfrm>
            <a:custGeom>
              <a:avLst/>
              <a:gdLst>
                <a:gd name="csX0" fmla="*/ 0 w 194553"/>
                <a:gd name="csY0" fmla="*/ 0 h 194553"/>
                <a:gd name="csX1" fmla="*/ 194553 w 194553"/>
                <a:gd name="csY1" fmla="*/ 0 h 194553"/>
                <a:gd name="csX2" fmla="*/ 194553 w 194553"/>
                <a:gd name="csY2" fmla="*/ 194553 h 194553"/>
                <a:gd name="csX3" fmla="*/ 0 w 194553"/>
                <a:gd name="csY3" fmla="*/ 194553 h 194553"/>
                <a:gd name="csX4" fmla="*/ 0 w 194553"/>
                <a:gd name="csY4" fmla="*/ 0 h 1945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94553" h="194553" fill="none" extrusionOk="0">
                  <a:moveTo>
                    <a:pt x="0" y="0"/>
                  </a:moveTo>
                  <a:cubicBezTo>
                    <a:pt x="45848" y="-8383"/>
                    <a:pt x="129616" y="774"/>
                    <a:pt x="194553" y="0"/>
                  </a:cubicBezTo>
                  <a:cubicBezTo>
                    <a:pt x="200050" y="53903"/>
                    <a:pt x="182809" y="148143"/>
                    <a:pt x="194553" y="194553"/>
                  </a:cubicBezTo>
                  <a:cubicBezTo>
                    <a:pt x="125826" y="203079"/>
                    <a:pt x="38914" y="175234"/>
                    <a:pt x="0" y="194553"/>
                  </a:cubicBezTo>
                  <a:cubicBezTo>
                    <a:pt x="-18824" y="147463"/>
                    <a:pt x="10048" y="73601"/>
                    <a:pt x="0" y="0"/>
                  </a:cubicBezTo>
                  <a:close/>
                </a:path>
                <a:path w="194553" h="194553" stroke="0" extrusionOk="0">
                  <a:moveTo>
                    <a:pt x="0" y="0"/>
                  </a:moveTo>
                  <a:cubicBezTo>
                    <a:pt x="87617" y="-5980"/>
                    <a:pt x="120873" y="16008"/>
                    <a:pt x="194553" y="0"/>
                  </a:cubicBezTo>
                  <a:cubicBezTo>
                    <a:pt x="196910" y="86217"/>
                    <a:pt x="183203" y="149093"/>
                    <a:pt x="194553" y="194553"/>
                  </a:cubicBezTo>
                  <a:cubicBezTo>
                    <a:pt x="152943" y="197962"/>
                    <a:pt x="95479" y="175747"/>
                    <a:pt x="0" y="194553"/>
                  </a:cubicBezTo>
                  <a:cubicBezTo>
                    <a:pt x="-11480" y="153270"/>
                    <a:pt x="15893" y="93175"/>
                    <a:pt x="0" y="0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3875150793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C796007C-D29E-F133-DC30-59132113E321}"/>
                </a:ext>
              </a:extLst>
            </p:cNvPr>
            <p:cNvSpPr/>
            <p:nvPr/>
          </p:nvSpPr>
          <p:spPr>
            <a:xfrm>
              <a:off x="2124600" y="4908822"/>
              <a:ext cx="194553" cy="194553"/>
            </a:xfrm>
            <a:custGeom>
              <a:avLst/>
              <a:gdLst>
                <a:gd name="csX0" fmla="*/ 0 w 194553"/>
                <a:gd name="csY0" fmla="*/ 0 h 194553"/>
                <a:gd name="csX1" fmla="*/ 194553 w 194553"/>
                <a:gd name="csY1" fmla="*/ 0 h 194553"/>
                <a:gd name="csX2" fmla="*/ 194553 w 194553"/>
                <a:gd name="csY2" fmla="*/ 194553 h 194553"/>
                <a:gd name="csX3" fmla="*/ 0 w 194553"/>
                <a:gd name="csY3" fmla="*/ 194553 h 194553"/>
                <a:gd name="csX4" fmla="*/ 0 w 194553"/>
                <a:gd name="csY4" fmla="*/ 0 h 1945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94553" h="194553" fill="none" extrusionOk="0">
                  <a:moveTo>
                    <a:pt x="0" y="0"/>
                  </a:moveTo>
                  <a:cubicBezTo>
                    <a:pt x="82052" y="-1787"/>
                    <a:pt x="103869" y="4176"/>
                    <a:pt x="194553" y="0"/>
                  </a:cubicBezTo>
                  <a:cubicBezTo>
                    <a:pt x="201903" y="96832"/>
                    <a:pt x="176506" y="131091"/>
                    <a:pt x="194553" y="194553"/>
                  </a:cubicBezTo>
                  <a:cubicBezTo>
                    <a:pt x="149208" y="214983"/>
                    <a:pt x="52534" y="184747"/>
                    <a:pt x="0" y="194553"/>
                  </a:cubicBezTo>
                  <a:cubicBezTo>
                    <a:pt x="-11858" y="108388"/>
                    <a:pt x="4254" y="86505"/>
                    <a:pt x="0" y="0"/>
                  </a:cubicBezTo>
                  <a:close/>
                </a:path>
                <a:path w="194553" h="194553" stroke="0" extrusionOk="0">
                  <a:moveTo>
                    <a:pt x="0" y="0"/>
                  </a:moveTo>
                  <a:cubicBezTo>
                    <a:pt x="51087" y="-2496"/>
                    <a:pt x="110969" y="5878"/>
                    <a:pt x="194553" y="0"/>
                  </a:cubicBezTo>
                  <a:cubicBezTo>
                    <a:pt x="213363" y="92310"/>
                    <a:pt x="188668" y="130413"/>
                    <a:pt x="194553" y="194553"/>
                  </a:cubicBezTo>
                  <a:cubicBezTo>
                    <a:pt x="97708" y="197466"/>
                    <a:pt x="85368" y="186404"/>
                    <a:pt x="0" y="194553"/>
                  </a:cubicBezTo>
                  <a:cubicBezTo>
                    <a:pt x="-16004" y="103152"/>
                    <a:pt x="3786" y="39190"/>
                    <a:pt x="0" y="0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2994774972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7F44332B-AC69-4663-F3C8-2757932C8C41}"/>
                </a:ext>
              </a:extLst>
            </p:cNvPr>
            <p:cNvSpPr/>
            <p:nvPr/>
          </p:nvSpPr>
          <p:spPr>
            <a:xfrm>
              <a:off x="2785890" y="5588747"/>
              <a:ext cx="194553" cy="194553"/>
            </a:xfrm>
            <a:custGeom>
              <a:avLst/>
              <a:gdLst>
                <a:gd name="csX0" fmla="*/ 0 w 194553"/>
                <a:gd name="csY0" fmla="*/ 0 h 194553"/>
                <a:gd name="csX1" fmla="*/ 194553 w 194553"/>
                <a:gd name="csY1" fmla="*/ 0 h 194553"/>
                <a:gd name="csX2" fmla="*/ 194553 w 194553"/>
                <a:gd name="csY2" fmla="*/ 194553 h 194553"/>
                <a:gd name="csX3" fmla="*/ 0 w 194553"/>
                <a:gd name="csY3" fmla="*/ 194553 h 194553"/>
                <a:gd name="csX4" fmla="*/ 0 w 194553"/>
                <a:gd name="csY4" fmla="*/ 0 h 1945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94553" h="194553" fill="none" extrusionOk="0">
                  <a:moveTo>
                    <a:pt x="0" y="0"/>
                  </a:moveTo>
                  <a:cubicBezTo>
                    <a:pt x="52473" y="-5186"/>
                    <a:pt x="101781" y="7927"/>
                    <a:pt x="194553" y="0"/>
                  </a:cubicBezTo>
                  <a:cubicBezTo>
                    <a:pt x="199828" y="85399"/>
                    <a:pt x="194500" y="129572"/>
                    <a:pt x="194553" y="194553"/>
                  </a:cubicBezTo>
                  <a:cubicBezTo>
                    <a:pt x="147061" y="194709"/>
                    <a:pt x="71374" y="187332"/>
                    <a:pt x="0" y="194553"/>
                  </a:cubicBezTo>
                  <a:cubicBezTo>
                    <a:pt x="-6127" y="146283"/>
                    <a:pt x="4433" y="48489"/>
                    <a:pt x="0" y="0"/>
                  </a:cubicBezTo>
                  <a:close/>
                </a:path>
                <a:path w="194553" h="194553" stroke="0" extrusionOk="0">
                  <a:moveTo>
                    <a:pt x="0" y="0"/>
                  </a:moveTo>
                  <a:cubicBezTo>
                    <a:pt x="48306" y="-22715"/>
                    <a:pt x="148943" y="16002"/>
                    <a:pt x="194553" y="0"/>
                  </a:cubicBezTo>
                  <a:cubicBezTo>
                    <a:pt x="209144" y="66299"/>
                    <a:pt x="172822" y="130644"/>
                    <a:pt x="194553" y="194553"/>
                  </a:cubicBezTo>
                  <a:cubicBezTo>
                    <a:pt x="136474" y="216444"/>
                    <a:pt x="92113" y="176880"/>
                    <a:pt x="0" y="194553"/>
                  </a:cubicBezTo>
                  <a:cubicBezTo>
                    <a:pt x="-5219" y="104633"/>
                    <a:pt x="20123" y="76713"/>
                    <a:pt x="0" y="0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1072307697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FBA828C7-BA50-7029-2E34-0671E89AC8C1}"/>
                </a:ext>
              </a:extLst>
            </p:cNvPr>
            <p:cNvSpPr/>
            <p:nvPr/>
          </p:nvSpPr>
          <p:spPr>
            <a:xfrm>
              <a:off x="3092433" y="5588747"/>
              <a:ext cx="194553" cy="194553"/>
            </a:xfrm>
            <a:custGeom>
              <a:avLst/>
              <a:gdLst>
                <a:gd name="csX0" fmla="*/ 0 w 194553"/>
                <a:gd name="csY0" fmla="*/ 0 h 194553"/>
                <a:gd name="csX1" fmla="*/ 194553 w 194553"/>
                <a:gd name="csY1" fmla="*/ 0 h 194553"/>
                <a:gd name="csX2" fmla="*/ 194553 w 194553"/>
                <a:gd name="csY2" fmla="*/ 194553 h 194553"/>
                <a:gd name="csX3" fmla="*/ 0 w 194553"/>
                <a:gd name="csY3" fmla="*/ 194553 h 194553"/>
                <a:gd name="csX4" fmla="*/ 0 w 194553"/>
                <a:gd name="csY4" fmla="*/ 0 h 1945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94553" h="194553" fill="none" extrusionOk="0">
                  <a:moveTo>
                    <a:pt x="0" y="0"/>
                  </a:moveTo>
                  <a:cubicBezTo>
                    <a:pt x="96032" y="-5606"/>
                    <a:pt x="124814" y="20338"/>
                    <a:pt x="194553" y="0"/>
                  </a:cubicBezTo>
                  <a:cubicBezTo>
                    <a:pt x="199658" y="94299"/>
                    <a:pt x="181609" y="136029"/>
                    <a:pt x="194553" y="194553"/>
                  </a:cubicBezTo>
                  <a:cubicBezTo>
                    <a:pt x="139804" y="206222"/>
                    <a:pt x="42075" y="186931"/>
                    <a:pt x="0" y="194553"/>
                  </a:cubicBezTo>
                  <a:cubicBezTo>
                    <a:pt x="-12039" y="104855"/>
                    <a:pt x="19940" y="55609"/>
                    <a:pt x="0" y="0"/>
                  </a:cubicBezTo>
                  <a:close/>
                </a:path>
                <a:path w="194553" h="194553" stroke="0" extrusionOk="0">
                  <a:moveTo>
                    <a:pt x="0" y="0"/>
                  </a:moveTo>
                  <a:cubicBezTo>
                    <a:pt x="78642" y="-22763"/>
                    <a:pt x="123322" y="11953"/>
                    <a:pt x="194553" y="0"/>
                  </a:cubicBezTo>
                  <a:cubicBezTo>
                    <a:pt x="209604" y="57506"/>
                    <a:pt x="181726" y="137847"/>
                    <a:pt x="194553" y="194553"/>
                  </a:cubicBezTo>
                  <a:cubicBezTo>
                    <a:pt x="144275" y="208330"/>
                    <a:pt x="90241" y="171413"/>
                    <a:pt x="0" y="194553"/>
                  </a:cubicBezTo>
                  <a:cubicBezTo>
                    <a:pt x="-19108" y="153612"/>
                    <a:pt x="5762" y="63313"/>
                    <a:pt x="0" y="0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2126861522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DAF5F9FF-47C7-8FEA-3A4A-FEB5BB73E490}"/>
                </a:ext>
              </a:extLst>
            </p:cNvPr>
            <p:cNvSpPr/>
            <p:nvPr/>
          </p:nvSpPr>
          <p:spPr>
            <a:xfrm>
              <a:off x="3699240" y="5588746"/>
              <a:ext cx="194553" cy="194553"/>
            </a:xfrm>
            <a:custGeom>
              <a:avLst/>
              <a:gdLst>
                <a:gd name="csX0" fmla="*/ 0 w 194553"/>
                <a:gd name="csY0" fmla="*/ 0 h 194553"/>
                <a:gd name="csX1" fmla="*/ 194553 w 194553"/>
                <a:gd name="csY1" fmla="*/ 0 h 194553"/>
                <a:gd name="csX2" fmla="*/ 194553 w 194553"/>
                <a:gd name="csY2" fmla="*/ 194553 h 194553"/>
                <a:gd name="csX3" fmla="*/ 0 w 194553"/>
                <a:gd name="csY3" fmla="*/ 194553 h 194553"/>
                <a:gd name="csX4" fmla="*/ 0 w 194553"/>
                <a:gd name="csY4" fmla="*/ 0 h 1945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94553" h="194553" fill="none" extrusionOk="0">
                  <a:moveTo>
                    <a:pt x="0" y="0"/>
                  </a:moveTo>
                  <a:cubicBezTo>
                    <a:pt x="62405" y="-3137"/>
                    <a:pt x="99710" y="7188"/>
                    <a:pt x="194553" y="0"/>
                  </a:cubicBezTo>
                  <a:cubicBezTo>
                    <a:pt x="204617" y="81699"/>
                    <a:pt x="171445" y="109152"/>
                    <a:pt x="194553" y="194553"/>
                  </a:cubicBezTo>
                  <a:cubicBezTo>
                    <a:pt x="135251" y="196027"/>
                    <a:pt x="86427" y="175793"/>
                    <a:pt x="0" y="194553"/>
                  </a:cubicBezTo>
                  <a:cubicBezTo>
                    <a:pt x="-18754" y="103287"/>
                    <a:pt x="19757" y="77670"/>
                    <a:pt x="0" y="0"/>
                  </a:cubicBezTo>
                  <a:close/>
                </a:path>
                <a:path w="194553" h="194553" stroke="0" extrusionOk="0">
                  <a:moveTo>
                    <a:pt x="0" y="0"/>
                  </a:moveTo>
                  <a:cubicBezTo>
                    <a:pt x="61410" y="-19349"/>
                    <a:pt x="146248" y="1418"/>
                    <a:pt x="194553" y="0"/>
                  </a:cubicBezTo>
                  <a:cubicBezTo>
                    <a:pt x="210799" y="94015"/>
                    <a:pt x="174325" y="145998"/>
                    <a:pt x="194553" y="194553"/>
                  </a:cubicBezTo>
                  <a:cubicBezTo>
                    <a:pt x="126788" y="198872"/>
                    <a:pt x="80026" y="175185"/>
                    <a:pt x="0" y="194553"/>
                  </a:cubicBezTo>
                  <a:cubicBezTo>
                    <a:pt x="-1391" y="135210"/>
                    <a:pt x="18526" y="45258"/>
                    <a:pt x="0" y="0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3445237796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02984A8C-00E5-D69C-2618-568A4BD66491}"/>
                </a:ext>
              </a:extLst>
            </p:cNvPr>
            <p:cNvSpPr/>
            <p:nvPr/>
          </p:nvSpPr>
          <p:spPr>
            <a:xfrm>
              <a:off x="1634907" y="6056997"/>
              <a:ext cx="194553" cy="194553"/>
            </a:xfrm>
            <a:custGeom>
              <a:avLst/>
              <a:gdLst>
                <a:gd name="csX0" fmla="*/ 0 w 194553"/>
                <a:gd name="csY0" fmla="*/ 0 h 194553"/>
                <a:gd name="csX1" fmla="*/ 194553 w 194553"/>
                <a:gd name="csY1" fmla="*/ 0 h 194553"/>
                <a:gd name="csX2" fmla="*/ 194553 w 194553"/>
                <a:gd name="csY2" fmla="*/ 194553 h 194553"/>
                <a:gd name="csX3" fmla="*/ 0 w 194553"/>
                <a:gd name="csY3" fmla="*/ 194553 h 194553"/>
                <a:gd name="csX4" fmla="*/ 0 w 194553"/>
                <a:gd name="csY4" fmla="*/ 0 h 1945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94553" h="194553" fill="none" extrusionOk="0">
                  <a:moveTo>
                    <a:pt x="0" y="0"/>
                  </a:moveTo>
                  <a:cubicBezTo>
                    <a:pt x="91291" y="-146"/>
                    <a:pt x="118052" y="15281"/>
                    <a:pt x="194553" y="0"/>
                  </a:cubicBezTo>
                  <a:cubicBezTo>
                    <a:pt x="195373" y="44406"/>
                    <a:pt x="194436" y="115436"/>
                    <a:pt x="194553" y="194553"/>
                  </a:cubicBezTo>
                  <a:cubicBezTo>
                    <a:pt x="139189" y="203280"/>
                    <a:pt x="67168" y="175000"/>
                    <a:pt x="0" y="194553"/>
                  </a:cubicBezTo>
                  <a:cubicBezTo>
                    <a:pt x="-19012" y="98127"/>
                    <a:pt x="17950" y="90883"/>
                    <a:pt x="0" y="0"/>
                  </a:cubicBezTo>
                  <a:close/>
                </a:path>
                <a:path w="194553" h="194553" stroke="0" extrusionOk="0">
                  <a:moveTo>
                    <a:pt x="0" y="0"/>
                  </a:moveTo>
                  <a:cubicBezTo>
                    <a:pt x="96313" y="-16451"/>
                    <a:pt x="112550" y="20999"/>
                    <a:pt x="194553" y="0"/>
                  </a:cubicBezTo>
                  <a:cubicBezTo>
                    <a:pt x="196127" y="67018"/>
                    <a:pt x="186435" y="124221"/>
                    <a:pt x="194553" y="194553"/>
                  </a:cubicBezTo>
                  <a:cubicBezTo>
                    <a:pt x="122626" y="197798"/>
                    <a:pt x="92453" y="184512"/>
                    <a:pt x="0" y="194553"/>
                  </a:cubicBezTo>
                  <a:cubicBezTo>
                    <a:pt x="-17171" y="153909"/>
                    <a:pt x="20016" y="69344"/>
                    <a:pt x="0" y="0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1706379687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7E720EFA-33BE-333D-E9D1-CC9DEB4FE78B}"/>
                </a:ext>
              </a:extLst>
            </p:cNvPr>
            <p:cNvSpPr/>
            <p:nvPr/>
          </p:nvSpPr>
          <p:spPr>
            <a:xfrm>
              <a:off x="2393217" y="6051586"/>
              <a:ext cx="194553" cy="194553"/>
            </a:xfrm>
            <a:custGeom>
              <a:avLst/>
              <a:gdLst>
                <a:gd name="csX0" fmla="*/ 0 w 194553"/>
                <a:gd name="csY0" fmla="*/ 0 h 194553"/>
                <a:gd name="csX1" fmla="*/ 194553 w 194553"/>
                <a:gd name="csY1" fmla="*/ 0 h 194553"/>
                <a:gd name="csX2" fmla="*/ 194553 w 194553"/>
                <a:gd name="csY2" fmla="*/ 194553 h 194553"/>
                <a:gd name="csX3" fmla="*/ 0 w 194553"/>
                <a:gd name="csY3" fmla="*/ 194553 h 194553"/>
                <a:gd name="csX4" fmla="*/ 0 w 194553"/>
                <a:gd name="csY4" fmla="*/ 0 h 1945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94553" h="194553" fill="none" extrusionOk="0">
                  <a:moveTo>
                    <a:pt x="0" y="0"/>
                  </a:moveTo>
                  <a:cubicBezTo>
                    <a:pt x="57837" y="-1640"/>
                    <a:pt x="116860" y="12274"/>
                    <a:pt x="194553" y="0"/>
                  </a:cubicBezTo>
                  <a:cubicBezTo>
                    <a:pt x="205988" y="71061"/>
                    <a:pt x="179612" y="152406"/>
                    <a:pt x="194553" y="194553"/>
                  </a:cubicBezTo>
                  <a:cubicBezTo>
                    <a:pt x="109844" y="211449"/>
                    <a:pt x="76447" y="192166"/>
                    <a:pt x="0" y="194553"/>
                  </a:cubicBezTo>
                  <a:cubicBezTo>
                    <a:pt x="-6253" y="97315"/>
                    <a:pt x="9526" y="58499"/>
                    <a:pt x="0" y="0"/>
                  </a:cubicBezTo>
                  <a:close/>
                </a:path>
                <a:path w="194553" h="194553" stroke="0" extrusionOk="0">
                  <a:moveTo>
                    <a:pt x="0" y="0"/>
                  </a:moveTo>
                  <a:cubicBezTo>
                    <a:pt x="78589" y="-23221"/>
                    <a:pt x="105482" y="22417"/>
                    <a:pt x="194553" y="0"/>
                  </a:cubicBezTo>
                  <a:cubicBezTo>
                    <a:pt x="206680" y="69481"/>
                    <a:pt x="171551" y="98057"/>
                    <a:pt x="194553" y="194553"/>
                  </a:cubicBezTo>
                  <a:cubicBezTo>
                    <a:pt x="103969" y="197203"/>
                    <a:pt x="81607" y="193843"/>
                    <a:pt x="0" y="194553"/>
                  </a:cubicBezTo>
                  <a:cubicBezTo>
                    <a:pt x="-20775" y="109314"/>
                    <a:pt x="10642" y="79451"/>
                    <a:pt x="0" y="0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897822415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6437EE9A-D495-0DC1-ACCC-366831BD8A87}"/>
                </a:ext>
              </a:extLst>
            </p:cNvPr>
            <p:cNvCxnSpPr>
              <a:cxnSpLocks/>
              <a:stCxn id="63" idx="3"/>
              <a:endCxn id="79" idx="0"/>
            </p:cNvCxnSpPr>
            <p:nvPr/>
          </p:nvCxnSpPr>
          <p:spPr>
            <a:xfrm flipH="1">
              <a:off x="1558752" y="4670941"/>
              <a:ext cx="309172" cy="237881"/>
            </a:xfrm>
            <a:prstGeom prst="line">
              <a:avLst/>
            </a:prstGeom>
            <a:ln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AE6847BF-531A-2333-A41B-F5378F75211A}"/>
                </a:ext>
              </a:extLst>
            </p:cNvPr>
            <p:cNvCxnSpPr>
              <a:stCxn id="63" idx="5"/>
              <a:endCxn id="80" idx="0"/>
            </p:cNvCxnSpPr>
            <p:nvPr/>
          </p:nvCxnSpPr>
          <p:spPr>
            <a:xfrm>
              <a:off x="2053643" y="4670941"/>
              <a:ext cx="168234" cy="237881"/>
            </a:xfrm>
            <a:prstGeom prst="line">
              <a:avLst/>
            </a:prstGeom>
            <a:ln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CE6E0B8B-08C9-62C2-781D-CD205C07844A}"/>
                </a:ext>
              </a:extLst>
            </p:cNvPr>
            <p:cNvCxnSpPr>
              <a:cxnSpLocks/>
              <a:stCxn id="64" idx="5"/>
              <a:endCxn id="81" idx="0"/>
            </p:cNvCxnSpPr>
            <p:nvPr/>
          </p:nvCxnSpPr>
          <p:spPr>
            <a:xfrm>
              <a:off x="2690849" y="5196235"/>
              <a:ext cx="192318" cy="392512"/>
            </a:xfrm>
            <a:prstGeom prst="line">
              <a:avLst/>
            </a:prstGeom>
            <a:ln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325200A1-1201-1CA5-FE99-9FED302F97B1}"/>
                </a:ext>
              </a:extLst>
            </p:cNvPr>
            <p:cNvCxnSpPr>
              <a:cxnSpLocks/>
              <a:stCxn id="65" idx="3"/>
              <a:endCxn id="82" idx="0"/>
            </p:cNvCxnSpPr>
            <p:nvPr/>
          </p:nvCxnSpPr>
          <p:spPr>
            <a:xfrm flipH="1">
              <a:off x="3189710" y="5196235"/>
              <a:ext cx="135740" cy="392512"/>
            </a:xfrm>
            <a:prstGeom prst="line">
              <a:avLst/>
            </a:prstGeom>
            <a:ln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BAC03792-9DDC-0129-DBFE-A348A0A190C9}"/>
                </a:ext>
              </a:extLst>
            </p:cNvPr>
            <p:cNvCxnSpPr>
              <a:stCxn id="65" idx="5"/>
              <a:endCxn id="83" idx="0"/>
            </p:cNvCxnSpPr>
            <p:nvPr/>
          </p:nvCxnSpPr>
          <p:spPr>
            <a:xfrm>
              <a:off x="3511169" y="5196235"/>
              <a:ext cx="285348" cy="392511"/>
            </a:xfrm>
            <a:prstGeom prst="line">
              <a:avLst/>
            </a:prstGeom>
            <a:ln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E15C81F2-00C7-6F4C-DA42-8203DFA23AB7}"/>
                </a:ext>
              </a:extLst>
            </p:cNvPr>
            <p:cNvCxnSpPr>
              <a:stCxn id="67" idx="3"/>
              <a:endCxn id="84" idx="0"/>
            </p:cNvCxnSpPr>
            <p:nvPr/>
          </p:nvCxnSpPr>
          <p:spPr>
            <a:xfrm flipH="1">
              <a:off x="1732184" y="5778884"/>
              <a:ext cx="335156" cy="278113"/>
            </a:xfrm>
            <a:prstGeom prst="line">
              <a:avLst/>
            </a:prstGeom>
            <a:ln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C1E055F4-1BAC-11F9-A5AA-60C8A27D77CA}"/>
                </a:ext>
              </a:extLst>
            </p:cNvPr>
            <p:cNvCxnSpPr>
              <a:stCxn id="67" idx="5"/>
              <a:endCxn id="85" idx="0"/>
            </p:cNvCxnSpPr>
            <p:nvPr/>
          </p:nvCxnSpPr>
          <p:spPr>
            <a:xfrm>
              <a:off x="2253059" y="5778884"/>
              <a:ext cx="237435" cy="272702"/>
            </a:xfrm>
            <a:prstGeom prst="line">
              <a:avLst/>
            </a:prstGeom>
            <a:ln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489F6212-0E76-A619-E327-BA9C7A4AC292}"/>
              </a:ext>
            </a:extLst>
          </p:cNvPr>
          <p:cNvGrpSpPr/>
          <p:nvPr/>
        </p:nvGrpSpPr>
        <p:grpSpPr>
          <a:xfrm>
            <a:off x="9290513" y="4160585"/>
            <a:ext cx="1856450" cy="1912239"/>
            <a:chOff x="8317747" y="3995215"/>
            <a:chExt cx="1856450" cy="1912239"/>
          </a:xfrm>
        </p:grpSpPr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0BFF5C82-57FE-8CE8-DE8F-993AE2745971}"/>
                </a:ext>
              </a:extLst>
            </p:cNvPr>
            <p:cNvSpPr/>
            <p:nvPr/>
          </p:nvSpPr>
          <p:spPr>
            <a:xfrm>
              <a:off x="9027017" y="3995215"/>
              <a:ext cx="262647" cy="262647"/>
            </a:xfrm>
            <a:custGeom>
              <a:avLst/>
              <a:gdLst>
                <a:gd name="csX0" fmla="*/ 0 w 262647"/>
                <a:gd name="csY0" fmla="*/ 131324 h 262647"/>
                <a:gd name="csX1" fmla="*/ 131324 w 262647"/>
                <a:gd name="csY1" fmla="*/ 0 h 262647"/>
                <a:gd name="csX2" fmla="*/ 262648 w 262647"/>
                <a:gd name="csY2" fmla="*/ 131324 h 262647"/>
                <a:gd name="csX3" fmla="*/ 131324 w 262647"/>
                <a:gd name="csY3" fmla="*/ 262648 h 262647"/>
                <a:gd name="csX4" fmla="*/ 0 w 262647"/>
                <a:gd name="csY4" fmla="*/ 131324 h 2626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62647" h="262647" fill="none" extrusionOk="0">
                  <a:moveTo>
                    <a:pt x="0" y="131324"/>
                  </a:moveTo>
                  <a:cubicBezTo>
                    <a:pt x="8858" y="66735"/>
                    <a:pt x="65746" y="-12352"/>
                    <a:pt x="131324" y="0"/>
                  </a:cubicBezTo>
                  <a:cubicBezTo>
                    <a:pt x="203986" y="17924"/>
                    <a:pt x="254019" y="72710"/>
                    <a:pt x="262648" y="131324"/>
                  </a:cubicBezTo>
                  <a:cubicBezTo>
                    <a:pt x="276432" y="207079"/>
                    <a:pt x="211986" y="271348"/>
                    <a:pt x="131324" y="262648"/>
                  </a:cubicBezTo>
                  <a:cubicBezTo>
                    <a:pt x="52884" y="261386"/>
                    <a:pt x="4478" y="193621"/>
                    <a:pt x="0" y="131324"/>
                  </a:cubicBezTo>
                  <a:close/>
                </a:path>
                <a:path w="262647" h="262647" stroke="0" extrusionOk="0">
                  <a:moveTo>
                    <a:pt x="0" y="131324"/>
                  </a:moveTo>
                  <a:cubicBezTo>
                    <a:pt x="-17102" y="60081"/>
                    <a:pt x="44885" y="1426"/>
                    <a:pt x="131324" y="0"/>
                  </a:cubicBezTo>
                  <a:cubicBezTo>
                    <a:pt x="202354" y="-15716"/>
                    <a:pt x="274254" y="46059"/>
                    <a:pt x="262648" y="131324"/>
                  </a:cubicBezTo>
                  <a:cubicBezTo>
                    <a:pt x="243621" y="207079"/>
                    <a:pt x="201965" y="266931"/>
                    <a:pt x="131324" y="262648"/>
                  </a:cubicBezTo>
                  <a:cubicBezTo>
                    <a:pt x="71467" y="262957"/>
                    <a:pt x="-8662" y="205558"/>
                    <a:pt x="0" y="131324"/>
                  </a:cubicBezTo>
                  <a:close/>
                </a:path>
              </a:pathLst>
            </a:custGeom>
            <a:solidFill>
              <a:srgbClr val="FF0000"/>
            </a:solidFill>
            <a:ln>
              <a:extLst>
                <a:ext uri="{C807C97D-BFC1-408E-A445-0C87EB9F89A2}">
                  <ask:lineSketchStyleProps xmlns:ask="http://schemas.microsoft.com/office/drawing/2018/sketchyshapes" sd="513088225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bg1"/>
                  </a:solidFill>
                </a:rPr>
                <a:t>5</a:t>
              </a:r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947119EF-886B-B572-AEF4-C055604ABEA3}"/>
                </a:ext>
              </a:extLst>
            </p:cNvPr>
            <p:cNvSpPr/>
            <p:nvPr/>
          </p:nvSpPr>
          <p:spPr>
            <a:xfrm>
              <a:off x="9558998" y="4570299"/>
              <a:ext cx="262647" cy="262647"/>
            </a:xfrm>
            <a:custGeom>
              <a:avLst/>
              <a:gdLst>
                <a:gd name="csX0" fmla="*/ 0 w 262647"/>
                <a:gd name="csY0" fmla="*/ 131324 h 262647"/>
                <a:gd name="csX1" fmla="*/ 131324 w 262647"/>
                <a:gd name="csY1" fmla="*/ 0 h 262647"/>
                <a:gd name="csX2" fmla="*/ 262648 w 262647"/>
                <a:gd name="csY2" fmla="*/ 131324 h 262647"/>
                <a:gd name="csX3" fmla="*/ 131324 w 262647"/>
                <a:gd name="csY3" fmla="*/ 262648 h 262647"/>
                <a:gd name="csX4" fmla="*/ 0 w 262647"/>
                <a:gd name="csY4" fmla="*/ 131324 h 2626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62647" h="262647" fill="none" extrusionOk="0">
                  <a:moveTo>
                    <a:pt x="0" y="131324"/>
                  </a:moveTo>
                  <a:cubicBezTo>
                    <a:pt x="-2975" y="37478"/>
                    <a:pt x="57482" y="6675"/>
                    <a:pt x="131324" y="0"/>
                  </a:cubicBezTo>
                  <a:cubicBezTo>
                    <a:pt x="206478" y="-20513"/>
                    <a:pt x="278726" y="64253"/>
                    <a:pt x="262648" y="131324"/>
                  </a:cubicBezTo>
                  <a:cubicBezTo>
                    <a:pt x="259222" y="200253"/>
                    <a:pt x="183155" y="260663"/>
                    <a:pt x="131324" y="262648"/>
                  </a:cubicBezTo>
                  <a:cubicBezTo>
                    <a:pt x="56997" y="275345"/>
                    <a:pt x="-16047" y="205106"/>
                    <a:pt x="0" y="131324"/>
                  </a:cubicBezTo>
                  <a:close/>
                </a:path>
                <a:path w="262647" h="262647" stroke="0" extrusionOk="0">
                  <a:moveTo>
                    <a:pt x="0" y="131324"/>
                  </a:moveTo>
                  <a:cubicBezTo>
                    <a:pt x="16531" y="48000"/>
                    <a:pt x="58621" y="-3509"/>
                    <a:pt x="131324" y="0"/>
                  </a:cubicBezTo>
                  <a:cubicBezTo>
                    <a:pt x="210279" y="14296"/>
                    <a:pt x="268965" y="59462"/>
                    <a:pt x="262648" y="131324"/>
                  </a:cubicBezTo>
                  <a:cubicBezTo>
                    <a:pt x="265088" y="190853"/>
                    <a:pt x="193727" y="261763"/>
                    <a:pt x="131324" y="262648"/>
                  </a:cubicBezTo>
                  <a:cubicBezTo>
                    <a:pt x="57583" y="268430"/>
                    <a:pt x="11895" y="196239"/>
                    <a:pt x="0" y="131324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257205572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7</a:t>
              </a:r>
            </a:p>
          </p:txBody>
        </p:sp>
        <p:sp>
          <p:nvSpPr>
            <p:cNvPr id="158" name="Oval 157">
              <a:extLst>
                <a:ext uri="{FF2B5EF4-FFF2-40B4-BE49-F238E27FC236}">
                  <a16:creationId xmlns:a16="http://schemas.microsoft.com/office/drawing/2014/main" id="{7C4C6426-652C-DEA9-1A62-5D25551F2518}"/>
                </a:ext>
              </a:extLst>
            </p:cNvPr>
            <p:cNvSpPr/>
            <p:nvPr/>
          </p:nvSpPr>
          <p:spPr>
            <a:xfrm>
              <a:off x="8521134" y="4570299"/>
              <a:ext cx="262647" cy="262647"/>
            </a:xfrm>
            <a:custGeom>
              <a:avLst/>
              <a:gdLst>
                <a:gd name="csX0" fmla="*/ 0 w 262647"/>
                <a:gd name="csY0" fmla="*/ 131324 h 262647"/>
                <a:gd name="csX1" fmla="*/ 131324 w 262647"/>
                <a:gd name="csY1" fmla="*/ 0 h 262647"/>
                <a:gd name="csX2" fmla="*/ 262648 w 262647"/>
                <a:gd name="csY2" fmla="*/ 131324 h 262647"/>
                <a:gd name="csX3" fmla="*/ 131324 w 262647"/>
                <a:gd name="csY3" fmla="*/ 262648 h 262647"/>
                <a:gd name="csX4" fmla="*/ 0 w 262647"/>
                <a:gd name="csY4" fmla="*/ 131324 h 2626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62647" h="262647" fill="none" extrusionOk="0">
                  <a:moveTo>
                    <a:pt x="0" y="131324"/>
                  </a:moveTo>
                  <a:cubicBezTo>
                    <a:pt x="-6183" y="77056"/>
                    <a:pt x="72573" y="-5170"/>
                    <a:pt x="131324" y="0"/>
                  </a:cubicBezTo>
                  <a:cubicBezTo>
                    <a:pt x="219965" y="11414"/>
                    <a:pt x="260456" y="42197"/>
                    <a:pt x="262648" y="131324"/>
                  </a:cubicBezTo>
                  <a:cubicBezTo>
                    <a:pt x="241700" y="202022"/>
                    <a:pt x="198557" y="267835"/>
                    <a:pt x="131324" y="262648"/>
                  </a:cubicBezTo>
                  <a:cubicBezTo>
                    <a:pt x="58482" y="260634"/>
                    <a:pt x="10273" y="189993"/>
                    <a:pt x="0" y="131324"/>
                  </a:cubicBezTo>
                  <a:close/>
                </a:path>
                <a:path w="262647" h="262647" stroke="0" extrusionOk="0">
                  <a:moveTo>
                    <a:pt x="0" y="131324"/>
                  </a:moveTo>
                  <a:cubicBezTo>
                    <a:pt x="7870" y="72081"/>
                    <a:pt x="76043" y="-5887"/>
                    <a:pt x="131324" y="0"/>
                  </a:cubicBezTo>
                  <a:cubicBezTo>
                    <a:pt x="224607" y="5951"/>
                    <a:pt x="271622" y="74337"/>
                    <a:pt x="262648" y="131324"/>
                  </a:cubicBezTo>
                  <a:cubicBezTo>
                    <a:pt x="264270" y="218475"/>
                    <a:pt x="208523" y="272027"/>
                    <a:pt x="131324" y="262648"/>
                  </a:cubicBezTo>
                  <a:cubicBezTo>
                    <a:pt x="61982" y="266599"/>
                    <a:pt x="-4062" y="205106"/>
                    <a:pt x="0" y="131324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213401289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4</a:t>
              </a:r>
            </a:p>
          </p:txBody>
        </p:sp>
        <p:sp>
          <p:nvSpPr>
            <p:cNvPr id="159" name="Oval 158">
              <a:extLst>
                <a:ext uri="{FF2B5EF4-FFF2-40B4-BE49-F238E27FC236}">
                  <a16:creationId xmlns:a16="http://schemas.microsoft.com/office/drawing/2014/main" id="{978E47EF-24DE-AFAC-DD6B-1BE4D18B3A92}"/>
                </a:ext>
              </a:extLst>
            </p:cNvPr>
            <p:cNvSpPr/>
            <p:nvPr/>
          </p:nvSpPr>
          <p:spPr>
            <a:xfrm>
              <a:off x="9285116" y="5095593"/>
              <a:ext cx="262647" cy="262647"/>
            </a:xfrm>
            <a:custGeom>
              <a:avLst/>
              <a:gdLst>
                <a:gd name="csX0" fmla="*/ 0 w 262647"/>
                <a:gd name="csY0" fmla="*/ 131324 h 262647"/>
                <a:gd name="csX1" fmla="*/ 131324 w 262647"/>
                <a:gd name="csY1" fmla="*/ 0 h 262647"/>
                <a:gd name="csX2" fmla="*/ 262648 w 262647"/>
                <a:gd name="csY2" fmla="*/ 131324 h 262647"/>
                <a:gd name="csX3" fmla="*/ 131324 w 262647"/>
                <a:gd name="csY3" fmla="*/ 262648 h 262647"/>
                <a:gd name="csX4" fmla="*/ 0 w 262647"/>
                <a:gd name="csY4" fmla="*/ 131324 h 2626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62647" h="262647" fill="none" extrusionOk="0">
                  <a:moveTo>
                    <a:pt x="0" y="131324"/>
                  </a:moveTo>
                  <a:cubicBezTo>
                    <a:pt x="7639" y="64471"/>
                    <a:pt x="76555" y="-11964"/>
                    <a:pt x="131324" y="0"/>
                  </a:cubicBezTo>
                  <a:cubicBezTo>
                    <a:pt x="202676" y="3636"/>
                    <a:pt x="264573" y="57467"/>
                    <a:pt x="262648" y="131324"/>
                  </a:cubicBezTo>
                  <a:cubicBezTo>
                    <a:pt x="257476" y="215234"/>
                    <a:pt x="200284" y="280436"/>
                    <a:pt x="131324" y="262648"/>
                  </a:cubicBezTo>
                  <a:cubicBezTo>
                    <a:pt x="43412" y="259030"/>
                    <a:pt x="9946" y="197508"/>
                    <a:pt x="0" y="131324"/>
                  </a:cubicBezTo>
                  <a:close/>
                </a:path>
                <a:path w="262647" h="262647" stroke="0" extrusionOk="0">
                  <a:moveTo>
                    <a:pt x="0" y="131324"/>
                  </a:moveTo>
                  <a:cubicBezTo>
                    <a:pt x="18252" y="60757"/>
                    <a:pt x="60262" y="10045"/>
                    <a:pt x="131324" y="0"/>
                  </a:cubicBezTo>
                  <a:cubicBezTo>
                    <a:pt x="194582" y="2060"/>
                    <a:pt x="262008" y="52892"/>
                    <a:pt x="262648" y="131324"/>
                  </a:cubicBezTo>
                  <a:cubicBezTo>
                    <a:pt x="248871" y="200407"/>
                    <a:pt x="210614" y="251965"/>
                    <a:pt x="131324" y="262648"/>
                  </a:cubicBezTo>
                  <a:cubicBezTo>
                    <a:pt x="74840" y="264013"/>
                    <a:pt x="-1595" y="202758"/>
                    <a:pt x="0" y="131324"/>
                  </a:cubicBezTo>
                  <a:close/>
                </a:path>
              </a:pathLst>
            </a:custGeom>
            <a:solidFill>
              <a:srgbClr val="FF0000"/>
            </a:solidFill>
            <a:ln>
              <a:extLst>
                <a:ext uri="{C807C97D-BFC1-408E-A445-0C87EB9F89A2}">
                  <ask:lineSketchStyleProps xmlns:ask="http://schemas.microsoft.com/office/drawing/2018/sketchyshapes" sd="2944411335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6</a:t>
              </a:r>
            </a:p>
          </p:txBody>
        </p: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33FD28E5-D38F-95C2-21B5-212969AEC877}"/>
                </a:ext>
              </a:extLst>
            </p:cNvPr>
            <p:cNvCxnSpPr>
              <a:stCxn id="156" idx="3"/>
              <a:endCxn id="158" idx="0"/>
            </p:cNvCxnSpPr>
            <p:nvPr/>
          </p:nvCxnSpPr>
          <p:spPr>
            <a:xfrm flipH="1">
              <a:off x="8652458" y="4219398"/>
              <a:ext cx="413023" cy="350901"/>
            </a:xfrm>
            <a:prstGeom prst="line">
              <a:avLst/>
            </a:prstGeom>
            <a:ln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7F1BFE8F-CDE3-0363-DD1E-A74B021463FC}"/>
                </a:ext>
              </a:extLst>
            </p:cNvPr>
            <p:cNvCxnSpPr>
              <a:stCxn id="156" idx="5"/>
              <a:endCxn id="157" idx="0"/>
            </p:cNvCxnSpPr>
            <p:nvPr/>
          </p:nvCxnSpPr>
          <p:spPr>
            <a:xfrm>
              <a:off x="9251200" y="4219398"/>
              <a:ext cx="439122" cy="350901"/>
            </a:xfrm>
            <a:prstGeom prst="line">
              <a:avLst/>
            </a:prstGeom>
            <a:ln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3717BDF4-A848-DDB6-C4C6-5F2265BAFBAE}"/>
                </a:ext>
              </a:extLst>
            </p:cNvPr>
            <p:cNvCxnSpPr>
              <a:stCxn id="157" idx="3"/>
              <a:endCxn id="159" idx="0"/>
            </p:cNvCxnSpPr>
            <p:nvPr/>
          </p:nvCxnSpPr>
          <p:spPr>
            <a:xfrm flipH="1">
              <a:off x="9416440" y="4794482"/>
              <a:ext cx="181022" cy="301111"/>
            </a:xfrm>
            <a:prstGeom prst="line">
              <a:avLst/>
            </a:prstGeom>
            <a:ln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5898F678-7233-94BC-95E4-586E7C4F321F}"/>
                </a:ext>
              </a:extLst>
            </p:cNvPr>
            <p:cNvSpPr/>
            <p:nvPr/>
          </p:nvSpPr>
          <p:spPr>
            <a:xfrm>
              <a:off x="9979644" y="5129640"/>
              <a:ext cx="194553" cy="194553"/>
            </a:xfrm>
            <a:custGeom>
              <a:avLst/>
              <a:gdLst>
                <a:gd name="csX0" fmla="*/ 0 w 194553"/>
                <a:gd name="csY0" fmla="*/ 0 h 194553"/>
                <a:gd name="csX1" fmla="*/ 194553 w 194553"/>
                <a:gd name="csY1" fmla="*/ 0 h 194553"/>
                <a:gd name="csX2" fmla="*/ 194553 w 194553"/>
                <a:gd name="csY2" fmla="*/ 194553 h 194553"/>
                <a:gd name="csX3" fmla="*/ 0 w 194553"/>
                <a:gd name="csY3" fmla="*/ 194553 h 194553"/>
                <a:gd name="csX4" fmla="*/ 0 w 194553"/>
                <a:gd name="csY4" fmla="*/ 0 h 1945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94553" h="194553" fill="none" extrusionOk="0">
                  <a:moveTo>
                    <a:pt x="0" y="0"/>
                  </a:moveTo>
                  <a:cubicBezTo>
                    <a:pt x="59757" y="-16195"/>
                    <a:pt x="109016" y="1893"/>
                    <a:pt x="194553" y="0"/>
                  </a:cubicBezTo>
                  <a:cubicBezTo>
                    <a:pt x="202643" y="66497"/>
                    <a:pt x="192108" y="150820"/>
                    <a:pt x="194553" y="194553"/>
                  </a:cubicBezTo>
                  <a:cubicBezTo>
                    <a:pt x="116582" y="195927"/>
                    <a:pt x="45478" y="175515"/>
                    <a:pt x="0" y="194553"/>
                  </a:cubicBezTo>
                  <a:cubicBezTo>
                    <a:pt x="-7998" y="116793"/>
                    <a:pt x="8864" y="84582"/>
                    <a:pt x="0" y="0"/>
                  </a:cubicBezTo>
                  <a:close/>
                </a:path>
                <a:path w="194553" h="194553" stroke="0" extrusionOk="0">
                  <a:moveTo>
                    <a:pt x="0" y="0"/>
                  </a:moveTo>
                  <a:cubicBezTo>
                    <a:pt x="93341" y="-9436"/>
                    <a:pt x="142619" y="14279"/>
                    <a:pt x="194553" y="0"/>
                  </a:cubicBezTo>
                  <a:cubicBezTo>
                    <a:pt x="194762" y="68540"/>
                    <a:pt x="189171" y="142541"/>
                    <a:pt x="194553" y="194553"/>
                  </a:cubicBezTo>
                  <a:cubicBezTo>
                    <a:pt x="110347" y="196506"/>
                    <a:pt x="41476" y="181251"/>
                    <a:pt x="0" y="194553"/>
                  </a:cubicBezTo>
                  <a:cubicBezTo>
                    <a:pt x="-13800" y="155422"/>
                    <a:pt x="4500" y="44510"/>
                    <a:pt x="0" y="0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137182183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E3B0C900-1605-CC30-8DEC-43EA226D97A1}"/>
                </a:ext>
              </a:extLst>
            </p:cNvPr>
            <p:cNvCxnSpPr>
              <a:cxnSpLocks/>
              <a:stCxn id="157" idx="5"/>
              <a:endCxn id="163" idx="0"/>
            </p:cNvCxnSpPr>
            <p:nvPr/>
          </p:nvCxnSpPr>
          <p:spPr>
            <a:xfrm>
              <a:off x="9783181" y="4794482"/>
              <a:ext cx="293740" cy="335158"/>
            </a:xfrm>
            <a:prstGeom prst="line">
              <a:avLst/>
            </a:prstGeom>
            <a:ln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78EEFB22-6F14-A974-369A-C7368CB38973}"/>
                </a:ext>
              </a:extLst>
            </p:cNvPr>
            <p:cNvSpPr/>
            <p:nvPr/>
          </p:nvSpPr>
          <p:spPr>
            <a:xfrm>
              <a:off x="9143167" y="5712901"/>
              <a:ext cx="194553" cy="194553"/>
            </a:xfrm>
            <a:custGeom>
              <a:avLst/>
              <a:gdLst>
                <a:gd name="csX0" fmla="*/ 0 w 194553"/>
                <a:gd name="csY0" fmla="*/ 0 h 194553"/>
                <a:gd name="csX1" fmla="*/ 194553 w 194553"/>
                <a:gd name="csY1" fmla="*/ 0 h 194553"/>
                <a:gd name="csX2" fmla="*/ 194553 w 194553"/>
                <a:gd name="csY2" fmla="*/ 194553 h 194553"/>
                <a:gd name="csX3" fmla="*/ 0 w 194553"/>
                <a:gd name="csY3" fmla="*/ 194553 h 194553"/>
                <a:gd name="csX4" fmla="*/ 0 w 194553"/>
                <a:gd name="csY4" fmla="*/ 0 h 1945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94553" h="194553" fill="none" extrusionOk="0">
                  <a:moveTo>
                    <a:pt x="0" y="0"/>
                  </a:moveTo>
                  <a:cubicBezTo>
                    <a:pt x="45406" y="-14586"/>
                    <a:pt x="123699" y="5092"/>
                    <a:pt x="194553" y="0"/>
                  </a:cubicBezTo>
                  <a:cubicBezTo>
                    <a:pt x="198383" y="69164"/>
                    <a:pt x="186906" y="129327"/>
                    <a:pt x="194553" y="194553"/>
                  </a:cubicBezTo>
                  <a:cubicBezTo>
                    <a:pt x="143893" y="194824"/>
                    <a:pt x="80935" y="179917"/>
                    <a:pt x="0" y="194553"/>
                  </a:cubicBezTo>
                  <a:cubicBezTo>
                    <a:pt x="-4266" y="108900"/>
                    <a:pt x="3645" y="90027"/>
                    <a:pt x="0" y="0"/>
                  </a:cubicBezTo>
                  <a:close/>
                </a:path>
                <a:path w="194553" h="194553" stroke="0" extrusionOk="0">
                  <a:moveTo>
                    <a:pt x="0" y="0"/>
                  </a:moveTo>
                  <a:cubicBezTo>
                    <a:pt x="85964" y="-9529"/>
                    <a:pt x="153310" y="22748"/>
                    <a:pt x="194553" y="0"/>
                  </a:cubicBezTo>
                  <a:cubicBezTo>
                    <a:pt x="207378" y="41896"/>
                    <a:pt x="183109" y="107792"/>
                    <a:pt x="194553" y="194553"/>
                  </a:cubicBezTo>
                  <a:cubicBezTo>
                    <a:pt x="137448" y="196372"/>
                    <a:pt x="54568" y="172932"/>
                    <a:pt x="0" y="194553"/>
                  </a:cubicBezTo>
                  <a:cubicBezTo>
                    <a:pt x="-12260" y="140255"/>
                    <a:pt x="15697" y="92883"/>
                    <a:pt x="0" y="0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781729367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38FDF3D0-E77B-5BA7-2C42-62A6477C3E2F}"/>
                </a:ext>
              </a:extLst>
            </p:cNvPr>
            <p:cNvSpPr/>
            <p:nvPr/>
          </p:nvSpPr>
          <p:spPr>
            <a:xfrm>
              <a:off x="9569373" y="5712289"/>
              <a:ext cx="194553" cy="194553"/>
            </a:xfrm>
            <a:custGeom>
              <a:avLst/>
              <a:gdLst>
                <a:gd name="csX0" fmla="*/ 0 w 194553"/>
                <a:gd name="csY0" fmla="*/ 0 h 194553"/>
                <a:gd name="csX1" fmla="*/ 194553 w 194553"/>
                <a:gd name="csY1" fmla="*/ 0 h 194553"/>
                <a:gd name="csX2" fmla="*/ 194553 w 194553"/>
                <a:gd name="csY2" fmla="*/ 194553 h 194553"/>
                <a:gd name="csX3" fmla="*/ 0 w 194553"/>
                <a:gd name="csY3" fmla="*/ 194553 h 194553"/>
                <a:gd name="csX4" fmla="*/ 0 w 194553"/>
                <a:gd name="csY4" fmla="*/ 0 h 1945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94553" h="194553" fill="none" extrusionOk="0">
                  <a:moveTo>
                    <a:pt x="0" y="0"/>
                  </a:moveTo>
                  <a:cubicBezTo>
                    <a:pt x="48593" y="-11707"/>
                    <a:pt x="154252" y="22172"/>
                    <a:pt x="194553" y="0"/>
                  </a:cubicBezTo>
                  <a:cubicBezTo>
                    <a:pt x="195248" y="51721"/>
                    <a:pt x="172980" y="104883"/>
                    <a:pt x="194553" y="194553"/>
                  </a:cubicBezTo>
                  <a:cubicBezTo>
                    <a:pt x="151095" y="211573"/>
                    <a:pt x="88966" y="174230"/>
                    <a:pt x="0" y="194553"/>
                  </a:cubicBezTo>
                  <a:cubicBezTo>
                    <a:pt x="-19092" y="123234"/>
                    <a:pt x="18108" y="77572"/>
                    <a:pt x="0" y="0"/>
                  </a:cubicBezTo>
                  <a:close/>
                </a:path>
                <a:path w="194553" h="194553" stroke="0" extrusionOk="0">
                  <a:moveTo>
                    <a:pt x="0" y="0"/>
                  </a:moveTo>
                  <a:cubicBezTo>
                    <a:pt x="44892" y="-14419"/>
                    <a:pt x="97380" y="12270"/>
                    <a:pt x="194553" y="0"/>
                  </a:cubicBezTo>
                  <a:cubicBezTo>
                    <a:pt x="211072" y="70863"/>
                    <a:pt x="177423" y="117090"/>
                    <a:pt x="194553" y="194553"/>
                  </a:cubicBezTo>
                  <a:cubicBezTo>
                    <a:pt x="126347" y="206931"/>
                    <a:pt x="83854" y="193947"/>
                    <a:pt x="0" y="194553"/>
                  </a:cubicBezTo>
                  <a:cubicBezTo>
                    <a:pt x="-9197" y="136608"/>
                    <a:pt x="9397" y="62859"/>
                    <a:pt x="0" y="0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2492484053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7D5CC5AF-2E83-AD6A-6B8F-7D4607375B63}"/>
                </a:ext>
              </a:extLst>
            </p:cNvPr>
            <p:cNvCxnSpPr>
              <a:cxnSpLocks/>
              <a:stCxn id="159" idx="3"/>
              <a:endCxn id="166" idx="0"/>
            </p:cNvCxnSpPr>
            <p:nvPr/>
          </p:nvCxnSpPr>
          <p:spPr>
            <a:xfrm flipH="1">
              <a:off x="9240444" y="5319776"/>
              <a:ext cx="83136" cy="393125"/>
            </a:xfrm>
            <a:prstGeom prst="line">
              <a:avLst/>
            </a:prstGeom>
            <a:ln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5C21BFA9-5BEC-D1B0-C53E-A34725EEB294}"/>
                </a:ext>
              </a:extLst>
            </p:cNvPr>
            <p:cNvCxnSpPr>
              <a:cxnSpLocks/>
              <a:stCxn id="159" idx="5"/>
              <a:endCxn id="167" idx="0"/>
            </p:cNvCxnSpPr>
            <p:nvPr/>
          </p:nvCxnSpPr>
          <p:spPr>
            <a:xfrm>
              <a:off x="9509299" y="5319776"/>
              <a:ext cx="157351" cy="392513"/>
            </a:xfrm>
            <a:prstGeom prst="line">
              <a:avLst/>
            </a:prstGeom>
            <a:ln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38B9AE67-9F53-3651-3DC8-2992E5AF0ECB}"/>
                </a:ext>
              </a:extLst>
            </p:cNvPr>
            <p:cNvSpPr/>
            <p:nvPr/>
          </p:nvSpPr>
          <p:spPr>
            <a:xfrm>
              <a:off x="8317747" y="5188455"/>
              <a:ext cx="194553" cy="194553"/>
            </a:xfrm>
            <a:custGeom>
              <a:avLst/>
              <a:gdLst>
                <a:gd name="csX0" fmla="*/ 0 w 194553"/>
                <a:gd name="csY0" fmla="*/ 0 h 194553"/>
                <a:gd name="csX1" fmla="*/ 194553 w 194553"/>
                <a:gd name="csY1" fmla="*/ 0 h 194553"/>
                <a:gd name="csX2" fmla="*/ 194553 w 194553"/>
                <a:gd name="csY2" fmla="*/ 194553 h 194553"/>
                <a:gd name="csX3" fmla="*/ 0 w 194553"/>
                <a:gd name="csY3" fmla="*/ 194553 h 194553"/>
                <a:gd name="csX4" fmla="*/ 0 w 194553"/>
                <a:gd name="csY4" fmla="*/ 0 h 1945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94553" h="194553" fill="none" extrusionOk="0">
                  <a:moveTo>
                    <a:pt x="0" y="0"/>
                  </a:moveTo>
                  <a:cubicBezTo>
                    <a:pt x="95420" y="-13088"/>
                    <a:pt x="126943" y="3035"/>
                    <a:pt x="194553" y="0"/>
                  </a:cubicBezTo>
                  <a:cubicBezTo>
                    <a:pt x="194996" y="87682"/>
                    <a:pt x="175748" y="118770"/>
                    <a:pt x="194553" y="194553"/>
                  </a:cubicBezTo>
                  <a:cubicBezTo>
                    <a:pt x="155296" y="213626"/>
                    <a:pt x="53597" y="182605"/>
                    <a:pt x="0" y="194553"/>
                  </a:cubicBezTo>
                  <a:cubicBezTo>
                    <a:pt x="-1076" y="120651"/>
                    <a:pt x="20739" y="92988"/>
                    <a:pt x="0" y="0"/>
                  </a:cubicBezTo>
                  <a:close/>
                </a:path>
                <a:path w="194553" h="194553" stroke="0" extrusionOk="0">
                  <a:moveTo>
                    <a:pt x="0" y="0"/>
                  </a:moveTo>
                  <a:cubicBezTo>
                    <a:pt x="58651" y="-14512"/>
                    <a:pt x="126273" y="12375"/>
                    <a:pt x="194553" y="0"/>
                  </a:cubicBezTo>
                  <a:cubicBezTo>
                    <a:pt x="196083" y="49993"/>
                    <a:pt x="174785" y="125275"/>
                    <a:pt x="194553" y="194553"/>
                  </a:cubicBezTo>
                  <a:cubicBezTo>
                    <a:pt x="119662" y="201281"/>
                    <a:pt x="49497" y="184323"/>
                    <a:pt x="0" y="194553"/>
                  </a:cubicBezTo>
                  <a:cubicBezTo>
                    <a:pt x="-10749" y="108911"/>
                    <a:pt x="11611" y="61280"/>
                    <a:pt x="0" y="0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3586759492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20A7F973-3C22-6909-DBA1-C635CBCBB2C9}"/>
                </a:ext>
              </a:extLst>
            </p:cNvPr>
            <p:cNvSpPr/>
            <p:nvPr/>
          </p:nvSpPr>
          <p:spPr>
            <a:xfrm>
              <a:off x="8849342" y="5188454"/>
              <a:ext cx="194553" cy="194553"/>
            </a:xfrm>
            <a:custGeom>
              <a:avLst/>
              <a:gdLst>
                <a:gd name="csX0" fmla="*/ 0 w 194553"/>
                <a:gd name="csY0" fmla="*/ 0 h 194553"/>
                <a:gd name="csX1" fmla="*/ 194553 w 194553"/>
                <a:gd name="csY1" fmla="*/ 0 h 194553"/>
                <a:gd name="csX2" fmla="*/ 194553 w 194553"/>
                <a:gd name="csY2" fmla="*/ 194553 h 194553"/>
                <a:gd name="csX3" fmla="*/ 0 w 194553"/>
                <a:gd name="csY3" fmla="*/ 194553 h 194553"/>
                <a:gd name="csX4" fmla="*/ 0 w 194553"/>
                <a:gd name="csY4" fmla="*/ 0 h 1945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94553" h="194553" fill="none" extrusionOk="0">
                  <a:moveTo>
                    <a:pt x="0" y="0"/>
                  </a:moveTo>
                  <a:cubicBezTo>
                    <a:pt x="41728" y="-20605"/>
                    <a:pt x="144145" y="2289"/>
                    <a:pt x="194553" y="0"/>
                  </a:cubicBezTo>
                  <a:cubicBezTo>
                    <a:pt x="197188" y="87454"/>
                    <a:pt x="175833" y="101930"/>
                    <a:pt x="194553" y="194553"/>
                  </a:cubicBezTo>
                  <a:cubicBezTo>
                    <a:pt x="138701" y="205024"/>
                    <a:pt x="65239" y="184908"/>
                    <a:pt x="0" y="194553"/>
                  </a:cubicBezTo>
                  <a:cubicBezTo>
                    <a:pt x="-12023" y="141050"/>
                    <a:pt x="18948" y="88606"/>
                    <a:pt x="0" y="0"/>
                  </a:cubicBezTo>
                  <a:close/>
                </a:path>
                <a:path w="194553" h="194553" stroke="0" extrusionOk="0">
                  <a:moveTo>
                    <a:pt x="0" y="0"/>
                  </a:moveTo>
                  <a:cubicBezTo>
                    <a:pt x="55505" y="-11566"/>
                    <a:pt x="133487" y="14600"/>
                    <a:pt x="194553" y="0"/>
                  </a:cubicBezTo>
                  <a:cubicBezTo>
                    <a:pt x="202581" y="83593"/>
                    <a:pt x="183223" y="117777"/>
                    <a:pt x="194553" y="194553"/>
                  </a:cubicBezTo>
                  <a:cubicBezTo>
                    <a:pt x="110637" y="203435"/>
                    <a:pt x="79565" y="191147"/>
                    <a:pt x="0" y="194553"/>
                  </a:cubicBezTo>
                  <a:cubicBezTo>
                    <a:pt x="-18199" y="119353"/>
                    <a:pt x="12590" y="41106"/>
                    <a:pt x="0" y="0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1536687903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4DD6D451-8540-2719-6F4D-1E7422AE5211}"/>
                </a:ext>
              </a:extLst>
            </p:cNvPr>
            <p:cNvCxnSpPr>
              <a:cxnSpLocks/>
              <a:endCxn id="170" idx="0"/>
            </p:cNvCxnSpPr>
            <p:nvPr/>
          </p:nvCxnSpPr>
          <p:spPr>
            <a:xfrm flipH="1">
              <a:off x="8415024" y="4795943"/>
              <a:ext cx="135740" cy="392512"/>
            </a:xfrm>
            <a:prstGeom prst="line">
              <a:avLst/>
            </a:prstGeom>
            <a:ln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BB212BCF-23CA-4AF9-2AA9-F96A132EE22D}"/>
                </a:ext>
              </a:extLst>
            </p:cNvPr>
            <p:cNvCxnSpPr>
              <a:cxnSpLocks/>
              <a:stCxn id="158" idx="5"/>
              <a:endCxn id="171" idx="0"/>
            </p:cNvCxnSpPr>
            <p:nvPr/>
          </p:nvCxnSpPr>
          <p:spPr>
            <a:xfrm>
              <a:off x="8745317" y="4794482"/>
              <a:ext cx="201302" cy="393972"/>
            </a:xfrm>
            <a:prstGeom prst="line">
              <a:avLst/>
            </a:prstGeom>
            <a:ln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7E3E71DE-156F-F932-B6FF-8E6267C1622D}"/>
              </a:ext>
            </a:extLst>
          </p:cNvPr>
          <p:cNvGrpSpPr/>
          <p:nvPr/>
        </p:nvGrpSpPr>
        <p:grpSpPr>
          <a:xfrm>
            <a:off x="5115579" y="3935816"/>
            <a:ext cx="2998166" cy="2355936"/>
            <a:chOff x="4765384" y="3926186"/>
            <a:chExt cx="2998166" cy="2355936"/>
          </a:xfrm>
        </p:grpSpPr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C9245343-057D-E32F-5800-49BD17863246}"/>
                </a:ext>
              </a:extLst>
            </p:cNvPr>
            <p:cNvSpPr/>
            <p:nvPr/>
          </p:nvSpPr>
          <p:spPr>
            <a:xfrm>
              <a:off x="6205100" y="3926186"/>
              <a:ext cx="262647" cy="262647"/>
            </a:xfrm>
            <a:custGeom>
              <a:avLst/>
              <a:gdLst>
                <a:gd name="csX0" fmla="*/ 0 w 262647"/>
                <a:gd name="csY0" fmla="*/ 131324 h 262647"/>
                <a:gd name="csX1" fmla="*/ 131324 w 262647"/>
                <a:gd name="csY1" fmla="*/ 0 h 262647"/>
                <a:gd name="csX2" fmla="*/ 262648 w 262647"/>
                <a:gd name="csY2" fmla="*/ 131324 h 262647"/>
                <a:gd name="csX3" fmla="*/ 131324 w 262647"/>
                <a:gd name="csY3" fmla="*/ 262648 h 262647"/>
                <a:gd name="csX4" fmla="*/ 0 w 262647"/>
                <a:gd name="csY4" fmla="*/ 131324 h 2626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62647" h="262647" fill="none" extrusionOk="0">
                  <a:moveTo>
                    <a:pt x="0" y="131324"/>
                  </a:moveTo>
                  <a:cubicBezTo>
                    <a:pt x="6409" y="66728"/>
                    <a:pt x="54634" y="9793"/>
                    <a:pt x="131324" y="0"/>
                  </a:cubicBezTo>
                  <a:cubicBezTo>
                    <a:pt x="221764" y="-7360"/>
                    <a:pt x="243422" y="60410"/>
                    <a:pt x="262648" y="131324"/>
                  </a:cubicBezTo>
                  <a:cubicBezTo>
                    <a:pt x="274646" y="191191"/>
                    <a:pt x="205328" y="255859"/>
                    <a:pt x="131324" y="262648"/>
                  </a:cubicBezTo>
                  <a:cubicBezTo>
                    <a:pt x="56896" y="269000"/>
                    <a:pt x="-2638" y="199704"/>
                    <a:pt x="0" y="131324"/>
                  </a:cubicBezTo>
                  <a:close/>
                </a:path>
                <a:path w="262647" h="262647" stroke="0" extrusionOk="0">
                  <a:moveTo>
                    <a:pt x="0" y="131324"/>
                  </a:moveTo>
                  <a:cubicBezTo>
                    <a:pt x="-3154" y="69104"/>
                    <a:pt x="46963" y="-10100"/>
                    <a:pt x="131324" y="0"/>
                  </a:cubicBezTo>
                  <a:cubicBezTo>
                    <a:pt x="213417" y="13109"/>
                    <a:pt x="261750" y="54508"/>
                    <a:pt x="262648" y="131324"/>
                  </a:cubicBezTo>
                  <a:cubicBezTo>
                    <a:pt x="264451" y="214036"/>
                    <a:pt x="204123" y="265489"/>
                    <a:pt x="131324" y="262648"/>
                  </a:cubicBezTo>
                  <a:cubicBezTo>
                    <a:pt x="54860" y="255856"/>
                    <a:pt x="-2328" y="217854"/>
                    <a:pt x="0" y="131324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938961044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5</a:t>
              </a:r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9E9F7617-63C5-89DB-5122-2926CFAA9210}"/>
                </a:ext>
              </a:extLst>
            </p:cNvPr>
            <p:cNvSpPr/>
            <p:nvPr/>
          </p:nvSpPr>
          <p:spPr>
            <a:xfrm>
              <a:off x="6737081" y="4501270"/>
              <a:ext cx="262647" cy="262647"/>
            </a:xfrm>
            <a:custGeom>
              <a:avLst/>
              <a:gdLst>
                <a:gd name="csX0" fmla="*/ 0 w 262647"/>
                <a:gd name="csY0" fmla="*/ 131324 h 262647"/>
                <a:gd name="csX1" fmla="*/ 131324 w 262647"/>
                <a:gd name="csY1" fmla="*/ 0 h 262647"/>
                <a:gd name="csX2" fmla="*/ 262648 w 262647"/>
                <a:gd name="csY2" fmla="*/ 131324 h 262647"/>
                <a:gd name="csX3" fmla="*/ 131324 w 262647"/>
                <a:gd name="csY3" fmla="*/ 262648 h 262647"/>
                <a:gd name="csX4" fmla="*/ 0 w 262647"/>
                <a:gd name="csY4" fmla="*/ 131324 h 2626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62647" h="262647" fill="none" extrusionOk="0">
                  <a:moveTo>
                    <a:pt x="0" y="131324"/>
                  </a:moveTo>
                  <a:cubicBezTo>
                    <a:pt x="-956" y="60205"/>
                    <a:pt x="53660" y="-815"/>
                    <a:pt x="131324" y="0"/>
                  </a:cubicBezTo>
                  <a:cubicBezTo>
                    <a:pt x="192157" y="12487"/>
                    <a:pt x="261694" y="41997"/>
                    <a:pt x="262648" y="131324"/>
                  </a:cubicBezTo>
                  <a:cubicBezTo>
                    <a:pt x="272726" y="211119"/>
                    <a:pt x="203387" y="258399"/>
                    <a:pt x="131324" y="262648"/>
                  </a:cubicBezTo>
                  <a:cubicBezTo>
                    <a:pt x="50076" y="264629"/>
                    <a:pt x="7117" y="184918"/>
                    <a:pt x="0" y="131324"/>
                  </a:cubicBezTo>
                  <a:close/>
                </a:path>
                <a:path w="262647" h="262647" stroke="0" extrusionOk="0">
                  <a:moveTo>
                    <a:pt x="0" y="131324"/>
                  </a:moveTo>
                  <a:cubicBezTo>
                    <a:pt x="-4884" y="61357"/>
                    <a:pt x="64895" y="-20304"/>
                    <a:pt x="131324" y="0"/>
                  </a:cubicBezTo>
                  <a:cubicBezTo>
                    <a:pt x="202168" y="3871"/>
                    <a:pt x="280759" y="55743"/>
                    <a:pt x="262648" y="131324"/>
                  </a:cubicBezTo>
                  <a:cubicBezTo>
                    <a:pt x="267784" y="197693"/>
                    <a:pt x="195983" y="268332"/>
                    <a:pt x="131324" y="262648"/>
                  </a:cubicBezTo>
                  <a:cubicBezTo>
                    <a:pt x="72142" y="279251"/>
                    <a:pt x="-16021" y="190642"/>
                    <a:pt x="0" y="131324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4268418885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8</a:t>
              </a:r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E6D004B8-58FA-3742-9908-A66F4FAA4732}"/>
                </a:ext>
              </a:extLst>
            </p:cNvPr>
            <p:cNvSpPr/>
            <p:nvPr/>
          </p:nvSpPr>
          <p:spPr>
            <a:xfrm>
              <a:off x="5699217" y="4501270"/>
              <a:ext cx="262647" cy="262647"/>
            </a:xfrm>
            <a:custGeom>
              <a:avLst/>
              <a:gdLst>
                <a:gd name="csX0" fmla="*/ 0 w 262647"/>
                <a:gd name="csY0" fmla="*/ 131324 h 262647"/>
                <a:gd name="csX1" fmla="*/ 131324 w 262647"/>
                <a:gd name="csY1" fmla="*/ 0 h 262647"/>
                <a:gd name="csX2" fmla="*/ 262648 w 262647"/>
                <a:gd name="csY2" fmla="*/ 131324 h 262647"/>
                <a:gd name="csX3" fmla="*/ 131324 w 262647"/>
                <a:gd name="csY3" fmla="*/ 262648 h 262647"/>
                <a:gd name="csX4" fmla="*/ 0 w 262647"/>
                <a:gd name="csY4" fmla="*/ 131324 h 2626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62647" h="262647" fill="none" extrusionOk="0">
                  <a:moveTo>
                    <a:pt x="0" y="131324"/>
                  </a:moveTo>
                  <a:cubicBezTo>
                    <a:pt x="13283" y="67166"/>
                    <a:pt x="54980" y="3651"/>
                    <a:pt x="131324" y="0"/>
                  </a:cubicBezTo>
                  <a:cubicBezTo>
                    <a:pt x="195252" y="4213"/>
                    <a:pt x="266624" y="59077"/>
                    <a:pt x="262648" y="131324"/>
                  </a:cubicBezTo>
                  <a:cubicBezTo>
                    <a:pt x="267744" y="210866"/>
                    <a:pt x="215648" y="248775"/>
                    <a:pt x="131324" y="262648"/>
                  </a:cubicBezTo>
                  <a:cubicBezTo>
                    <a:pt x="56825" y="261018"/>
                    <a:pt x="-17773" y="196022"/>
                    <a:pt x="0" y="131324"/>
                  </a:cubicBezTo>
                  <a:close/>
                </a:path>
                <a:path w="262647" h="262647" stroke="0" extrusionOk="0">
                  <a:moveTo>
                    <a:pt x="0" y="131324"/>
                  </a:moveTo>
                  <a:cubicBezTo>
                    <a:pt x="15441" y="53703"/>
                    <a:pt x="47624" y="-13409"/>
                    <a:pt x="131324" y="0"/>
                  </a:cubicBezTo>
                  <a:cubicBezTo>
                    <a:pt x="218391" y="2856"/>
                    <a:pt x="279232" y="59639"/>
                    <a:pt x="262648" y="131324"/>
                  </a:cubicBezTo>
                  <a:cubicBezTo>
                    <a:pt x="258323" y="209965"/>
                    <a:pt x="203222" y="270185"/>
                    <a:pt x="131324" y="262648"/>
                  </a:cubicBezTo>
                  <a:cubicBezTo>
                    <a:pt x="63538" y="241813"/>
                    <a:pt x="-3061" y="199619"/>
                    <a:pt x="0" y="131324"/>
                  </a:cubicBezTo>
                  <a:close/>
                </a:path>
              </a:pathLst>
            </a:custGeom>
            <a:solidFill>
              <a:srgbClr val="FF0000"/>
            </a:solidFill>
            <a:ln>
              <a:extLst>
                <a:ext uri="{C807C97D-BFC1-408E-A445-0C87EB9F89A2}">
                  <ask:lineSketchStyleProps xmlns:ask="http://schemas.microsoft.com/office/drawing/2018/sketchyshapes" sd="189483329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4</a:t>
              </a:r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247BADD6-619A-484E-F607-D52D90564F72}"/>
                </a:ext>
              </a:extLst>
            </p:cNvPr>
            <p:cNvSpPr/>
            <p:nvPr/>
          </p:nvSpPr>
          <p:spPr>
            <a:xfrm>
              <a:off x="6336423" y="5026564"/>
              <a:ext cx="262647" cy="262647"/>
            </a:xfrm>
            <a:custGeom>
              <a:avLst/>
              <a:gdLst>
                <a:gd name="csX0" fmla="*/ 0 w 262647"/>
                <a:gd name="csY0" fmla="*/ 131324 h 262647"/>
                <a:gd name="csX1" fmla="*/ 131324 w 262647"/>
                <a:gd name="csY1" fmla="*/ 0 h 262647"/>
                <a:gd name="csX2" fmla="*/ 262648 w 262647"/>
                <a:gd name="csY2" fmla="*/ 131324 h 262647"/>
                <a:gd name="csX3" fmla="*/ 131324 w 262647"/>
                <a:gd name="csY3" fmla="*/ 262648 h 262647"/>
                <a:gd name="csX4" fmla="*/ 0 w 262647"/>
                <a:gd name="csY4" fmla="*/ 131324 h 2626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62647" h="262647" fill="none" extrusionOk="0">
                  <a:moveTo>
                    <a:pt x="0" y="131324"/>
                  </a:moveTo>
                  <a:cubicBezTo>
                    <a:pt x="11047" y="60782"/>
                    <a:pt x="53282" y="-3889"/>
                    <a:pt x="131324" y="0"/>
                  </a:cubicBezTo>
                  <a:cubicBezTo>
                    <a:pt x="200849" y="14113"/>
                    <a:pt x="277389" y="52201"/>
                    <a:pt x="262648" y="131324"/>
                  </a:cubicBezTo>
                  <a:cubicBezTo>
                    <a:pt x="270014" y="220268"/>
                    <a:pt x="217286" y="267394"/>
                    <a:pt x="131324" y="262648"/>
                  </a:cubicBezTo>
                  <a:cubicBezTo>
                    <a:pt x="64957" y="264395"/>
                    <a:pt x="-2681" y="191594"/>
                    <a:pt x="0" y="131324"/>
                  </a:cubicBezTo>
                  <a:close/>
                </a:path>
                <a:path w="262647" h="262647" stroke="0" extrusionOk="0">
                  <a:moveTo>
                    <a:pt x="0" y="131324"/>
                  </a:moveTo>
                  <a:cubicBezTo>
                    <a:pt x="-6901" y="60253"/>
                    <a:pt x="62016" y="11367"/>
                    <a:pt x="131324" y="0"/>
                  </a:cubicBezTo>
                  <a:cubicBezTo>
                    <a:pt x="207367" y="9673"/>
                    <a:pt x="257049" y="55460"/>
                    <a:pt x="262648" y="131324"/>
                  </a:cubicBezTo>
                  <a:cubicBezTo>
                    <a:pt x="263603" y="199148"/>
                    <a:pt x="211157" y="260483"/>
                    <a:pt x="131324" y="262648"/>
                  </a:cubicBezTo>
                  <a:cubicBezTo>
                    <a:pt x="40087" y="266133"/>
                    <a:pt x="-20078" y="195986"/>
                    <a:pt x="0" y="131324"/>
                  </a:cubicBezTo>
                  <a:close/>
                </a:path>
              </a:pathLst>
            </a:custGeom>
            <a:solidFill>
              <a:srgbClr val="FF0000"/>
            </a:solidFill>
            <a:ln>
              <a:extLst>
                <a:ext uri="{C807C97D-BFC1-408E-A445-0C87EB9F89A2}">
                  <ask:lineSketchStyleProps xmlns:ask="http://schemas.microsoft.com/office/drawing/2018/sketchyshapes" sd="995917783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6</a:t>
              </a:r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25DC1783-ABF1-CE5B-8F22-128C7A7B0184}"/>
                </a:ext>
              </a:extLst>
            </p:cNvPr>
            <p:cNvSpPr/>
            <p:nvPr/>
          </p:nvSpPr>
          <p:spPr>
            <a:xfrm>
              <a:off x="7156743" y="5026564"/>
              <a:ext cx="262647" cy="262647"/>
            </a:xfrm>
            <a:custGeom>
              <a:avLst/>
              <a:gdLst>
                <a:gd name="csX0" fmla="*/ 0 w 262647"/>
                <a:gd name="csY0" fmla="*/ 131324 h 262647"/>
                <a:gd name="csX1" fmla="*/ 131324 w 262647"/>
                <a:gd name="csY1" fmla="*/ 0 h 262647"/>
                <a:gd name="csX2" fmla="*/ 262648 w 262647"/>
                <a:gd name="csY2" fmla="*/ 131324 h 262647"/>
                <a:gd name="csX3" fmla="*/ 131324 w 262647"/>
                <a:gd name="csY3" fmla="*/ 262648 h 262647"/>
                <a:gd name="csX4" fmla="*/ 0 w 262647"/>
                <a:gd name="csY4" fmla="*/ 131324 h 2626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62647" h="262647" fill="none" extrusionOk="0">
                  <a:moveTo>
                    <a:pt x="0" y="131324"/>
                  </a:moveTo>
                  <a:cubicBezTo>
                    <a:pt x="-10505" y="71486"/>
                    <a:pt x="60440" y="-1153"/>
                    <a:pt x="131324" y="0"/>
                  </a:cubicBezTo>
                  <a:cubicBezTo>
                    <a:pt x="197937" y="-3644"/>
                    <a:pt x="262750" y="60543"/>
                    <a:pt x="262648" y="131324"/>
                  </a:cubicBezTo>
                  <a:cubicBezTo>
                    <a:pt x="269055" y="210929"/>
                    <a:pt x="206900" y="257220"/>
                    <a:pt x="131324" y="262648"/>
                  </a:cubicBezTo>
                  <a:cubicBezTo>
                    <a:pt x="66488" y="263002"/>
                    <a:pt x="510" y="201745"/>
                    <a:pt x="0" y="131324"/>
                  </a:cubicBezTo>
                  <a:close/>
                </a:path>
                <a:path w="262647" h="262647" stroke="0" extrusionOk="0">
                  <a:moveTo>
                    <a:pt x="0" y="131324"/>
                  </a:moveTo>
                  <a:cubicBezTo>
                    <a:pt x="17359" y="66745"/>
                    <a:pt x="52946" y="4519"/>
                    <a:pt x="131324" y="0"/>
                  </a:cubicBezTo>
                  <a:cubicBezTo>
                    <a:pt x="191502" y="-1286"/>
                    <a:pt x="265459" y="76637"/>
                    <a:pt x="262648" y="131324"/>
                  </a:cubicBezTo>
                  <a:cubicBezTo>
                    <a:pt x="273841" y="203231"/>
                    <a:pt x="193313" y="268830"/>
                    <a:pt x="131324" y="262648"/>
                  </a:cubicBezTo>
                  <a:cubicBezTo>
                    <a:pt x="38803" y="267078"/>
                    <a:pt x="2370" y="186774"/>
                    <a:pt x="0" y="131324"/>
                  </a:cubicBezTo>
                  <a:close/>
                </a:path>
              </a:pathLst>
            </a:custGeom>
            <a:solidFill>
              <a:srgbClr val="FF0000"/>
            </a:solidFill>
            <a:ln>
              <a:extLst>
                <a:ext uri="{C807C97D-BFC1-408E-A445-0C87EB9F89A2}">
                  <ask:lineSketchStyleProps xmlns:ask="http://schemas.microsoft.com/office/drawing/2018/sketchyshapes" sd="3972465761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9</a:t>
              </a:r>
            </a:p>
          </p:txBody>
        </p: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EF6C4DDF-EA5A-8737-F557-52D73EBE9861}"/>
                </a:ext>
              </a:extLst>
            </p:cNvPr>
            <p:cNvCxnSpPr>
              <a:stCxn id="103" idx="3"/>
              <a:endCxn id="105" idx="0"/>
            </p:cNvCxnSpPr>
            <p:nvPr/>
          </p:nvCxnSpPr>
          <p:spPr>
            <a:xfrm flipH="1">
              <a:off x="5830541" y="4150369"/>
              <a:ext cx="413023" cy="350901"/>
            </a:xfrm>
            <a:prstGeom prst="line">
              <a:avLst/>
            </a:prstGeom>
            <a:ln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DEF9F545-113F-6596-447A-E3772CBAA6F3}"/>
                </a:ext>
              </a:extLst>
            </p:cNvPr>
            <p:cNvCxnSpPr>
              <a:stCxn id="103" idx="5"/>
              <a:endCxn id="104" idx="0"/>
            </p:cNvCxnSpPr>
            <p:nvPr/>
          </p:nvCxnSpPr>
          <p:spPr>
            <a:xfrm>
              <a:off x="6429283" y="4150369"/>
              <a:ext cx="439122" cy="350901"/>
            </a:xfrm>
            <a:prstGeom prst="line">
              <a:avLst/>
            </a:prstGeom>
            <a:ln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5C0133F-E47D-20BE-6C8A-88F70DF6D419}"/>
                </a:ext>
              </a:extLst>
            </p:cNvPr>
            <p:cNvCxnSpPr>
              <a:stCxn id="104" idx="3"/>
              <a:endCxn id="106" idx="0"/>
            </p:cNvCxnSpPr>
            <p:nvPr/>
          </p:nvCxnSpPr>
          <p:spPr>
            <a:xfrm flipH="1">
              <a:off x="6467747" y="4725453"/>
              <a:ext cx="307798" cy="301111"/>
            </a:xfrm>
            <a:prstGeom prst="line">
              <a:avLst/>
            </a:prstGeom>
            <a:ln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C850299C-7DB9-BD25-E8C7-467423EBBD42}"/>
                </a:ext>
              </a:extLst>
            </p:cNvPr>
            <p:cNvCxnSpPr>
              <a:cxnSpLocks/>
              <a:stCxn id="104" idx="5"/>
              <a:endCxn id="107" idx="0"/>
            </p:cNvCxnSpPr>
            <p:nvPr/>
          </p:nvCxnSpPr>
          <p:spPr>
            <a:xfrm>
              <a:off x="6961264" y="4725453"/>
              <a:ext cx="326803" cy="301111"/>
            </a:xfrm>
            <a:prstGeom prst="line">
              <a:avLst/>
            </a:prstGeom>
            <a:ln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E43177DA-2423-9ECF-6BDE-5D20E3780533}"/>
                </a:ext>
              </a:extLst>
            </p:cNvPr>
            <p:cNvCxnSpPr>
              <a:cxnSpLocks/>
              <a:stCxn id="106" idx="2"/>
              <a:endCxn id="120" idx="0"/>
            </p:cNvCxnSpPr>
            <p:nvPr/>
          </p:nvCxnSpPr>
          <p:spPr>
            <a:xfrm flipH="1">
              <a:off x="6146288" y="5157888"/>
              <a:ext cx="190135" cy="480956"/>
            </a:xfrm>
            <a:prstGeom prst="line">
              <a:avLst/>
            </a:prstGeom>
            <a:ln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5A5E8F77-547B-8995-DBE8-3625369C2E44}"/>
                </a:ext>
              </a:extLst>
            </p:cNvPr>
            <p:cNvSpPr/>
            <p:nvPr/>
          </p:nvSpPr>
          <p:spPr>
            <a:xfrm>
              <a:off x="4765384" y="6087568"/>
              <a:ext cx="194553" cy="194553"/>
            </a:xfrm>
            <a:custGeom>
              <a:avLst/>
              <a:gdLst>
                <a:gd name="csX0" fmla="*/ 0 w 194553"/>
                <a:gd name="csY0" fmla="*/ 0 h 194553"/>
                <a:gd name="csX1" fmla="*/ 194553 w 194553"/>
                <a:gd name="csY1" fmla="*/ 0 h 194553"/>
                <a:gd name="csX2" fmla="*/ 194553 w 194553"/>
                <a:gd name="csY2" fmla="*/ 194553 h 194553"/>
                <a:gd name="csX3" fmla="*/ 0 w 194553"/>
                <a:gd name="csY3" fmla="*/ 194553 h 194553"/>
                <a:gd name="csX4" fmla="*/ 0 w 194553"/>
                <a:gd name="csY4" fmla="*/ 0 h 1945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94553" h="194553" fill="none" extrusionOk="0">
                  <a:moveTo>
                    <a:pt x="0" y="0"/>
                  </a:moveTo>
                  <a:cubicBezTo>
                    <a:pt x="90175" y="-15700"/>
                    <a:pt x="150579" y="14467"/>
                    <a:pt x="194553" y="0"/>
                  </a:cubicBezTo>
                  <a:cubicBezTo>
                    <a:pt x="207723" y="70988"/>
                    <a:pt x="180217" y="139188"/>
                    <a:pt x="194553" y="194553"/>
                  </a:cubicBezTo>
                  <a:cubicBezTo>
                    <a:pt x="99136" y="207761"/>
                    <a:pt x="49737" y="186868"/>
                    <a:pt x="0" y="194553"/>
                  </a:cubicBezTo>
                  <a:cubicBezTo>
                    <a:pt x="-17813" y="113132"/>
                    <a:pt x="6444" y="72645"/>
                    <a:pt x="0" y="0"/>
                  </a:cubicBezTo>
                  <a:close/>
                </a:path>
                <a:path w="194553" h="194553" stroke="0" extrusionOk="0">
                  <a:moveTo>
                    <a:pt x="0" y="0"/>
                  </a:moveTo>
                  <a:cubicBezTo>
                    <a:pt x="87278" y="-9171"/>
                    <a:pt x="99758" y="6230"/>
                    <a:pt x="194553" y="0"/>
                  </a:cubicBezTo>
                  <a:cubicBezTo>
                    <a:pt x="215057" y="58313"/>
                    <a:pt x="171395" y="122753"/>
                    <a:pt x="194553" y="194553"/>
                  </a:cubicBezTo>
                  <a:cubicBezTo>
                    <a:pt x="127167" y="212742"/>
                    <a:pt x="87047" y="173862"/>
                    <a:pt x="0" y="194553"/>
                  </a:cubicBezTo>
                  <a:cubicBezTo>
                    <a:pt x="-942" y="114421"/>
                    <a:pt x="16894" y="60021"/>
                    <a:pt x="0" y="0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2712428775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559E6627-1A82-2749-65F2-C347E6F4EFF2}"/>
                </a:ext>
              </a:extLst>
            </p:cNvPr>
            <p:cNvSpPr/>
            <p:nvPr/>
          </p:nvSpPr>
          <p:spPr>
            <a:xfrm>
              <a:off x="5527385" y="6087569"/>
              <a:ext cx="194553" cy="194553"/>
            </a:xfrm>
            <a:custGeom>
              <a:avLst/>
              <a:gdLst>
                <a:gd name="csX0" fmla="*/ 0 w 194553"/>
                <a:gd name="csY0" fmla="*/ 0 h 194553"/>
                <a:gd name="csX1" fmla="*/ 194553 w 194553"/>
                <a:gd name="csY1" fmla="*/ 0 h 194553"/>
                <a:gd name="csX2" fmla="*/ 194553 w 194553"/>
                <a:gd name="csY2" fmla="*/ 194553 h 194553"/>
                <a:gd name="csX3" fmla="*/ 0 w 194553"/>
                <a:gd name="csY3" fmla="*/ 194553 h 194553"/>
                <a:gd name="csX4" fmla="*/ 0 w 194553"/>
                <a:gd name="csY4" fmla="*/ 0 h 1945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94553" h="194553" fill="none" extrusionOk="0">
                  <a:moveTo>
                    <a:pt x="0" y="0"/>
                  </a:moveTo>
                  <a:cubicBezTo>
                    <a:pt x="45540" y="-7357"/>
                    <a:pt x="98179" y="6968"/>
                    <a:pt x="194553" y="0"/>
                  </a:cubicBezTo>
                  <a:cubicBezTo>
                    <a:pt x="202712" y="67633"/>
                    <a:pt x="187621" y="146236"/>
                    <a:pt x="194553" y="194553"/>
                  </a:cubicBezTo>
                  <a:cubicBezTo>
                    <a:pt x="116945" y="198846"/>
                    <a:pt x="79430" y="185736"/>
                    <a:pt x="0" y="194553"/>
                  </a:cubicBezTo>
                  <a:cubicBezTo>
                    <a:pt x="-1624" y="147863"/>
                    <a:pt x="2046" y="92697"/>
                    <a:pt x="0" y="0"/>
                  </a:cubicBezTo>
                  <a:close/>
                </a:path>
                <a:path w="194553" h="194553" stroke="0" extrusionOk="0">
                  <a:moveTo>
                    <a:pt x="0" y="0"/>
                  </a:moveTo>
                  <a:cubicBezTo>
                    <a:pt x="41120" y="-12252"/>
                    <a:pt x="98068" y="22828"/>
                    <a:pt x="194553" y="0"/>
                  </a:cubicBezTo>
                  <a:cubicBezTo>
                    <a:pt x="207706" y="76474"/>
                    <a:pt x="188056" y="106598"/>
                    <a:pt x="194553" y="194553"/>
                  </a:cubicBezTo>
                  <a:cubicBezTo>
                    <a:pt x="140149" y="198121"/>
                    <a:pt x="52109" y="183372"/>
                    <a:pt x="0" y="194553"/>
                  </a:cubicBezTo>
                  <a:cubicBezTo>
                    <a:pt x="-20283" y="106501"/>
                    <a:pt x="15539" y="74153"/>
                    <a:pt x="0" y="0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2591498069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856551EE-83FE-C7DE-0246-97F54BE4F6A1}"/>
                </a:ext>
              </a:extLst>
            </p:cNvPr>
            <p:cNvSpPr/>
            <p:nvPr/>
          </p:nvSpPr>
          <p:spPr>
            <a:xfrm>
              <a:off x="6621646" y="5638844"/>
              <a:ext cx="194553" cy="194553"/>
            </a:xfrm>
            <a:custGeom>
              <a:avLst/>
              <a:gdLst>
                <a:gd name="csX0" fmla="*/ 0 w 194553"/>
                <a:gd name="csY0" fmla="*/ 0 h 194553"/>
                <a:gd name="csX1" fmla="*/ 194553 w 194553"/>
                <a:gd name="csY1" fmla="*/ 0 h 194553"/>
                <a:gd name="csX2" fmla="*/ 194553 w 194553"/>
                <a:gd name="csY2" fmla="*/ 194553 h 194553"/>
                <a:gd name="csX3" fmla="*/ 0 w 194553"/>
                <a:gd name="csY3" fmla="*/ 194553 h 194553"/>
                <a:gd name="csX4" fmla="*/ 0 w 194553"/>
                <a:gd name="csY4" fmla="*/ 0 h 1945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94553" h="194553" fill="none" extrusionOk="0">
                  <a:moveTo>
                    <a:pt x="0" y="0"/>
                  </a:moveTo>
                  <a:cubicBezTo>
                    <a:pt x="89859" y="-9071"/>
                    <a:pt x="102808" y="9057"/>
                    <a:pt x="194553" y="0"/>
                  </a:cubicBezTo>
                  <a:cubicBezTo>
                    <a:pt x="209938" y="46562"/>
                    <a:pt x="174181" y="124938"/>
                    <a:pt x="194553" y="194553"/>
                  </a:cubicBezTo>
                  <a:cubicBezTo>
                    <a:pt x="122032" y="208582"/>
                    <a:pt x="69211" y="192929"/>
                    <a:pt x="0" y="194553"/>
                  </a:cubicBezTo>
                  <a:cubicBezTo>
                    <a:pt x="-10603" y="133211"/>
                    <a:pt x="10380" y="74928"/>
                    <a:pt x="0" y="0"/>
                  </a:cubicBezTo>
                  <a:close/>
                </a:path>
                <a:path w="194553" h="194553" stroke="0" extrusionOk="0">
                  <a:moveTo>
                    <a:pt x="0" y="0"/>
                  </a:moveTo>
                  <a:cubicBezTo>
                    <a:pt x="48410" y="-8452"/>
                    <a:pt x="103699" y="8595"/>
                    <a:pt x="194553" y="0"/>
                  </a:cubicBezTo>
                  <a:cubicBezTo>
                    <a:pt x="200108" y="41360"/>
                    <a:pt x="189785" y="151530"/>
                    <a:pt x="194553" y="194553"/>
                  </a:cubicBezTo>
                  <a:cubicBezTo>
                    <a:pt x="143203" y="207097"/>
                    <a:pt x="57983" y="185727"/>
                    <a:pt x="0" y="194553"/>
                  </a:cubicBezTo>
                  <a:cubicBezTo>
                    <a:pt x="-20031" y="112339"/>
                    <a:pt x="13398" y="96950"/>
                    <a:pt x="0" y="0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3287959629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E5E5A1CA-8B09-4FFB-D104-4C5D722064B2}"/>
                </a:ext>
              </a:extLst>
            </p:cNvPr>
            <p:cNvSpPr/>
            <p:nvPr/>
          </p:nvSpPr>
          <p:spPr>
            <a:xfrm>
              <a:off x="6962190" y="5643259"/>
              <a:ext cx="194553" cy="194553"/>
            </a:xfrm>
            <a:custGeom>
              <a:avLst/>
              <a:gdLst>
                <a:gd name="csX0" fmla="*/ 0 w 194553"/>
                <a:gd name="csY0" fmla="*/ 0 h 194553"/>
                <a:gd name="csX1" fmla="*/ 194553 w 194553"/>
                <a:gd name="csY1" fmla="*/ 0 h 194553"/>
                <a:gd name="csX2" fmla="*/ 194553 w 194553"/>
                <a:gd name="csY2" fmla="*/ 194553 h 194553"/>
                <a:gd name="csX3" fmla="*/ 0 w 194553"/>
                <a:gd name="csY3" fmla="*/ 194553 h 194553"/>
                <a:gd name="csX4" fmla="*/ 0 w 194553"/>
                <a:gd name="csY4" fmla="*/ 0 h 1945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94553" h="194553" fill="none" extrusionOk="0">
                  <a:moveTo>
                    <a:pt x="0" y="0"/>
                  </a:moveTo>
                  <a:cubicBezTo>
                    <a:pt x="93881" y="-5324"/>
                    <a:pt x="115804" y="6343"/>
                    <a:pt x="194553" y="0"/>
                  </a:cubicBezTo>
                  <a:cubicBezTo>
                    <a:pt x="214302" y="56411"/>
                    <a:pt x="182455" y="100037"/>
                    <a:pt x="194553" y="194553"/>
                  </a:cubicBezTo>
                  <a:cubicBezTo>
                    <a:pt x="115691" y="199699"/>
                    <a:pt x="46982" y="184949"/>
                    <a:pt x="0" y="194553"/>
                  </a:cubicBezTo>
                  <a:cubicBezTo>
                    <a:pt x="-13999" y="103523"/>
                    <a:pt x="21026" y="62577"/>
                    <a:pt x="0" y="0"/>
                  </a:cubicBezTo>
                  <a:close/>
                </a:path>
                <a:path w="194553" h="194553" stroke="0" extrusionOk="0">
                  <a:moveTo>
                    <a:pt x="0" y="0"/>
                  </a:moveTo>
                  <a:cubicBezTo>
                    <a:pt x="53593" y="-18711"/>
                    <a:pt x="138052" y="13420"/>
                    <a:pt x="194553" y="0"/>
                  </a:cubicBezTo>
                  <a:cubicBezTo>
                    <a:pt x="210766" y="92172"/>
                    <a:pt x="182600" y="97985"/>
                    <a:pt x="194553" y="194553"/>
                  </a:cubicBezTo>
                  <a:cubicBezTo>
                    <a:pt x="144629" y="216969"/>
                    <a:pt x="74796" y="182039"/>
                    <a:pt x="0" y="194553"/>
                  </a:cubicBezTo>
                  <a:cubicBezTo>
                    <a:pt x="-10940" y="114280"/>
                    <a:pt x="11999" y="62582"/>
                    <a:pt x="0" y="0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1933200173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83E5B7EC-4980-64DD-1114-B8BCFA7858DA}"/>
                </a:ext>
              </a:extLst>
            </p:cNvPr>
            <p:cNvSpPr/>
            <p:nvPr/>
          </p:nvSpPr>
          <p:spPr>
            <a:xfrm>
              <a:off x="7568997" y="5643258"/>
              <a:ext cx="194553" cy="194553"/>
            </a:xfrm>
            <a:custGeom>
              <a:avLst/>
              <a:gdLst>
                <a:gd name="csX0" fmla="*/ 0 w 194553"/>
                <a:gd name="csY0" fmla="*/ 0 h 194553"/>
                <a:gd name="csX1" fmla="*/ 194553 w 194553"/>
                <a:gd name="csY1" fmla="*/ 0 h 194553"/>
                <a:gd name="csX2" fmla="*/ 194553 w 194553"/>
                <a:gd name="csY2" fmla="*/ 194553 h 194553"/>
                <a:gd name="csX3" fmla="*/ 0 w 194553"/>
                <a:gd name="csY3" fmla="*/ 194553 h 194553"/>
                <a:gd name="csX4" fmla="*/ 0 w 194553"/>
                <a:gd name="csY4" fmla="*/ 0 h 1945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94553" h="194553" fill="none" extrusionOk="0">
                  <a:moveTo>
                    <a:pt x="0" y="0"/>
                  </a:moveTo>
                  <a:cubicBezTo>
                    <a:pt x="76663" y="-15336"/>
                    <a:pt x="155498" y="5411"/>
                    <a:pt x="194553" y="0"/>
                  </a:cubicBezTo>
                  <a:cubicBezTo>
                    <a:pt x="202075" y="70879"/>
                    <a:pt x="191978" y="118520"/>
                    <a:pt x="194553" y="194553"/>
                  </a:cubicBezTo>
                  <a:cubicBezTo>
                    <a:pt x="147377" y="216820"/>
                    <a:pt x="39576" y="172774"/>
                    <a:pt x="0" y="194553"/>
                  </a:cubicBezTo>
                  <a:cubicBezTo>
                    <a:pt x="-15112" y="99989"/>
                    <a:pt x="14180" y="63943"/>
                    <a:pt x="0" y="0"/>
                  </a:cubicBezTo>
                  <a:close/>
                </a:path>
                <a:path w="194553" h="194553" stroke="0" extrusionOk="0">
                  <a:moveTo>
                    <a:pt x="0" y="0"/>
                  </a:moveTo>
                  <a:cubicBezTo>
                    <a:pt x="70465" y="-22945"/>
                    <a:pt x="106051" y="22844"/>
                    <a:pt x="194553" y="0"/>
                  </a:cubicBezTo>
                  <a:cubicBezTo>
                    <a:pt x="196323" y="85163"/>
                    <a:pt x="182384" y="151741"/>
                    <a:pt x="194553" y="194553"/>
                  </a:cubicBezTo>
                  <a:cubicBezTo>
                    <a:pt x="151382" y="195674"/>
                    <a:pt x="59341" y="183520"/>
                    <a:pt x="0" y="194553"/>
                  </a:cubicBezTo>
                  <a:cubicBezTo>
                    <a:pt x="-10468" y="152803"/>
                    <a:pt x="20985" y="41793"/>
                    <a:pt x="0" y="0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3632368549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DD108ECD-F7BB-75C5-4060-9FB2748BEAF4}"/>
                </a:ext>
              </a:extLst>
            </p:cNvPr>
            <p:cNvSpPr/>
            <p:nvPr/>
          </p:nvSpPr>
          <p:spPr>
            <a:xfrm>
              <a:off x="6049011" y="5638844"/>
              <a:ext cx="194553" cy="194553"/>
            </a:xfrm>
            <a:custGeom>
              <a:avLst/>
              <a:gdLst>
                <a:gd name="csX0" fmla="*/ 0 w 194553"/>
                <a:gd name="csY0" fmla="*/ 0 h 194553"/>
                <a:gd name="csX1" fmla="*/ 194553 w 194553"/>
                <a:gd name="csY1" fmla="*/ 0 h 194553"/>
                <a:gd name="csX2" fmla="*/ 194553 w 194553"/>
                <a:gd name="csY2" fmla="*/ 194553 h 194553"/>
                <a:gd name="csX3" fmla="*/ 0 w 194553"/>
                <a:gd name="csY3" fmla="*/ 194553 h 194553"/>
                <a:gd name="csX4" fmla="*/ 0 w 194553"/>
                <a:gd name="csY4" fmla="*/ 0 h 1945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94553" h="194553" fill="none" extrusionOk="0">
                  <a:moveTo>
                    <a:pt x="0" y="0"/>
                  </a:moveTo>
                  <a:cubicBezTo>
                    <a:pt x="82240" y="-5737"/>
                    <a:pt x="154955" y="6832"/>
                    <a:pt x="194553" y="0"/>
                  </a:cubicBezTo>
                  <a:cubicBezTo>
                    <a:pt x="208826" y="86501"/>
                    <a:pt x="184560" y="108536"/>
                    <a:pt x="194553" y="194553"/>
                  </a:cubicBezTo>
                  <a:cubicBezTo>
                    <a:pt x="109279" y="203036"/>
                    <a:pt x="55808" y="175453"/>
                    <a:pt x="0" y="194553"/>
                  </a:cubicBezTo>
                  <a:cubicBezTo>
                    <a:pt x="-14437" y="148424"/>
                    <a:pt x="13444" y="75645"/>
                    <a:pt x="0" y="0"/>
                  </a:cubicBezTo>
                  <a:close/>
                </a:path>
                <a:path w="194553" h="194553" stroke="0" extrusionOk="0">
                  <a:moveTo>
                    <a:pt x="0" y="0"/>
                  </a:moveTo>
                  <a:cubicBezTo>
                    <a:pt x="62500" y="-5235"/>
                    <a:pt x="144983" y="9976"/>
                    <a:pt x="194553" y="0"/>
                  </a:cubicBezTo>
                  <a:cubicBezTo>
                    <a:pt x="215429" y="76326"/>
                    <a:pt x="172639" y="101307"/>
                    <a:pt x="194553" y="194553"/>
                  </a:cubicBezTo>
                  <a:cubicBezTo>
                    <a:pt x="132341" y="208796"/>
                    <a:pt x="73323" y="174950"/>
                    <a:pt x="0" y="194553"/>
                  </a:cubicBezTo>
                  <a:cubicBezTo>
                    <a:pt x="-4618" y="109207"/>
                    <a:pt x="9835" y="70970"/>
                    <a:pt x="0" y="0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578377554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77E3D733-09A7-91CF-5F35-F611BDBA92F2}"/>
                </a:ext>
              </a:extLst>
            </p:cNvPr>
            <p:cNvCxnSpPr>
              <a:cxnSpLocks/>
              <a:stCxn id="136" idx="3"/>
              <a:endCxn id="114" idx="0"/>
            </p:cNvCxnSpPr>
            <p:nvPr/>
          </p:nvCxnSpPr>
          <p:spPr>
            <a:xfrm flipH="1">
              <a:off x="4862661" y="5833394"/>
              <a:ext cx="278481" cy="254174"/>
            </a:xfrm>
            <a:prstGeom prst="line">
              <a:avLst/>
            </a:prstGeom>
            <a:ln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CF629F0A-9009-8AB5-B20A-BA8ABE69B63D}"/>
                </a:ext>
              </a:extLst>
            </p:cNvPr>
            <p:cNvCxnSpPr>
              <a:cxnSpLocks/>
              <a:stCxn id="136" idx="5"/>
              <a:endCxn id="115" idx="0"/>
            </p:cNvCxnSpPr>
            <p:nvPr/>
          </p:nvCxnSpPr>
          <p:spPr>
            <a:xfrm>
              <a:off x="5326861" y="5833394"/>
              <a:ext cx="297801" cy="254175"/>
            </a:xfrm>
            <a:prstGeom prst="line">
              <a:avLst/>
            </a:prstGeom>
            <a:ln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4528D71F-174D-F285-9E9E-5E0504B7810D}"/>
                </a:ext>
              </a:extLst>
            </p:cNvPr>
            <p:cNvCxnSpPr>
              <a:cxnSpLocks/>
              <a:stCxn id="106" idx="5"/>
              <a:endCxn id="116" idx="0"/>
            </p:cNvCxnSpPr>
            <p:nvPr/>
          </p:nvCxnSpPr>
          <p:spPr>
            <a:xfrm>
              <a:off x="6560606" y="5250747"/>
              <a:ext cx="158317" cy="388097"/>
            </a:xfrm>
            <a:prstGeom prst="line">
              <a:avLst/>
            </a:prstGeom>
            <a:ln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7369FB2F-0CBE-8470-9FB3-1B5D299B2B87}"/>
                </a:ext>
              </a:extLst>
            </p:cNvPr>
            <p:cNvCxnSpPr>
              <a:cxnSpLocks/>
              <a:stCxn id="107" idx="3"/>
              <a:endCxn id="117" idx="0"/>
            </p:cNvCxnSpPr>
            <p:nvPr/>
          </p:nvCxnSpPr>
          <p:spPr>
            <a:xfrm flipH="1">
              <a:off x="7059467" y="5250747"/>
              <a:ext cx="135740" cy="392512"/>
            </a:xfrm>
            <a:prstGeom prst="line">
              <a:avLst/>
            </a:prstGeom>
            <a:ln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42C4D5A2-FF4E-B844-852F-B0C5F53AC5B7}"/>
                </a:ext>
              </a:extLst>
            </p:cNvPr>
            <p:cNvCxnSpPr>
              <a:stCxn id="107" idx="5"/>
              <a:endCxn id="118" idx="0"/>
            </p:cNvCxnSpPr>
            <p:nvPr/>
          </p:nvCxnSpPr>
          <p:spPr>
            <a:xfrm>
              <a:off x="7380926" y="5250747"/>
              <a:ext cx="285348" cy="392511"/>
            </a:xfrm>
            <a:prstGeom prst="line">
              <a:avLst/>
            </a:prstGeom>
            <a:ln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3B3B0599-79FA-79A2-0E91-F021BD155CEA}"/>
                </a:ext>
              </a:extLst>
            </p:cNvPr>
            <p:cNvSpPr/>
            <p:nvPr/>
          </p:nvSpPr>
          <p:spPr>
            <a:xfrm>
              <a:off x="5429931" y="5026564"/>
              <a:ext cx="262647" cy="262647"/>
            </a:xfrm>
            <a:custGeom>
              <a:avLst/>
              <a:gdLst>
                <a:gd name="csX0" fmla="*/ 0 w 262647"/>
                <a:gd name="csY0" fmla="*/ 131324 h 262647"/>
                <a:gd name="csX1" fmla="*/ 131324 w 262647"/>
                <a:gd name="csY1" fmla="*/ 0 h 262647"/>
                <a:gd name="csX2" fmla="*/ 262648 w 262647"/>
                <a:gd name="csY2" fmla="*/ 131324 h 262647"/>
                <a:gd name="csX3" fmla="*/ 131324 w 262647"/>
                <a:gd name="csY3" fmla="*/ 262648 h 262647"/>
                <a:gd name="csX4" fmla="*/ 0 w 262647"/>
                <a:gd name="csY4" fmla="*/ 131324 h 2626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62647" h="262647" fill="none" extrusionOk="0">
                  <a:moveTo>
                    <a:pt x="0" y="131324"/>
                  </a:moveTo>
                  <a:cubicBezTo>
                    <a:pt x="-1657" y="55425"/>
                    <a:pt x="59333" y="-3027"/>
                    <a:pt x="131324" y="0"/>
                  </a:cubicBezTo>
                  <a:cubicBezTo>
                    <a:pt x="191595" y="7072"/>
                    <a:pt x="259948" y="56736"/>
                    <a:pt x="262648" y="131324"/>
                  </a:cubicBezTo>
                  <a:cubicBezTo>
                    <a:pt x="262673" y="217414"/>
                    <a:pt x="190669" y="256837"/>
                    <a:pt x="131324" y="262648"/>
                  </a:cubicBezTo>
                  <a:cubicBezTo>
                    <a:pt x="59810" y="260703"/>
                    <a:pt x="5882" y="196442"/>
                    <a:pt x="0" y="131324"/>
                  </a:cubicBezTo>
                  <a:close/>
                </a:path>
                <a:path w="262647" h="262647" stroke="0" extrusionOk="0">
                  <a:moveTo>
                    <a:pt x="0" y="131324"/>
                  </a:moveTo>
                  <a:cubicBezTo>
                    <a:pt x="10442" y="66598"/>
                    <a:pt x="55748" y="10324"/>
                    <a:pt x="131324" y="0"/>
                  </a:cubicBezTo>
                  <a:cubicBezTo>
                    <a:pt x="200954" y="-9644"/>
                    <a:pt x="254779" y="48652"/>
                    <a:pt x="262648" y="131324"/>
                  </a:cubicBezTo>
                  <a:cubicBezTo>
                    <a:pt x="262780" y="205870"/>
                    <a:pt x="205237" y="253322"/>
                    <a:pt x="131324" y="262648"/>
                  </a:cubicBezTo>
                  <a:cubicBezTo>
                    <a:pt x="58549" y="275673"/>
                    <a:pt x="1667" y="218872"/>
                    <a:pt x="0" y="131324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4158558540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3</a:t>
              </a:r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DF5ADF37-34DF-8CF4-4643-1479C167F7D3}"/>
                </a:ext>
              </a:extLst>
            </p:cNvPr>
            <p:cNvSpPr/>
            <p:nvPr/>
          </p:nvSpPr>
          <p:spPr>
            <a:xfrm>
              <a:off x="5102678" y="5609211"/>
              <a:ext cx="262647" cy="262647"/>
            </a:xfrm>
            <a:custGeom>
              <a:avLst/>
              <a:gdLst>
                <a:gd name="csX0" fmla="*/ 0 w 262647"/>
                <a:gd name="csY0" fmla="*/ 131324 h 262647"/>
                <a:gd name="csX1" fmla="*/ 131324 w 262647"/>
                <a:gd name="csY1" fmla="*/ 0 h 262647"/>
                <a:gd name="csX2" fmla="*/ 262648 w 262647"/>
                <a:gd name="csY2" fmla="*/ 131324 h 262647"/>
                <a:gd name="csX3" fmla="*/ 131324 w 262647"/>
                <a:gd name="csY3" fmla="*/ 262648 h 262647"/>
                <a:gd name="csX4" fmla="*/ 0 w 262647"/>
                <a:gd name="csY4" fmla="*/ 131324 h 2626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62647" h="262647" fill="none" extrusionOk="0">
                  <a:moveTo>
                    <a:pt x="0" y="131324"/>
                  </a:moveTo>
                  <a:cubicBezTo>
                    <a:pt x="17178" y="52719"/>
                    <a:pt x="54789" y="2653"/>
                    <a:pt x="131324" y="0"/>
                  </a:cubicBezTo>
                  <a:cubicBezTo>
                    <a:pt x="184356" y="-3030"/>
                    <a:pt x="253454" y="54454"/>
                    <a:pt x="262648" y="131324"/>
                  </a:cubicBezTo>
                  <a:cubicBezTo>
                    <a:pt x="278791" y="210178"/>
                    <a:pt x="205576" y="283460"/>
                    <a:pt x="131324" y="262648"/>
                  </a:cubicBezTo>
                  <a:cubicBezTo>
                    <a:pt x="56449" y="265464"/>
                    <a:pt x="2760" y="190939"/>
                    <a:pt x="0" y="131324"/>
                  </a:cubicBezTo>
                  <a:close/>
                </a:path>
                <a:path w="262647" h="262647" stroke="0" extrusionOk="0">
                  <a:moveTo>
                    <a:pt x="0" y="131324"/>
                  </a:moveTo>
                  <a:cubicBezTo>
                    <a:pt x="-7436" y="53699"/>
                    <a:pt x="75529" y="-1725"/>
                    <a:pt x="131324" y="0"/>
                  </a:cubicBezTo>
                  <a:cubicBezTo>
                    <a:pt x="202769" y="-6123"/>
                    <a:pt x="271792" y="54215"/>
                    <a:pt x="262648" y="131324"/>
                  </a:cubicBezTo>
                  <a:cubicBezTo>
                    <a:pt x="260661" y="199321"/>
                    <a:pt x="202396" y="273199"/>
                    <a:pt x="131324" y="262648"/>
                  </a:cubicBezTo>
                  <a:cubicBezTo>
                    <a:pt x="46138" y="253437"/>
                    <a:pt x="-1957" y="206585"/>
                    <a:pt x="0" y="131324"/>
                  </a:cubicBezTo>
                  <a:close/>
                </a:path>
              </a:pathLst>
            </a:custGeom>
            <a:solidFill>
              <a:srgbClr val="FF0000"/>
            </a:solidFill>
            <a:ln>
              <a:extLst>
                <a:ext uri="{C807C97D-BFC1-408E-A445-0C87EB9F89A2}">
                  <ask:lineSketchStyleProps xmlns:ask="http://schemas.microsoft.com/office/drawing/2018/sketchyshapes" sd="1416008390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2</a:t>
              </a:r>
            </a:p>
          </p:txBody>
        </p: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EB1DD44-68FE-79D0-74CC-EAD1EA230D16}"/>
                </a:ext>
              </a:extLst>
            </p:cNvPr>
            <p:cNvCxnSpPr>
              <a:cxnSpLocks/>
              <a:stCxn id="135" idx="3"/>
              <a:endCxn id="136" idx="0"/>
            </p:cNvCxnSpPr>
            <p:nvPr/>
          </p:nvCxnSpPr>
          <p:spPr>
            <a:xfrm flipH="1">
              <a:off x="5234002" y="5250747"/>
              <a:ext cx="234393" cy="358464"/>
            </a:xfrm>
            <a:prstGeom prst="line">
              <a:avLst/>
            </a:prstGeom>
            <a:ln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56227A86-4806-B07C-063B-64522F51AFD9}"/>
                </a:ext>
              </a:extLst>
            </p:cNvPr>
            <p:cNvCxnSpPr>
              <a:cxnSpLocks/>
              <a:stCxn id="105" idx="3"/>
              <a:endCxn id="135" idx="0"/>
            </p:cNvCxnSpPr>
            <p:nvPr/>
          </p:nvCxnSpPr>
          <p:spPr>
            <a:xfrm flipH="1">
              <a:off x="5561255" y="4725453"/>
              <a:ext cx="176426" cy="301111"/>
            </a:xfrm>
            <a:prstGeom prst="line">
              <a:avLst/>
            </a:prstGeom>
            <a:ln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35BC6EA9-1B6D-D48F-FEAD-65797CA68884}"/>
                </a:ext>
              </a:extLst>
            </p:cNvPr>
            <p:cNvSpPr/>
            <p:nvPr/>
          </p:nvSpPr>
          <p:spPr>
            <a:xfrm>
              <a:off x="5727877" y="5638844"/>
              <a:ext cx="194553" cy="194553"/>
            </a:xfrm>
            <a:custGeom>
              <a:avLst/>
              <a:gdLst>
                <a:gd name="csX0" fmla="*/ 0 w 194553"/>
                <a:gd name="csY0" fmla="*/ 0 h 194553"/>
                <a:gd name="csX1" fmla="*/ 194553 w 194553"/>
                <a:gd name="csY1" fmla="*/ 0 h 194553"/>
                <a:gd name="csX2" fmla="*/ 194553 w 194553"/>
                <a:gd name="csY2" fmla="*/ 194553 h 194553"/>
                <a:gd name="csX3" fmla="*/ 0 w 194553"/>
                <a:gd name="csY3" fmla="*/ 194553 h 194553"/>
                <a:gd name="csX4" fmla="*/ 0 w 194553"/>
                <a:gd name="csY4" fmla="*/ 0 h 1945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94553" h="194553" fill="none" extrusionOk="0">
                  <a:moveTo>
                    <a:pt x="0" y="0"/>
                  </a:moveTo>
                  <a:cubicBezTo>
                    <a:pt x="56514" y="-5867"/>
                    <a:pt x="133452" y="22773"/>
                    <a:pt x="194553" y="0"/>
                  </a:cubicBezTo>
                  <a:cubicBezTo>
                    <a:pt x="214102" y="40820"/>
                    <a:pt x="190684" y="146933"/>
                    <a:pt x="194553" y="194553"/>
                  </a:cubicBezTo>
                  <a:cubicBezTo>
                    <a:pt x="125471" y="209172"/>
                    <a:pt x="62940" y="174032"/>
                    <a:pt x="0" y="194553"/>
                  </a:cubicBezTo>
                  <a:cubicBezTo>
                    <a:pt x="-13108" y="151281"/>
                    <a:pt x="1517" y="96501"/>
                    <a:pt x="0" y="0"/>
                  </a:cubicBezTo>
                  <a:close/>
                </a:path>
                <a:path w="194553" h="194553" stroke="0" extrusionOk="0">
                  <a:moveTo>
                    <a:pt x="0" y="0"/>
                  </a:moveTo>
                  <a:cubicBezTo>
                    <a:pt x="55964" y="-13573"/>
                    <a:pt x="152902" y="7963"/>
                    <a:pt x="194553" y="0"/>
                  </a:cubicBezTo>
                  <a:cubicBezTo>
                    <a:pt x="210749" y="62092"/>
                    <a:pt x="187403" y="123802"/>
                    <a:pt x="194553" y="194553"/>
                  </a:cubicBezTo>
                  <a:cubicBezTo>
                    <a:pt x="106049" y="207544"/>
                    <a:pt x="58239" y="174044"/>
                    <a:pt x="0" y="194553"/>
                  </a:cubicBezTo>
                  <a:cubicBezTo>
                    <a:pt x="-2218" y="123199"/>
                    <a:pt x="11369" y="59677"/>
                    <a:pt x="0" y="0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3415046838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9CADE3CC-74EC-53F2-8C44-143BC92852BE}"/>
                </a:ext>
              </a:extLst>
            </p:cNvPr>
            <p:cNvCxnSpPr>
              <a:stCxn id="135" idx="5"/>
              <a:endCxn id="180" idx="0"/>
            </p:cNvCxnSpPr>
            <p:nvPr/>
          </p:nvCxnSpPr>
          <p:spPr>
            <a:xfrm>
              <a:off x="5654114" y="5250747"/>
              <a:ext cx="171040" cy="388097"/>
            </a:xfrm>
            <a:prstGeom prst="line">
              <a:avLst/>
            </a:prstGeom>
            <a:ln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53407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05265-4770-C6E5-E31D-89FA266B5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Red Black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44EC9C-F2F0-A220-2508-8FD5D0C2DD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61860" cy="4211108"/>
          </a:xfrm>
        </p:spPr>
        <p:txBody>
          <a:bodyPr/>
          <a:lstStyle/>
          <a:p>
            <a:r>
              <a:rPr lang="en-IN" dirty="0"/>
              <a:t>Some new terms:</a:t>
            </a:r>
          </a:p>
          <a:p>
            <a:pPr lvl="1"/>
            <a:r>
              <a:rPr lang="en-IN" dirty="0">
                <a:highlight>
                  <a:srgbClr val="00FFFF"/>
                </a:highlight>
              </a:rPr>
              <a:t>Grandparent</a:t>
            </a:r>
            <a:r>
              <a:rPr lang="en-IN" dirty="0"/>
              <a:t>: 10’s grand parent is 20</a:t>
            </a:r>
          </a:p>
          <a:p>
            <a:pPr lvl="1"/>
            <a:r>
              <a:rPr lang="en-IN" dirty="0">
                <a:highlight>
                  <a:srgbClr val="FFFF00"/>
                </a:highlight>
              </a:rPr>
              <a:t>Sibling</a:t>
            </a:r>
            <a:r>
              <a:rPr lang="en-IN" dirty="0"/>
              <a:t>: 34 and 15 are siblings</a:t>
            </a:r>
          </a:p>
          <a:p>
            <a:pPr lvl="1"/>
            <a:r>
              <a:rPr lang="en-IN" dirty="0">
                <a:highlight>
                  <a:srgbClr val="FF00FF"/>
                </a:highlight>
              </a:rPr>
              <a:t>Uncle</a:t>
            </a:r>
            <a:r>
              <a:rPr lang="en-IN" dirty="0"/>
              <a:t>: 10’s uncle is 34</a:t>
            </a:r>
          </a:p>
          <a:p>
            <a:pPr lvl="1"/>
            <a:r>
              <a:rPr lang="en-IN" dirty="0">
                <a:highlight>
                  <a:srgbClr val="00FF00"/>
                </a:highlight>
              </a:rPr>
              <a:t>Nephews</a:t>
            </a:r>
            <a:r>
              <a:rPr lang="en-IN" dirty="0"/>
              <a:t>: 10 and 17 are nephews of 34</a:t>
            </a:r>
          </a:p>
          <a:p>
            <a:pPr lvl="1"/>
            <a:r>
              <a:rPr lang="en-IN" dirty="0">
                <a:highlight>
                  <a:srgbClr val="00FF00"/>
                </a:highlight>
              </a:rPr>
              <a:t>Near Nephew</a:t>
            </a:r>
            <a:r>
              <a:rPr lang="en-IN" dirty="0"/>
              <a:t>: 17 is 34’s near nephew</a:t>
            </a:r>
          </a:p>
          <a:p>
            <a:pPr lvl="1"/>
            <a:r>
              <a:rPr lang="en-IN" dirty="0">
                <a:highlight>
                  <a:srgbClr val="00FFFF"/>
                </a:highlight>
              </a:rPr>
              <a:t>Far Nephew</a:t>
            </a:r>
            <a:r>
              <a:rPr lang="en-IN" dirty="0"/>
              <a:t>: 10 is 34’s far nephew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3A6E236-B2DE-9AE2-CAC3-FFD8D3EAC80A}"/>
              </a:ext>
            </a:extLst>
          </p:cNvPr>
          <p:cNvGrpSpPr/>
          <p:nvPr/>
        </p:nvGrpSpPr>
        <p:grpSpPr>
          <a:xfrm>
            <a:off x="6778750" y="2724125"/>
            <a:ext cx="4053165" cy="2429776"/>
            <a:chOff x="6921774" y="944446"/>
            <a:chExt cx="4053165" cy="2429776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5340966-D7AA-FFF4-0A45-30FEDB1ECDEF}"/>
                </a:ext>
              </a:extLst>
            </p:cNvPr>
            <p:cNvSpPr/>
            <p:nvPr/>
          </p:nvSpPr>
          <p:spPr>
            <a:xfrm>
              <a:off x="8949744" y="944446"/>
              <a:ext cx="359203" cy="359203"/>
            </a:xfrm>
            <a:custGeom>
              <a:avLst/>
              <a:gdLst>
                <a:gd name="csX0" fmla="*/ 0 w 359203"/>
                <a:gd name="csY0" fmla="*/ 179602 h 359203"/>
                <a:gd name="csX1" fmla="*/ 179602 w 359203"/>
                <a:gd name="csY1" fmla="*/ 0 h 359203"/>
                <a:gd name="csX2" fmla="*/ 359204 w 359203"/>
                <a:gd name="csY2" fmla="*/ 179602 h 359203"/>
                <a:gd name="csX3" fmla="*/ 179602 w 359203"/>
                <a:gd name="csY3" fmla="*/ 359204 h 359203"/>
                <a:gd name="csX4" fmla="*/ 0 w 359203"/>
                <a:gd name="csY4" fmla="*/ 179602 h 3592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59203" h="359203" fill="none" extrusionOk="0">
                  <a:moveTo>
                    <a:pt x="0" y="179602"/>
                  </a:moveTo>
                  <a:cubicBezTo>
                    <a:pt x="110" y="63908"/>
                    <a:pt x="94044" y="14456"/>
                    <a:pt x="179602" y="0"/>
                  </a:cubicBezTo>
                  <a:cubicBezTo>
                    <a:pt x="285863" y="-5421"/>
                    <a:pt x="342223" y="80172"/>
                    <a:pt x="359204" y="179602"/>
                  </a:cubicBezTo>
                  <a:cubicBezTo>
                    <a:pt x="347347" y="303883"/>
                    <a:pt x="284342" y="339830"/>
                    <a:pt x="179602" y="359204"/>
                  </a:cubicBezTo>
                  <a:cubicBezTo>
                    <a:pt x="79695" y="355867"/>
                    <a:pt x="-6339" y="305740"/>
                    <a:pt x="0" y="179602"/>
                  </a:cubicBezTo>
                  <a:close/>
                </a:path>
                <a:path w="359203" h="359203" stroke="0" extrusionOk="0">
                  <a:moveTo>
                    <a:pt x="0" y="179602"/>
                  </a:moveTo>
                  <a:cubicBezTo>
                    <a:pt x="-12487" y="64546"/>
                    <a:pt x="90171" y="25322"/>
                    <a:pt x="179602" y="0"/>
                  </a:cubicBezTo>
                  <a:cubicBezTo>
                    <a:pt x="280118" y="23820"/>
                    <a:pt x="354627" y="75666"/>
                    <a:pt x="359204" y="179602"/>
                  </a:cubicBezTo>
                  <a:cubicBezTo>
                    <a:pt x="352363" y="277500"/>
                    <a:pt x="292705" y="357265"/>
                    <a:pt x="179602" y="359204"/>
                  </a:cubicBezTo>
                  <a:cubicBezTo>
                    <a:pt x="86824" y="340668"/>
                    <a:pt x="5438" y="274406"/>
                    <a:pt x="0" y="179602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1234222579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20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DC0510F9-7195-FAB7-067D-10E75BEDA6B2}"/>
                </a:ext>
              </a:extLst>
            </p:cNvPr>
            <p:cNvSpPr/>
            <p:nvPr/>
          </p:nvSpPr>
          <p:spPr>
            <a:xfrm>
              <a:off x="9868546" y="1504717"/>
              <a:ext cx="359203" cy="359203"/>
            </a:xfrm>
            <a:custGeom>
              <a:avLst/>
              <a:gdLst>
                <a:gd name="csX0" fmla="*/ 0 w 359203"/>
                <a:gd name="csY0" fmla="*/ 179602 h 359203"/>
                <a:gd name="csX1" fmla="*/ 179602 w 359203"/>
                <a:gd name="csY1" fmla="*/ 0 h 359203"/>
                <a:gd name="csX2" fmla="*/ 359204 w 359203"/>
                <a:gd name="csY2" fmla="*/ 179602 h 359203"/>
                <a:gd name="csX3" fmla="*/ 179602 w 359203"/>
                <a:gd name="csY3" fmla="*/ 359204 h 359203"/>
                <a:gd name="csX4" fmla="*/ 0 w 359203"/>
                <a:gd name="csY4" fmla="*/ 179602 h 3592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59203" h="359203" fill="none" extrusionOk="0">
                  <a:moveTo>
                    <a:pt x="0" y="179602"/>
                  </a:moveTo>
                  <a:cubicBezTo>
                    <a:pt x="-4684" y="96387"/>
                    <a:pt x="81282" y="-24653"/>
                    <a:pt x="179602" y="0"/>
                  </a:cubicBezTo>
                  <a:cubicBezTo>
                    <a:pt x="274800" y="10238"/>
                    <a:pt x="358095" y="87214"/>
                    <a:pt x="359204" y="179602"/>
                  </a:cubicBezTo>
                  <a:cubicBezTo>
                    <a:pt x="344603" y="295703"/>
                    <a:pt x="278586" y="363763"/>
                    <a:pt x="179602" y="359204"/>
                  </a:cubicBezTo>
                  <a:cubicBezTo>
                    <a:pt x="61471" y="352120"/>
                    <a:pt x="-1741" y="284099"/>
                    <a:pt x="0" y="179602"/>
                  </a:cubicBezTo>
                  <a:close/>
                </a:path>
                <a:path w="359203" h="359203" stroke="0" extrusionOk="0">
                  <a:moveTo>
                    <a:pt x="0" y="179602"/>
                  </a:moveTo>
                  <a:cubicBezTo>
                    <a:pt x="4006" y="78681"/>
                    <a:pt x="83616" y="-8475"/>
                    <a:pt x="179602" y="0"/>
                  </a:cubicBezTo>
                  <a:cubicBezTo>
                    <a:pt x="289017" y="3322"/>
                    <a:pt x="353089" y="82276"/>
                    <a:pt x="359204" y="179602"/>
                  </a:cubicBezTo>
                  <a:cubicBezTo>
                    <a:pt x="349966" y="252027"/>
                    <a:pt x="285245" y="382204"/>
                    <a:pt x="179602" y="359204"/>
                  </a:cubicBezTo>
                  <a:cubicBezTo>
                    <a:pt x="65844" y="338521"/>
                    <a:pt x="16658" y="273650"/>
                    <a:pt x="0" y="179602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3932106063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34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975DAA75-3D26-4ED8-4B81-0592A20724A7}"/>
                </a:ext>
              </a:extLst>
            </p:cNvPr>
            <p:cNvSpPr/>
            <p:nvPr/>
          </p:nvSpPr>
          <p:spPr>
            <a:xfrm>
              <a:off x="8187034" y="1499994"/>
              <a:ext cx="359203" cy="359203"/>
            </a:xfrm>
            <a:custGeom>
              <a:avLst/>
              <a:gdLst>
                <a:gd name="csX0" fmla="*/ 0 w 359203"/>
                <a:gd name="csY0" fmla="*/ 179602 h 359203"/>
                <a:gd name="csX1" fmla="*/ 179602 w 359203"/>
                <a:gd name="csY1" fmla="*/ 0 h 359203"/>
                <a:gd name="csX2" fmla="*/ 359204 w 359203"/>
                <a:gd name="csY2" fmla="*/ 179602 h 359203"/>
                <a:gd name="csX3" fmla="*/ 179602 w 359203"/>
                <a:gd name="csY3" fmla="*/ 359204 h 359203"/>
                <a:gd name="csX4" fmla="*/ 0 w 359203"/>
                <a:gd name="csY4" fmla="*/ 179602 h 3592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59203" h="359203" fill="none" extrusionOk="0">
                  <a:moveTo>
                    <a:pt x="0" y="179602"/>
                  </a:moveTo>
                  <a:cubicBezTo>
                    <a:pt x="-3490" y="76252"/>
                    <a:pt x="85443" y="8395"/>
                    <a:pt x="179602" y="0"/>
                  </a:cubicBezTo>
                  <a:cubicBezTo>
                    <a:pt x="261250" y="5357"/>
                    <a:pt x="369298" y="83475"/>
                    <a:pt x="359204" y="179602"/>
                  </a:cubicBezTo>
                  <a:cubicBezTo>
                    <a:pt x="370624" y="262049"/>
                    <a:pt x="285967" y="361545"/>
                    <a:pt x="179602" y="359204"/>
                  </a:cubicBezTo>
                  <a:cubicBezTo>
                    <a:pt x="66405" y="372036"/>
                    <a:pt x="-9259" y="305445"/>
                    <a:pt x="0" y="179602"/>
                  </a:cubicBezTo>
                  <a:close/>
                </a:path>
                <a:path w="359203" h="359203" stroke="0" extrusionOk="0">
                  <a:moveTo>
                    <a:pt x="0" y="179602"/>
                  </a:moveTo>
                  <a:cubicBezTo>
                    <a:pt x="-14688" y="87644"/>
                    <a:pt x="64016" y="-2954"/>
                    <a:pt x="179602" y="0"/>
                  </a:cubicBezTo>
                  <a:cubicBezTo>
                    <a:pt x="285297" y="24487"/>
                    <a:pt x="361342" y="84612"/>
                    <a:pt x="359204" y="179602"/>
                  </a:cubicBezTo>
                  <a:cubicBezTo>
                    <a:pt x="371310" y="280758"/>
                    <a:pt x="267842" y="376878"/>
                    <a:pt x="179602" y="359204"/>
                  </a:cubicBezTo>
                  <a:cubicBezTo>
                    <a:pt x="82786" y="360264"/>
                    <a:pt x="-3964" y="273550"/>
                    <a:pt x="0" y="179602"/>
                  </a:cubicBezTo>
                  <a:close/>
                </a:path>
              </a:pathLst>
            </a:custGeom>
            <a:solidFill>
              <a:srgbClr val="FF0000"/>
            </a:solidFill>
            <a:ln>
              <a:extLst>
                <a:ext uri="{C807C97D-BFC1-408E-A445-0C87EB9F89A2}">
                  <ask:lineSketchStyleProps xmlns:ask="http://schemas.microsoft.com/office/drawing/2018/sketchyshapes" sd="2995266236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15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E86659F0-44A0-BBCB-43AC-CE9A5D75F869}"/>
                </a:ext>
              </a:extLst>
            </p:cNvPr>
            <p:cNvSpPr/>
            <p:nvPr/>
          </p:nvSpPr>
          <p:spPr>
            <a:xfrm>
              <a:off x="8865242" y="2017777"/>
              <a:ext cx="359203" cy="359203"/>
            </a:xfrm>
            <a:custGeom>
              <a:avLst/>
              <a:gdLst>
                <a:gd name="csX0" fmla="*/ 0 w 359203"/>
                <a:gd name="csY0" fmla="*/ 179602 h 359203"/>
                <a:gd name="csX1" fmla="*/ 179602 w 359203"/>
                <a:gd name="csY1" fmla="*/ 0 h 359203"/>
                <a:gd name="csX2" fmla="*/ 359204 w 359203"/>
                <a:gd name="csY2" fmla="*/ 179602 h 359203"/>
                <a:gd name="csX3" fmla="*/ 179602 w 359203"/>
                <a:gd name="csY3" fmla="*/ 359204 h 359203"/>
                <a:gd name="csX4" fmla="*/ 0 w 359203"/>
                <a:gd name="csY4" fmla="*/ 179602 h 3592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59203" h="359203" fill="none" extrusionOk="0">
                  <a:moveTo>
                    <a:pt x="0" y="179602"/>
                  </a:moveTo>
                  <a:cubicBezTo>
                    <a:pt x="708" y="76497"/>
                    <a:pt x="72315" y="12077"/>
                    <a:pt x="179602" y="0"/>
                  </a:cubicBezTo>
                  <a:cubicBezTo>
                    <a:pt x="295363" y="-1641"/>
                    <a:pt x="378755" y="92950"/>
                    <a:pt x="359204" y="179602"/>
                  </a:cubicBezTo>
                  <a:cubicBezTo>
                    <a:pt x="346714" y="275488"/>
                    <a:pt x="286538" y="365254"/>
                    <a:pt x="179602" y="359204"/>
                  </a:cubicBezTo>
                  <a:cubicBezTo>
                    <a:pt x="69369" y="336130"/>
                    <a:pt x="9506" y="258494"/>
                    <a:pt x="0" y="179602"/>
                  </a:cubicBezTo>
                  <a:close/>
                </a:path>
                <a:path w="359203" h="359203" stroke="0" extrusionOk="0">
                  <a:moveTo>
                    <a:pt x="0" y="179602"/>
                  </a:moveTo>
                  <a:cubicBezTo>
                    <a:pt x="14150" y="68208"/>
                    <a:pt x="52035" y="-7133"/>
                    <a:pt x="179602" y="0"/>
                  </a:cubicBezTo>
                  <a:cubicBezTo>
                    <a:pt x="278214" y="9591"/>
                    <a:pt x="371864" y="104856"/>
                    <a:pt x="359204" y="179602"/>
                  </a:cubicBezTo>
                  <a:cubicBezTo>
                    <a:pt x="361976" y="279410"/>
                    <a:pt x="301927" y="356054"/>
                    <a:pt x="179602" y="359204"/>
                  </a:cubicBezTo>
                  <a:cubicBezTo>
                    <a:pt x="81949" y="367053"/>
                    <a:pt x="-15071" y="268815"/>
                    <a:pt x="0" y="179602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645160204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17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436FBE59-0462-92F2-F963-97DFF8C61126}"/>
                </a:ext>
              </a:extLst>
            </p:cNvPr>
            <p:cNvSpPr/>
            <p:nvPr/>
          </p:nvSpPr>
          <p:spPr>
            <a:xfrm>
              <a:off x="10227749" y="2017776"/>
              <a:ext cx="359203" cy="359203"/>
            </a:xfrm>
            <a:custGeom>
              <a:avLst/>
              <a:gdLst>
                <a:gd name="csX0" fmla="*/ 0 w 359203"/>
                <a:gd name="csY0" fmla="*/ 179602 h 359203"/>
                <a:gd name="csX1" fmla="*/ 179602 w 359203"/>
                <a:gd name="csY1" fmla="*/ 0 h 359203"/>
                <a:gd name="csX2" fmla="*/ 359204 w 359203"/>
                <a:gd name="csY2" fmla="*/ 179602 h 359203"/>
                <a:gd name="csX3" fmla="*/ 179602 w 359203"/>
                <a:gd name="csY3" fmla="*/ 359204 h 359203"/>
                <a:gd name="csX4" fmla="*/ 0 w 359203"/>
                <a:gd name="csY4" fmla="*/ 179602 h 3592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59203" h="359203" fill="none" extrusionOk="0">
                  <a:moveTo>
                    <a:pt x="0" y="179602"/>
                  </a:moveTo>
                  <a:cubicBezTo>
                    <a:pt x="23258" y="61985"/>
                    <a:pt x="77900" y="-10156"/>
                    <a:pt x="179602" y="0"/>
                  </a:cubicBezTo>
                  <a:cubicBezTo>
                    <a:pt x="286768" y="-3109"/>
                    <a:pt x="376324" y="104527"/>
                    <a:pt x="359204" y="179602"/>
                  </a:cubicBezTo>
                  <a:cubicBezTo>
                    <a:pt x="363535" y="257381"/>
                    <a:pt x="293281" y="354030"/>
                    <a:pt x="179602" y="359204"/>
                  </a:cubicBezTo>
                  <a:cubicBezTo>
                    <a:pt x="72583" y="381397"/>
                    <a:pt x="20308" y="268523"/>
                    <a:pt x="0" y="179602"/>
                  </a:cubicBezTo>
                  <a:close/>
                </a:path>
                <a:path w="359203" h="359203" stroke="0" extrusionOk="0">
                  <a:moveTo>
                    <a:pt x="0" y="179602"/>
                  </a:moveTo>
                  <a:cubicBezTo>
                    <a:pt x="3797" y="77835"/>
                    <a:pt x="69607" y="-12313"/>
                    <a:pt x="179602" y="0"/>
                  </a:cubicBezTo>
                  <a:cubicBezTo>
                    <a:pt x="287571" y="-2684"/>
                    <a:pt x="359876" y="82790"/>
                    <a:pt x="359204" y="179602"/>
                  </a:cubicBezTo>
                  <a:cubicBezTo>
                    <a:pt x="367276" y="278734"/>
                    <a:pt x="264048" y="356203"/>
                    <a:pt x="179602" y="359204"/>
                  </a:cubicBezTo>
                  <a:cubicBezTo>
                    <a:pt x="67825" y="342461"/>
                    <a:pt x="10494" y="297595"/>
                    <a:pt x="0" y="179602"/>
                  </a:cubicBezTo>
                  <a:close/>
                </a:path>
              </a:pathLst>
            </a:custGeom>
            <a:solidFill>
              <a:srgbClr val="FF0000"/>
            </a:solidFill>
            <a:ln>
              <a:extLst>
                <a:ext uri="{C807C97D-BFC1-408E-A445-0C87EB9F89A2}">
                  <ask:lineSketchStyleProps xmlns:ask="http://schemas.microsoft.com/office/drawing/2018/sketchyshapes" sd="235034142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45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0F6B96C5-ABCE-ADD2-2658-F65820C75E48}"/>
                </a:ext>
              </a:extLst>
            </p:cNvPr>
            <p:cNvSpPr/>
            <p:nvPr/>
          </p:nvSpPr>
          <p:spPr>
            <a:xfrm>
              <a:off x="7640180" y="2017776"/>
              <a:ext cx="359203" cy="359203"/>
            </a:xfrm>
            <a:custGeom>
              <a:avLst/>
              <a:gdLst>
                <a:gd name="csX0" fmla="*/ 0 w 359203"/>
                <a:gd name="csY0" fmla="*/ 179602 h 359203"/>
                <a:gd name="csX1" fmla="*/ 179602 w 359203"/>
                <a:gd name="csY1" fmla="*/ 0 h 359203"/>
                <a:gd name="csX2" fmla="*/ 359204 w 359203"/>
                <a:gd name="csY2" fmla="*/ 179602 h 359203"/>
                <a:gd name="csX3" fmla="*/ 179602 w 359203"/>
                <a:gd name="csY3" fmla="*/ 359204 h 359203"/>
                <a:gd name="csX4" fmla="*/ 0 w 359203"/>
                <a:gd name="csY4" fmla="*/ 179602 h 3592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59203" h="359203" fill="none" extrusionOk="0">
                  <a:moveTo>
                    <a:pt x="0" y="179602"/>
                  </a:moveTo>
                  <a:cubicBezTo>
                    <a:pt x="-2239" y="56389"/>
                    <a:pt x="86343" y="-4986"/>
                    <a:pt x="179602" y="0"/>
                  </a:cubicBezTo>
                  <a:cubicBezTo>
                    <a:pt x="279638" y="-22994"/>
                    <a:pt x="345105" y="77604"/>
                    <a:pt x="359204" y="179602"/>
                  </a:cubicBezTo>
                  <a:cubicBezTo>
                    <a:pt x="367106" y="293686"/>
                    <a:pt x="298157" y="365439"/>
                    <a:pt x="179602" y="359204"/>
                  </a:cubicBezTo>
                  <a:cubicBezTo>
                    <a:pt x="98738" y="337862"/>
                    <a:pt x="-2172" y="296630"/>
                    <a:pt x="0" y="179602"/>
                  </a:cubicBezTo>
                  <a:close/>
                </a:path>
                <a:path w="359203" h="359203" stroke="0" extrusionOk="0">
                  <a:moveTo>
                    <a:pt x="0" y="179602"/>
                  </a:moveTo>
                  <a:cubicBezTo>
                    <a:pt x="-19593" y="98819"/>
                    <a:pt x="68931" y="11644"/>
                    <a:pt x="179602" y="0"/>
                  </a:cubicBezTo>
                  <a:cubicBezTo>
                    <a:pt x="300245" y="-9932"/>
                    <a:pt x="349403" y="62073"/>
                    <a:pt x="359204" y="179602"/>
                  </a:cubicBezTo>
                  <a:cubicBezTo>
                    <a:pt x="379517" y="258688"/>
                    <a:pt x="294429" y="369211"/>
                    <a:pt x="179602" y="359204"/>
                  </a:cubicBezTo>
                  <a:cubicBezTo>
                    <a:pt x="96494" y="364272"/>
                    <a:pt x="1257" y="297285"/>
                    <a:pt x="0" y="179602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1886325023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10</a:t>
              </a: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267E1A8-79C9-18E8-014F-054B318F33E7}"/>
                </a:ext>
              </a:extLst>
            </p:cNvPr>
            <p:cNvCxnSpPr>
              <a:stCxn id="5" idx="3"/>
              <a:endCxn id="7" idx="0"/>
            </p:cNvCxnSpPr>
            <p:nvPr/>
          </p:nvCxnSpPr>
          <p:spPr>
            <a:xfrm flipH="1">
              <a:off x="8366636" y="1251045"/>
              <a:ext cx="635712" cy="248949"/>
            </a:xfrm>
            <a:prstGeom prst="line">
              <a:avLst/>
            </a:prstGeom>
            <a:ln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53A8128-D4F2-11EE-4282-3C33F90363B4}"/>
                </a:ext>
              </a:extLst>
            </p:cNvPr>
            <p:cNvCxnSpPr>
              <a:stCxn id="5" idx="5"/>
              <a:endCxn id="6" idx="0"/>
            </p:cNvCxnSpPr>
            <p:nvPr/>
          </p:nvCxnSpPr>
          <p:spPr>
            <a:xfrm>
              <a:off x="9256343" y="1251045"/>
              <a:ext cx="791805" cy="253672"/>
            </a:xfrm>
            <a:prstGeom prst="line">
              <a:avLst/>
            </a:prstGeom>
            <a:ln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7E79CA5-81B4-C689-6079-45262B5C84C8}"/>
                </a:ext>
              </a:extLst>
            </p:cNvPr>
            <p:cNvCxnSpPr>
              <a:stCxn id="7" idx="5"/>
              <a:endCxn id="8" idx="0"/>
            </p:cNvCxnSpPr>
            <p:nvPr/>
          </p:nvCxnSpPr>
          <p:spPr>
            <a:xfrm>
              <a:off x="8493633" y="1806593"/>
              <a:ext cx="551211" cy="211184"/>
            </a:xfrm>
            <a:prstGeom prst="line">
              <a:avLst/>
            </a:prstGeom>
            <a:ln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C1BCB5C3-D6AF-132E-8013-3DC617BC2773}"/>
                </a:ext>
              </a:extLst>
            </p:cNvPr>
            <p:cNvCxnSpPr>
              <a:cxnSpLocks/>
              <a:stCxn id="6" idx="3"/>
            </p:cNvCxnSpPr>
            <p:nvPr/>
          </p:nvCxnSpPr>
          <p:spPr>
            <a:xfrm flipH="1">
              <a:off x="9770025" y="1811316"/>
              <a:ext cx="151125" cy="206460"/>
            </a:xfrm>
            <a:prstGeom prst="line">
              <a:avLst/>
            </a:prstGeom>
            <a:ln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Flowchart: Alternate Process 14">
              <a:extLst>
                <a:ext uri="{FF2B5EF4-FFF2-40B4-BE49-F238E27FC236}">
                  <a16:creationId xmlns:a16="http://schemas.microsoft.com/office/drawing/2014/main" id="{7220235A-D56E-A419-627A-6478B213662C}"/>
                </a:ext>
              </a:extLst>
            </p:cNvPr>
            <p:cNvSpPr/>
            <p:nvPr/>
          </p:nvSpPr>
          <p:spPr>
            <a:xfrm>
              <a:off x="9590423" y="2017776"/>
              <a:ext cx="359203" cy="206461"/>
            </a:xfrm>
            <a:custGeom>
              <a:avLst/>
              <a:gdLst>
                <a:gd name="csX0" fmla="*/ 0 w 359203"/>
                <a:gd name="csY0" fmla="*/ 34410 h 206461"/>
                <a:gd name="csX1" fmla="*/ 34410 w 359203"/>
                <a:gd name="csY1" fmla="*/ 0 h 206461"/>
                <a:gd name="csX2" fmla="*/ 324793 w 359203"/>
                <a:gd name="csY2" fmla="*/ 0 h 206461"/>
                <a:gd name="csX3" fmla="*/ 359203 w 359203"/>
                <a:gd name="csY3" fmla="*/ 34410 h 206461"/>
                <a:gd name="csX4" fmla="*/ 359203 w 359203"/>
                <a:gd name="csY4" fmla="*/ 172051 h 206461"/>
                <a:gd name="csX5" fmla="*/ 324793 w 359203"/>
                <a:gd name="csY5" fmla="*/ 206461 h 206461"/>
                <a:gd name="csX6" fmla="*/ 34410 w 359203"/>
                <a:gd name="csY6" fmla="*/ 206461 h 206461"/>
                <a:gd name="csX7" fmla="*/ 0 w 359203"/>
                <a:gd name="csY7" fmla="*/ 172051 h 206461"/>
                <a:gd name="csX8" fmla="*/ 0 w 359203"/>
                <a:gd name="csY8" fmla="*/ 34410 h 2064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59203" h="206461" fill="none" extrusionOk="0">
                  <a:moveTo>
                    <a:pt x="0" y="34410"/>
                  </a:moveTo>
                  <a:cubicBezTo>
                    <a:pt x="-2471" y="15651"/>
                    <a:pt x="14818" y="-509"/>
                    <a:pt x="34410" y="0"/>
                  </a:cubicBezTo>
                  <a:cubicBezTo>
                    <a:pt x="120741" y="-20196"/>
                    <a:pt x="191385" y="16161"/>
                    <a:pt x="324793" y="0"/>
                  </a:cubicBezTo>
                  <a:cubicBezTo>
                    <a:pt x="339168" y="520"/>
                    <a:pt x="359849" y="18041"/>
                    <a:pt x="359203" y="34410"/>
                  </a:cubicBezTo>
                  <a:cubicBezTo>
                    <a:pt x="371397" y="100414"/>
                    <a:pt x="343249" y="113449"/>
                    <a:pt x="359203" y="172051"/>
                  </a:cubicBezTo>
                  <a:cubicBezTo>
                    <a:pt x="359059" y="187973"/>
                    <a:pt x="347577" y="202357"/>
                    <a:pt x="324793" y="206461"/>
                  </a:cubicBezTo>
                  <a:cubicBezTo>
                    <a:pt x="233795" y="219652"/>
                    <a:pt x="165488" y="186142"/>
                    <a:pt x="34410" y="206461"/>
                  </a:cubicBezTo>
                  <a:cubicBezTo>
                    <a:pt x="11635" y="205750"/>
                    <a:pt x="231" y="192240"/>
                    <a:pt x="0" y="172051"/>
                  </a:cubicBezTo>
                  <a:cubicBezTo>
                    <a:pt x="-4037" y="134226"/>
                    <a:pt x="16231" y="68875"/>
                    <a:pt x="0" y="34410"/>
                  </a:cubicBezTo>
                  <a:close/>
                </a:path>
                <a:path w="359203" h="206461" stroke="0" extrusionOk="0">
                  <a:moveTo>
                    <a:pt x="0" y="34410"/>
                  </a:moveTo>
                  <a:cubicBezTo>
                    <a:pt x="-1265" y="9902"/>
                    <a:pt x="15501" y="624"/>
                    <a:pt x="34410" y="0"/>
                  </a:cubicBezTo>
                  <a:cubicBezTo>
                    <a:pt x="164311" y="-30268"/>
                    <a:pt x="202200" y="32608"/>
                    <a:pt x="324793" y="0"/>
                  </a:cubicBezTo>
                  <a:cubicBezTo>
                    <a:pt x="346541" y="4031"/>
                    <a:pt x="358264" y="18371"/>
                    <a:pt x="359203" y="34410"/>
                  </a:cubicBezTo>
                  <a:cubicBezTo>
                    <a:pt x="366350" y="95516"/>
                    <a:pt x="353453" y="135251"/>
                    <a:pt x="359203" y="172051"/>
                  </a:cubicBezTo>
                  <a:cubicBezTo>
                    <a:pt x="359917" y="192516"/>
                    <a:pt x="343094" y="204845"/>
                    <a:pt x="324793" y="206461"/>
                  </a:cubicBezTo>
                  <a:cubicBezTo>
                    <a:pt x="197301" y="216132"/>
                    <a:pt x="171308" y="179771"/>
                    <a:pt x="34410" y="206461"/>
                  </a:cubicBezTo>
                  <a:cubicBezTo>
                    <a:pt x="14762" y="202722"/>
                    <a:pt x="-1612" y="187019"/>
                    <a:pt x="0" y="172051"/>
                  </a:cubicBezTo>
                  <a:cubicBezTo>
                    <a:pt x="-1159" y="106592"/>
                    <a:pt x="4316" y="95833"/>
                    <a:pt x="0" y="34410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3466926951">
                    <a:prstGeom prst="flowChartAlternateProcess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N</a:t>
              </a:r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3C31DC7-8D86-4EB0-0721-F6F0B0700ABB}"/>
                </a:ext>
              </a:extLst>
            </p:cNvPr>
            <p:cNvCxnSpPr>
              <a:cxnSpLocks/>
              <a:stCxn id="9" idx="0"/>
              <a:endCxn id="6" idx="5"/>
            </p:cNvCxnSpPr>
            <p:nvPr/>
          </p:nvCxnSpPr>
          <p:spPr>
            <a:xfrm flipH="1" flipV="1">
              <a:off x="10175145" y="1811316"/>
              <a:ext cx="232206" cy="206460"/>
            </a:xfrm>
            <a:prstGeom prst="line">
              <a:avLst/>
            </a:prstGeom>
            <a:ln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E2588865-349D-9B83-10CD-79D0F635E40B}"/>
                </a:ext>
              </a:extLst>
            </p:cNvPr>
            <p:cNvSpPr/>
            <p:nvPr/>
          </p:nvSpPr>
          <p:spPr>
            <a:xfrm>
              <a:off x="7280977" y="2538672"/>
              <a:ext cx="359203" cy="359203"/>
            </a:xfrm>
            <a:custGeom>
              <a:avLst/>
              <a:gdLst>
                <a:gd name="csX0" fmla="*/ 0 w 359203"/>
                <a:gd name="csY0" fmla="*/ 179602 h 359203"/>
                <a:gd name="csX1" fmla="*/ 179602 w 359203"/>
                <a:gd name="csY1" fmla="*/ 0 h 359203"/>
                <a:gd name="csX2" fmla="*/ 359204 w 359203"/>
                <a:gd name="csY2" fmla="*/ 179602 h 359203"/>
                <a:gd name="csX3" fmla="*/ 179602 w 359203"/>
                <a:gd name="csY3" fmla="*/ 359204 h 359203"/>
                <a:gd name="csX4" fmla="*/ 0 w 359203"/>
                <a:gd name="csY4" fmla="*/ 179602 h 3592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59203" h="359203" fill="none" extrusionOk="0">
                  <a:moveTo>
                    <a:pt x="0" y="179602"/>
                  </a:moveTo>
                  <a:cubicBezTo>
                    <a:pt x="26005" y="73200"/>
                    <a:pt x="92920" y="-13958"/>
                    <a:pt x="179602" y="0"/>
                  </a:cubicBezTo>
                  <a:cubicBezTo>
                    <a:pt x="263246" y="-11447"/>
                    <a:pt x="347957" y="90893"/>
                    <a:pt x="359204" y="179602"/>
                  </a:cubicBezTo>
                  <a:cubicBezTo>
                    <a:pt x="366879" y="295243"/>
                    <a:pt x="300264" y="362946"/>
                    <a:pt x="179602" y="359204"/>
                  </a:cubicBezTo>
                  <a:cubicBezTo>
                    <a:pt x="75054" y="354824"/>
                    <a:pt x="-12637" y="288153"/>
                    <a:pt x="0" y="179602"/>
                  </a:cubicBezTo>
                  <a:close/>
                </a:path>
                <a:path w="359203" h="359203" stroke="0" extrusionOk="0">
                  <a:moveTo>
                    <a:pt x="0" y="179602"/>
                  </a:moveTo>
                  <a:cubicBezTo>
                    <a:pt x="-23030" y="96828"/>
                    <a:pt x="90993" y="-378"/>
                    <a:pt x="179602" y="0"/>
                  </a:cubicBezTo>
                  <a:cubicBezTo>
                    <a:pt x="284162" y="-10442"/>
                    <a:pt x="367582" y="77346"/>
                    <a:pt x="359204" y="179602"/>
                  </a:cubicBezTo>
                  <a:cubicBezTo>
                    <a:pt x="360561" y="277122"/>
                    <a:pt x="274596" y="375759"/>
                    <a:pt x="179602" y="359204"/>
                  </a:cubicBezTo>
                  <a:cubicBezTo>
                    <a:pt x="67047" y="357884"/>
                    <a:pt x="14137" y="285967"/>
                    <a:pt x="0" y="179602"/>
                  </a:cubicBezTo>
                  <a:close/>
                </a:path>
              </a:pathLst>
            </a:custGeom>
            <a:solidFill>
              <a:srgbClr val="FF0000"/>
            </a:solidFill>
            <a:ln>
              <a:extLst>
                <a:ext uri="{C807C97D-BFC1-408E-A445-0C87EB9F89A2}">
                  <ask:lineSketchStyleProps xmlns:ask="http://schemas.microsoft.com/office/drawing/2018/sketchyshapes" sd="2229669664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5</a:t>
              </a: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F8EB79D-6A09-1188-F94A-A792BBF228F4}"/>
                </a:ext>
              </a:extLst>
            </p:cNvPr>
            <p:cNvCxnSpPr>
              <a:cxnSpLocks/>
              <a:stCxn id="10" idx="3"/>
              <a:endCxn id="17" idx="0"/>
            </p:cNvCxnSpPr>
            <p:nvPr/>
          </p:nvCxnSpPr>
          <p:spPr>
            <a:xfrm flipH="1">
              <a:off x="7460579" y="2324375"/>
              <a:ext cx="232205" cy="214297"/>
            </a:xfrm>
            <a:prstGeom prst="line">
              <a:avLst/>
            </a:prstGeom>
            <a:ln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D51F5F9B-24A2-596C-00C5-5653F9926DB0}"/>
                </a:ext>
              </a:extLst>
            </p:cNvPr>
            <p:cNvCxnSpPr>
              <a:cxnSpLocks/>
              <a:stCxn id="8" idx="3"/>
              <a:endCxn id="26" idx="0"/>
            </p:cNvCxnSpPr>
            <p:nvPr/>
          </p:nvCxnSpPr>
          <p:spPr>
            <a:xfrm flipH="1">
              <a:off x="8738245" y="2324376"/>
              <a:ext cx="179601" cy="272999"/>
            </a:xfrm>
            <a:prstGeom prst="line">
              <a:avLst/>
            </a:prstGeom>
            <a:ln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C51B9441-C1D8-E3A0-A44E-A60CA9F25253}"/>
                </a:ext>
              </a:extLst>
            </p:cNvPr>
            <p:cNvCxnSpPr>
              <a:stCxn id="7" idx="3"/>
              <a:endCxn id="10" idx="0"/>
            </p:cNvCxnSpPr>
            <p:nvPr/>
          </p:nvCxnSpPr>
          <p:spPr>
            <a:xfrm flipH="1">
              <a:off x="7819782" y="1806593"/>
              <a:ext cx="419856" cy="211183"/>
            </a:xfrm>
            <a:prstGeom prst="line">
              <a:avLst/>
            </a:prstGeom>
            <a:ln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DE20269-9031-59E9-C7CF-CE1E32DCA6C7}"/>
                </a:ext>
              </a:extLst>
            </p:cNvPr>
            <p:cNvCxnSpPr>
              <a:cxnSpLocks/>
              <a:stCxn id="8" idx="5"/>
              <a:endCxn id="27" idx="0"/>
            </p:cNvCxnSpPr>
            <p:nvPr/>
          </p:nvCxnSpPr>
          <p:spPr>
            <a:xfrm>
              <a:off x="9171841" y="2324376"/>
              <a:ext cx="238981" cy="272999"/>
            </a:xfrm>
            <a:prstGeom prst="line">
              <a:avLst/>
            </a:prstGeom>
            <a:ln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Flowchart: Alternate Process 21">
              <a:extLst>
                <a:ext uri="{FF2B5EF4-FFF2-40B4-BE49-F238E27FC236}">
                  <a16:creationId xmlns:a16="http://schemas.microsoft.com/office/drawing/2014/main" id="{D6463151-34E9-1562-3922-E81D23DE19BA}"/>
                </a:ext>
              </a:extLst>
            </p:cNvPr>
            <p:cNvSpPr/>
            <p:nvPr/>
          </p:nvSpPr>
          <p:spPr>
            <a:xfrm>
              <a:off x="9890175" y="2597376"/>
              <a:ext cx="359203" cy="206461"/>
            </a:xfrm>
            <a:custGeom>
              <a:avLst/>
              <a:gdLst>
                <a:gd name="csX0" fmla="*/ 0 w 359203"/>
                <a:gd name="csY0" fmla="*/ 34410 h 206461"/>
                <a:gd name="csX1" fmla="*/ 34410 w 359203"/>
                <a:gd name="csY1" fmla="*/ 0 h 206461"/>
                <a:gd name="csX2" fmla="*/ 324793 w 359203"/>
                <a:gd name="csY2" fmla="*/ 0 h 206461"/>
                <a:gd name="csX3" fmla="*/ 359203 w 359203"/>
                <a:gd name="csY3" fmla="*/ 34410 h 206461"/>
                <a:gd name="csX4" fmla="*/ 359203 w 359203"/>
                <a:gd name="csY4" fmla="*/ 172051 h 206461"/>
                <a:gd name="csX5" fmla="*/ 324793 w 359203"/>
                <a:gd name="csY5" fmla="*/ 206461 h 206461"/>
                <a:gd name="csX6" fmla="*/ 34410 w 359203"/>
                <a:gd name="csY6" fmla="*/ 206461 h 206461"/>
                <a:gd name="csX7" fmla="*/ 0 w 359203"/>
                <a:gd name="csY7" fmla="*/ 172051 h 206461"/>
                <a:gd name="csX8" fmla="*/ 0 w 359203"/>
                <a:gd name="csY8" fmla="*/ 34410 h 2064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59203" h="206461" fill="none" extrusionOk="0">
                  <a:moveTo>
                    <a:pt x="0" y="34410"/>
                  </a:moveTo>
                  <a:cubicBezTo>
                    <a:pt x="-2471" y="15651"/>
                    <a:pt x="14818" y="-509"/>
                    <a:pt x="34410" y="0"/>
                  </a:cubicBezTo>
                  <a:cubicBezTo>
                    <a:pt x="120741" y="-20196"/>
                    <a:pt x="191385" y="16161"/>
                    <a:pt x="324793" y="0"/>
                  </a:cubicBezTo>
                  <a:cubicBezTo>
                    <a:pt x="339168" y="520"/>
                    <a:pt x="359849" y="18041"/>
                    <a:pt x="359203" y="34410"/>
                  </a:cubicBezTo>
                  <a:cubicBezTo>
                    <a:pt x="371397" y="100414"/>
                    <a:pt x="343249" y="113449"/>
                    <a:pt x="359203" y="172051"/>
                  </a:cubicBezTo>
                  <a:cubicBezTo>
                    <a:pt x="359059" y="187973"/>
                    <a:pt x="347577" y="202357"/>
                    <a:pt x="324793" y="206461"/>
                  </a:cubicBezTo>
                  <a:cubicBezTo>
                    <a:pt x="233795" y="219652"/>
                    <a:pt x="165488" y="186142"/>
                    <a:pt x="34410" y="206461"/>
                  </a:cubicBezTo>
                  <a:cubicBezTo>
                    <a:pt x="11635" y="205750"/>
                    <a:pt x="231" y="192240"/>
                    <a:pt x="0" y="172051"/>
                  </a:cubicBezTo>
                  <a:cubicBezTo>
                    <a:pt x="-4037" y="134226"/>
                    <a:pt x="16231" y="68875"/>
                    <a:pt x="0" y="34410"/>
                  </a:cubicBezTo>
                  <a:close/>
                </a:path>
                <a:path w="359203" h="206461" stroke="0" extrusionOk="0">
                  <a:moveTo>
                    <a:pt x="0" y="34410"/>
                  </a:moveTo>
                  <a:cubicBezTo>
                    <a:pt x="-1265" y="9902"/>
                    <a:pt x="15501" y="624"/>
                    <a:pt x="34410" y="0"/>
                  </a:cubicBezTo>
                  <a:cubicBezTo>
                    <a:pt x="164311" y="-30268"/>
                    <a:pt x="202200" y="32608"/>
                    <a:pt x="324793" y="0"/>
                  </a:cubicBezTo>
                  <a:cubicBezTo>
                    <a:pt x="346541" y="4031"/>
                    <a:pt x="358264" y="18371"/>
                    <a:pt x="359203" y="34410"/>
                  </a:cubicBezTo>
                  <a:cubicBezTo>
                    <a:pt x="366350" y="95516"/>
                    <a:pt x="353453" y="135251"/>
                    <a:pt x="359203" y="172051"/>
                  </a:cubicBezTo>
                  <a:cubicBezTo>
                    <a:pt x="359917" y="192516"/>
                    <a:pt x="343094" y="204845"/>
                    <a:pt x="324793" y="206461"/>
                  </a:cubicBezTo>
                  <a:cubicBezTo>
                    <a:pt x="197301" y="216132"/>
                    <a:pt x="171308" y="179771"/>
                    <a:pt x="34410" y="206461"/>
                  </a:cubicBezTo>
                  <a:cubicBezTo>
                    <a:pt x="14762" y="202722"/>
                    <a:pt x="-1612" y="187019"/>
                    <a:pt x="0" y="172051"/>
                  </a:cubicBezTo>
                  <a:cubicBezTo>
                    <a:pt x="-1159" y="106592"/>
                    <a:pt x="4316" y="95833"/>
                    <a:pt x="0" y="34410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3466926951">
                    <a:prstGeom prst="flowChartAlternateProcess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N</a:t>
              </a:r>
            </a:p>
          </p:txBody>
        </p:sp>
        <p:sp>
          <p:nvSpPr>
            <p:cNvPr id="23" name="Flowchart: Alternate Process 22">
              <a:extLst>
                <a:ext uri="{FF2B5EF4-FFF2-40B4-BE49-F238E27FC236}">
                  <a16:creationId xmlns:a16="http://schemas.microsoft.com/office/drawing/2014/main" id="{24F85E0B-448D-8594-ABB3-6463FECEDDC6}"/>
                </a:ext>
              </a:extLst>
            </p:cNvPr>
            <p:cNvSpPr/>
            <p:nvPr/>
          </p:nvSpPr>
          <p:spPr>
            <a:xfrm>
              <a:off x="10615736" y="2597375"/>
              <a:ext cx="359203" cy="206461"/>
            </a:xfrm>
            <a:custGeom>
              <a:avLst/>
              <a:gdLst>
                <a:gd name="csX0" fmla="*/ 0 w 359203"/>
                <a:gd name="csY0" fmla="*/ 34410 h 206461"/>
                <a:gd name="csX1" fmla="*/ 34410 w 359203"/>
                <a:gd name="csY1" fmla="*/ 0 h 206461"/>
                <a:gd name="csX2" fmla="*/ 324793 w 359203"/>
                <a:gd name="csY2" fmla="*/ 0 h 206461"/>
                <a:gd name="csX3" fmla="*/ 359203 w 359203"/>
                <a:gd name="csY3" fmla="*/ 34410 h 206461"/>
                <a:gd name="csX4" fmla="*/ 359203 w 359203"/>
                <a:gd name="csY4" fmla="*/ 172051 h 206461"/>
                <a:gd name="csX5" fmla="*/ 324793 w 359203"/>
                <a:gd name="csY5" fmla="*/ 206461 h 206461"/>
                <a:gd name="csX6" fmla="*/ 34410 w 359203"/>
                <a:gd name="csY6" fmla="*/ 206461 h 206461"/>
                <a:gd name="csX7" fmla="*/ 0 w 359203"/>
                <a:gd name="csY7" fmla="*/ 172051 h 206461"/>
                <a:gd name="csX8" fmla="*/ 0 w 359203"/>
                <a:gd name="csY8" fmla="*/ 34410 h 2064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59203" h="206461" fill="none" extrusionOk="0">
                  <a:moveTo>
                    <a:pt x="0" y="34410"/>
                  </a:moveTo>
                  <a:cubicBezTo>
                    <a:pt x="-2471" y="15651"/>
                    <a:pt x="14818" y="-509"/>
                    <a:pt x="34410" y="0"/>
                  </a:cubicBezTo>
                  <a:cubicBezTo>
                    <a:pt x="120741" y="-20196"/>
                    <a:pt x="191385" y="16161"/>
                    <a:pt x="324793" y="0"/>
                  </a:cubicBezTo>
                  <a:cubicBezTo>
                    <a:pt x="339168" y="520"/>
                    <a:pt x="359849" y="18041"/>
                    <a:pt x="359203" y="34410"/>
                  </a:cubicBezTo>
                  <a:cubicBezTo>
                    <a:pt x="371397" y="100414"/>
                    <a:pt x="343249" y="113449"/>
                    <a:pt x="359203" y="172051"/>
                  </a:cubicBezTo>
                  <a:cubicBezTo>
                    <a:pt x="359059" y="187973"/>
                    <a:pt x="347577" y="202357"/>
                    <a:pt x="324793" y="206461"/>
                  </a:cubicBezTo>
                  <a:cubicBezTo>
                    <a:pt x="233795" y="219652"/>
                    <a:pt x="165488" y="186142"/>
                    <a:pt x="34410" y="206461"/>
                  </a:cubicBezTo>
                  <a:cubicBezTo>
                    <a:pt x="11635" y="205750"/>
                    <a:pt x="231" y="192240"/>
                    <a:pt x="0" y="172051"/>
                  </a:cubicBezTo>
                  <a:cubicBezTo>
                    <a:pt x="-4037" y="134226"/>
                    <a:pt x="16231" y="68875"/>
                    <a:pt x="0" y="34410"/>
                  </a:cubicBezTo>
                  <a:close/>
                </a:path>
                <a:path w="359203" h="206461" stroke="0" extrusionOk="0">
                  <a:moveTo>
                    <a:pt x="0" y="34410"/>
                  </a:moveTo>
                  <a:cubicBezTo>
                    <a:pt x="-1265" y="9902"/>
                    <a:pt x="15501" y="624"/>
                    <a:pt x="34410" y="0"/>
                  </a:cubicBezTo>
                  <a:cubicBezTo>
                    <a:pt x="164311" y="-30268"/>
                    <a:pt x="202200" y="32608"/>
                    <a:pt x="324793" y="0"/>
                  </a:cubicBezTo>
                  <a:cubicBezTo>
                    <a:pt x="346541" y="4031"/>
                    <a:pt x="358264" y="18371"/>
                    <a:pt x="359203" y="34410"/>
                  </a:cubicBezTo>
                  <a:cubicBezTo>
                    <a:pt x="366350" y="95516"/>
                    <a:pt x="353453" y="135251"/>
                    <a:pt x="359203" y="172051"/>
                  </a:cubicBezTo>
                  <a:cubicBezTo>
                    <a:pt x="359917" y="192516"/>
                    <a:pt x="343094" y="204845"/>
                    <a:pt x="324793" y="206461"/>
                  </a:cubicBezTo>
                  <a:cubicBezTo>
                    <a:pt x="197301" y="216132"/>
                    <a:pt x="171308" y="179771"/>
                    <a:pt x="34410" y="206461"/>
                  </a:cubicBezTo>
                  <a:cubicBezTo>
                    <a:pt x="14762" y="202722"/>
                    <a:pt x="-1612" y="187019"/>
                    <a:pt x="0" y="172051"/>
                  </a:cubicBezTo>
                  <a:cubicBezTo>
                    <a:pt x="-1159" y="106592"/>
                    <a:pt x="4316" y="95833"/>
                    <a:pt x="0" y="34410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3466926951">
                    <a:prstGeom prst="flowChartAlternateProcess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N</a:t>
              </a: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9313F5E-EC52-EA32-D31F-8685F0C62AFB}"/>
                </a:ext>
              </a:extLst>
            </p:cNvPr>
            <p:cNvCxnSpPr>
              <a:stCxn id="9" idx="3"/>
              <a:endCxn id="22" idx="0"/>
            </p:cNvCxnSpPr>
            <p:nvPr/>
          </p:nvCxnSpPr>
          <p:spPr>
            <a:xfrm flipH="1">
              <a:off x="10069777" y="2324375"/>
              <a:ext cx="210576" cy="27300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498E840-67CF-9D58-9168-CCEEC54CD151}"/>
                </a:ext>
              </a:extLst>
            </p:cNvPr>
            <p:cNvCxnSpPr>
              <a:stCxn id="9" idx="5"/>
              <a:endCxn id="23" idx="0"/>
            </p:cNvCxnSpPr>
            <p:nvPr/>
          </p:nvCxnSpPr>
          <p:spPr>
            <a:xfrm>
              <a:off x="10534348" y="2324375"/>
              <a:ext cx="260990" cy="2730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lowchart: Alternate Process 25">
              <a:extLst>
                <a:ext uri="{FF2B5EF4-FFF2-40B4-BE49-F238E27FC236}">
                  <a16:creationId xmlns:a16="http://schemas.microsoft.com/office/drawing/2014/main" id="{138A7950-6967-A0CD-E073-C86E42588C13}"/>
                </a:ext>
              </a:extLst>
            </p:cNvPr>
            <p:cNvSpPr/>
            <p:nvPr/>
          </p:nvSpPr>
          <p:spPr>
            <a:xfrm>
              <a:off x="8558643" y="2597375"/>
              <a:ext cx="359203" cy="206461"/>
            </a:xfrm>
            <a:custGeom>
              <a:avLst/>
              <a:gdLst>
                <a:gd name="csX0" fmla="*/ 0 w 359203"/>
                <a:gd name="csY0" fmla="*/ 34410 h 206461"/>
                <a:gd name="csX1" fmla="*/ 34410 w 359203"/>
                <a:gd name="csY1" fmla="*/ 0 h 206461"/>
                <a:gd name="csX2" fmla="*/ 324793 w 359203"/>
                <a:gd name="csY2" fmla="*/ 0 h 206461"/>
                <a:gd name="csX3" fmla="*/ 359203 w 359203"/>
                <a:gd name="csY3" fmla="*/ 34410 h 206461"/>
                <a:gd name="csX4" fmla="*/ 359203 w 359203"/>
                <a:gd name="csY4" fmla="*/ 172051 h 206461"/>
                <a:gd name="csX5" fmla="*/ 324793 w 359203"/>
                <a:gd name="csY5" fmla="*/ 206461 h 206461"/>
                <a:gd name="csX6" fmla="*/ 34410 w 359203"/>
                <a:gd name="csY6" fmla="*/ 206461 h 206461"/>
                <a:gd name="csX7" fmla="*/ 0 w 359203"/>
                <a:gd name="csY7" fmla="*/ 172051 h 206461"/>
                <a:gd name="csX8" fmla="*/ 0 w 359203"/>
                <a:gd name="csY8" fmla="*/ 34410 h 2064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59203" h="206461" fill="none" extrusionOk="0">
                  <a:moveTo>
                    <a:pt x="0" y="34410"/>
                  </a:moveTo>
                  <a:cubicBezTo>
                    <a:pt x="-2471" y="15651"/>
                    <a:pt x="14818" y="-509"/>
                    <a:pt x="34410" y="0"/>
                  </a:cubicBezTo>
                  <a:cubicBezTo>
                    <a:pt x="120741" y="-20196"/>
                    <a:pt x="191385" y="16161"/>
                    <a:pt x="324793" y="0"/>
                  </a:cubicBezTo>
                  <a:cubicBezTo>
                    <a:pt x="339168" y="520"/>
                    <a:pt x="359849" y="18041"/>
                    <a:pt x="359203" y="34410"/>
                  </a:cubicBezTo>
                  <a:cubicBezTo>
                    <a:pt x="371397" y="100414"/>
                    <a:pt x="343249" y="113449"/>
                    <a:pt x="359203" y="172051"/>
                  </a:cubicBezTo>
                  <a:cubicBezTo>
                    <a:pt x="359059" y="187973"/>
                    <a:pt x="347577" y="202357"/>
                    <a:pt x="324793" y="206461"/>
                  </a:cubicBezTo>
                  <a:cubicBezTo>
                    <a:pt x="233795" y="219652"/>
                    <a:pt x="165488" y="186142"/>
                    <a:pt x="34410" y="206461"/>
                  </a:cubicBezTo>
                  <a:cubicBezTo>
                    <a:pt x="11635" y="205750"/>
                    <a:pt x="231" y="192240"/>
                    <a:pt x="0" y="172051"/>
                  </a:cubicBezTo>
                  <a:cubicBezTo>
                    <a:pt x="-4037" y="134226"/>
                    <a:pt x="16231" y="68875"/>
                    <a:pt x="0" y="34410"/>
                  </a:cubicBezTo>
                  <a:close/>
                </a:path>
                <a:path w="359203" h="206461" stroke="0" extrusionOk="0">
                  <a:moveTo>
                    <a:pt x="0" y="34410"/>
                  </a:moveTo>
                  <a:cubicBezTo>
                    <a:pt x="-1265" y="9902"/>
                    <a:pt x="15501" y="624"/>
                    <a:pt x="34410" y="0"/>
                  </a:cubicBezTo>
                  <a:cubicBezTo>
                    <a:pt x="164311" y="-30268"/>
                    <a:pt x="202200" y="32608"/>
                    <a:pt x="324793" y="0"/>
                  </a:cubicBezTo>
                  <a:cubicBezTo>
                    <a:pt x="346541" y="4031"/>
                    <a:pt x="358264" y="18371"/>
                    <a:pt x="359203" y="34410"/>
                  </a:cubicBezTo>
                  <a:cubicBezTo>
                    <a:pt x="366350" y="95516"/>
                    <a:pt x="353453" y="135251"/>
                    <a:pt x="359203" y="172051"/>
                  </a:cubicBezTo>
                  <a:cubicBezTo>
                    <a:pt x="359917" y="192516"/>
                    <a:pt x="343094" y="204845"/>
                    <a:pt x="324793" y="206461"/>
                  </a:cubicBezTo>
                  <a:cubicBezTo>
                    <a:pt x="197301" y="216132"/>
                    <a:pt x="171308" y="179771"/>
                    <a:pt x="34410" y="206461"/>
                  </a:cubicBezTo>
                  <a:cubicBezTo>
                    <a:pt x="14762" y="202722"/>
                    <a:pt x="-1612" y="187019"/>
                    <a:pt x="0" y="172051"/>
                  </a:cubicBezTo>
                  <a:cubicBezTo>
                    <a:pt x="-1159" y="106592"/>
                    <a:pt x="4316" y="95833"/>
                    <a:pt x="0" y="34410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3466926951">
                    <a:prstGeom prst="flowChartAlternateProcess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N</a:t>
              </a:r>
            </a:p>
          </p:txBody>
        </p:sp>
        <p:sp>
          <p:nvSpPr>
            <p:cNvPr id="27" name="Flowchart: Alternate Process 26">
              <a:extLst>
                <a:ext uri="{FF2B5EF4-FFF2-40B4-BE49-F238E27FC236}">
                  <a16:creationId xmlns:a16="http://schemas.microsoft.com/office/drawing/2014/main" id="{AA53AF91-337E-F6DB-0DBE-E29485767AFB}"/>
                </a:ext>
              </a:extLst>
            </p:cNvPr>
            <p:cNvSpPr/>
            <p:nvPr/>
          </p:nvSpPr>
          <p:spPr>
            <a:xfrm>
              <a:off x="9231220" y="2597375"/>
              <a:ext cx="359203" cy="206461"/>
            </a:xfrm>
            <a:custGeom>
              <a:avLst/>
              <a:gdLst>
                <a:gd name="csX0" fmla="*/ 0 w 359203"/>
                <a:gd name="csY0" fmla="*/ 34410 h 206461"/>
                <a:gd name="csX1" fmla="*/ 34410 w 359203"/>
                <a:gd name="csY1" fmla="*/ 0 h 206461"/>
                <a:gd name="csX2" fmla="*/ 324793 w 359203"/>
                <a:gd name="csY2" fmla="*/ 0 h 206461"/>
                <a:gd name="csX3" fmla="*/ 359203 w 359203"/>
                <a:gd name="csY3" fmla="*/ 34410 h 206461"/>
                <a:gd name="csX4" fmla="*/ 359203 w 359203"/>
                <a:gd name="csY4" fmla="*/ 172051 h 206461"/>
                <a:gd name="csX5" fmla="*/ 324793 w 359203"/>
                <a:gd name="csY5" fmla="*/ 206461 h 206461"/>
                <a:gd name="csX6" fmla="*/ 34410 w 359203"/>
                <a:gd name="csY6" fmla="*/ 206461 h 206461"/>
                <a:gd name="csX7" fmla="*/ 0 w 359203"/>
                <a:gd name="csY7" fmla="*/ 172051 h 206461"/>
                <a:gd name="csX8" fmla="*/ 0 w 359203"/>
                <a:gd name="csY8" fmla="*/ 34410 h 2064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59203" h="206461" fill="none" extrusionOk="0">
                  <a:moveTo>
                    <a:pt x="0" y="34410"/>
                  </a:moveTo>
                  <a:cubicBezTo>
                    <a:pt x="-2471" y="15651"/>
                    <a:pt x="14818" y="-509"/>
                    <a:pt x="34410" y="0"/>
                  </a:cubicBezTo>
                  <a:cubicBezTo>
                    <a:pt x="120741" y="-20196"/>
                    <a:pt x="191385" y="16161"/>
                    <a:pt x="324793" y="0"/>
                  </a:cubicBezTo>
                  <a:cubicBezTo>
                    <a:pt x="339168" y="520"/>
                    <a:pt x="359849" y="18041"/>
                    <a:pt x="359203" y="34410"/>
                  </a:cubicBezTo>
                  <a:cubicBezTo>
                    <a:pt x="371397" y="100414"/>
                    <a:pt x="343249" y="113449"/>
                    <a:pt x="359203" y="172051"/>
                  </a:cubicBezTo>
                  <a:cubicBezTo>
                    <a:pt x="359059" y="187973"/>
                    <a:pt x="347577" y="202357"/>
                    <a:pt x="324793" y="206461"/>
                  </a:cubicBezTo>
                  <a:cubicBezTo>
                    <a:pt x="233795" y="219652"/>
                    <a:pt x="165488" y="186142"/>
                    <a:pt x="34410" y="206461"/>
                  </a:cubicBezTo>
                  <a:cubicBezTo>
                    <a:pt x="11635" y="205750"/>
                    <a:pt x="231" y="192240"/>
                    <a:pt x="0" y="172051"/>
                  </a:cubicBezTo>
                  <a:cubicBezTo>
                    <a:pt x="-4037" y="134226"/>
                    <a:pt x="16231" y="68875"/>
                    <a:pt x="0" y="34410"/>
                  </a:cubicBezTo>
                  <a:close/>
                </a:path>
                <a:path w="359203" h="206461" stroke="0" extrusionOk="0">
                  <a:moveTo>
                    <a:pt x="0" y="34410"/>
                  </a:moveTo>
                  <a:cubicBezTo>
                    <a:pt x="-1265" y="9902"/>
                    <a:pt x="15501" y="624"/>
                    <a:pt x="34410" y="0"/>
                  </a:cubicBezTo>
                  <a:cubicBezTo>
                    <a:pt x="164311" y="-30268"/>
                    <a:pt x="202200" y="32608"/>
                    <a:pt x="324793" y="0"/>
                  </a:cubicBezTo>
                  <a:cubicBezTo>
                    <a:pt x="346541" y="4031"/>
                    <a:pt x="358264" y="18371"/>
                    <a:pt x="359203" y="34410"/>
                  </a:cubicBezTo>
                  <a:cubicBezTo>
                    <a:pt x="366350" y="95516"/>
                    <a:pt x="353453" y="135251"/>
                    <a:pt x="359203" y="172051"/>
                  </a:cubicBezTo>
                  <a:cubicBezTo>
                    <a:pt x="359917" y="192516"/>
                    <a:pt x="343094" y="204845"/>
                    <a:pt x="324793" y="206461"/>
                  </a:cubicBezTo>
                  <a:cubicBezTo>
                    <a:pt x="197301" y="216132"/>
                    <a:pt x="171308" y="179771"/>
                    <a:pt x="34410" y="206461"/>
                  </a:cubicBezTo>
                  <a:cubicBezTo>
                    <a:pt x="14762" y="202722"/>
                    <a:pt x="-1612" y="187019"/>
                    <a:pt x="0" y="172051"/>
                  </a:cubicBezTo>
                  <a:cubicBezTo>
                    <a:pt x="-1159" y="106592"/>
                    <a:pt x="4316" y="95833"/>
                    <a:pt x="0" y="34410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3466926951">
                    <a:prstGeom prst="flowChartAlternateProcess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N</a:t>
              </a:r>
            </a:p>
          </p:txBody>
        </p:sp>
        <p:sp>
          <p:nvSpPr>
            <p:cNvPr id="28" name="Flowchart: Alternate Process 27">
              <a:extLst>
                <a:ext uri="{FF2B5EF4-FFF2-40B4-BE49-F238E27FC236}">
                  <a16:creationId xmlns:a16="http://schemas.microsoft.com/office/drawing/2014/main" id="{91563471-665E-0810-197D-5FCD362188CB}"/>
                </a:ext>
              </a:extLst>
            </p:cNvPr>
            <p:cNvSpPr/>
            <p:nvPr/>
          </p:nvSpPr>
          <p:spPr>
            <a:xfrm>
              <a:off x="8053629" y="2594261"/>
              <a:ext cx="359203" cy="206461"/>
            </a:xfrm>
            <a:custGeom>
              <a:avLst/>
              <a:gdLst>
                <a:gd name="csX0" fmla="*/ 0 w 359203"/>
                <a:gd name="csY0" fmla="*/ 34410 h 206461"/>
                <a:gd name="csX1" fmla="*/ 34410 w 359203"/>
                <a:gd name="csY1" fmla="*/ 0 h 206461"/>
                <a:gd name="csX2" fmla="*/ 324793 w 359203"/>
                <a:gd name="csY2" fmla="*/ 0 h 206461"/>
                <a:gd name="csX3" fmla="*/ 359203 w 359203"/>
                <a:gd name="csY3" fmla="*/ 34410 h 206461"/>
                <a:gd name="csX4" fmla="*/ 359203 w 359203"/>
                <a:gd name="csY4" fmla="*/ 172051 h 206461"/>
                <a:gd name="csX5" fmla="*/ 324793 w 359203"/>
                <a:gd name="csY5" fmla="*/ 206461 h 206461"/>
                <a:gd name="csX6" fmla="*/ 34410 w 359203"/>
                <a:gd name="csY6" fmla="*/ 206461 h 206461"/>
                <a:gd name="csX7" fmla="*/ 0 w 359203"/>
                <a:gd name="csY7" fmla="*/ 172051 h 206461"/>
                <a:gd name="csX8" fmla="*/ 0 w 359203"/>
                <a:gd name="csY8" fmla="*/ 34410 h 2064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59203" h="206461" fill="none" extrusionOk="0">
                  <a:moveTo>
                    <a:pt x="0" y="34410"/>
                  </a:moveTo>
                  <a:cubicBezTo>
                    <a:pt x="-2471" y="15651"/>
                    <a:pt x="14818" y="-509"/>
                    <a:pt x="34410" y="0"/>
                  </a:cubicBezTo>
                  <a:cubicBezTo>
                    <a:pt x="120741" y="-20196"/>
                    <a:pt x="191385" y="16161"/>
                    <a:pt x="324793" y="0"/>
                  </a:cubicBezTo>
                  <a:cubicBezTo>
                    <a:pt x="339168" y="520"/>
                    <a:pt x="359849" y="18041"/>
                    <a:pt x="359203" y="34410"/>
                  </a:cubicBezTo>
                  <a:cubicBezTo>
                    <a:pt x="371397" y="100414"/>
                    <a:pt x="343249" y="113449"/>
                    <a:pt x="359203" y="172051"/>
                  </a:cubicBezTo>
                  <a:cubicBezTo>
                    <a:pt x="359059" y="187973"/>
                    <a:pt x="347577" y="202357"/>
                    <a:pt x="324793" y="206461"/>
                  </a:cubicBezTo>
                  <a:cubicBezTo>
                    <a:pt x="233795" y="219652"/>
                    <a:pt x="165488" y="186142"/>
                    <a:pt x="34410" y="206461"/>
                  </a:cubicBezTo>
                  <a:cubicBezTo>
                    <a:pt x="11635" y="205750"/>
                    <a:pt x="231" y="192240"/>
                    <a:pt x="0" y="172051"/>
                  </a:cubicBezTo>
                  <a:cubicBezTo>
                    <a:pt x="-4037" y="134226"/>
                    <a:pt x="16231" y="68875"/>
                    <a:pt x="0" y="34410"/>
                  </a:cubicBezTo>
                  <a:close/>
                </a:path>
                <a:path w="359203" h="206461" stroke="0" extrusionOk="0">
                  <a:moveTo>
                    <a:pt x="0" y="34410"/>
                  </a:moveTo>
                  <a:cubicBezTo>
                    <a:pt x="-1265" y="9902"/>
                    <a:pt x="15501" y="624"/>
                    <a:pt x="34410" y="0"/>
                  </a:cubicBezTo>
                  <a:cubicBezTo>
                    <a:pt x="164311" y="-30268"/>
                    <a:pt x="202200" y="32608"/>
                    <a:pt x="324793" y="0"/>
                  </a:cubicBezTo>
                  <a:cubicBezTo>
                    <a:pt x="346541" y="4031"/>
                    <a:pt x="358264" y="18371"/>
                    <a:pt x="359203" y="34410"/>
                  </a:cubicBezTo>
                  <a:cubicBezTo>
                    <a:pt x="366350" y="95516"/>
                    <a:pt x="353453" y="135251"/>
                    <a:pt x="359203" y="172051"/>
                  </a:cubicBezTo>
                  <a:cubicBezTo>
                    <a:pt x="359917" y="192516"/>
                    <a:pt x="343094" y="204845"/>
                    <a:pt x="324793" y="206461"/>
                  </a:cubicBezTo>
                  <a:cubicBezTo>
                    <a:pt x="197301" y="216132"/>
                    <a:pt x="171308" y="179771"/>
                    <a:pt x="34410" y="206461"/>
                  </a:cubicBezTo>
                  <a:cubicBezTo>
                    <a:pt x="14762" y="202722"/>
                    <a:pt x="-1612" y="187019"/>
                    <a:pt x="0" y="172051"/>
                  </a:cubicBezTo>
                  <a:cubicBezTo>
                    <a:pt x="-1159" y="106592"/>
                    <a:pt x="4316" y="95833"/>
                    <a:pt x="0" y="34410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3466926951">
                    <a:prstGeom prst="flowChartAlternateProcess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N</a:t>
              </a: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0B9276D-0E5C-54AB-F533-6C0A3D3D5C73}"/>
                </a:ext>
              </a:extLst>
            </p:cNvPr>
            <p:cNvCxnSpPr>
              <a:stCxn id="10" idx="5"/>
              <a:endCxn id="28" idx="0"/>
            </p:cNvCxnSpPr>
            <p:nvPr/>
          </p:nvCxnSpPr>
          <p:spPr>
            <a:xfrm>
              <a:off x="7946779" y="2324375"/>
              <a:ext cx="286452" cy="26988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lowchart: Alternate Process 29">
              <a:extLst>
                <a:ext uri="{FF2B5EF4-FFF2-40B4-BE49-F238E27FC236}">
                  <a16:creationId xmlns:a16="http://schemas.microsoft.com/office/drawing/2014/main" id="{9645C5AF-56DA-75FC-D5FD-521CAFD6F951}"/>
                </a:ext>
              </a:extLst>
            </p:cNvPr>
            <p:cNvSpPr/>
            <p:nvPr/>
          </p:nvSpPr>
          <p:spPr>
            <a:xfrm>
              <a:off x="6921774" y="3167761"/>
              <a:ext cx="359203" cy="206461"/>
            </a:xfrm>
            <a:custGeom>
              <a:avLst/>
              <a:gdLst>
                <a:gd name="csX0" fmla="*/ 0 w 359203"/>
                <a:gd name="csY0" fmla="*/ 34410 h 206461"/>
                <a:gd name="csX1" fmla="*/ 34410 w 359203"/>
                <a:gd name="csY1" fmla="*/ 0 h 206461"/>
                <a:gd name="csX2" fmla="*/ 324793 w 359203"/>
                <a:gd name="csY2" fmla="*/ 0 h 206461"/>
                <a:gd name="csX3" fmla="*/ 359203 w 359203"/>
                <a:gd name="csY3" fmla="*/ 34410 h 206461"/>
                <a:gd name="csX4" fmla="*/ 359203 w 359203"/>
                <a:gd name="csY4" fmla="*/ 172051 h 206461"/>
                <a:gd name="csX5" fmla="*/ 324793 w 359203"/>
                <a:gd name="csY5" fmla="*/ 206461 h 206461"/>
                <a:gd name="csX6" fmla="*/ 34410 w 359203"/>
                <a:gd name="csY6" fmla="*/ 206461 h 206461"/>
                <a:gd name="csX7" fmla="*/ 0 w 359203"/>
                <a:gd name="csY7" fmla="*/ 172051 h 206461"/>
                <a:gd name="csX8" fmla="*/ 0 w 359203"/>
                <a:gd name="csY8" fmla="*/ 34410 h 2064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59203" h="206461" fill="none" extrusionOk="0">
                  <a:moveTo>
                    <a:pt x="0" y="34410"/>
                  </a:moveTo>
                  <a:cubicBezTo>
                    <a:pt x="-2471" y="15651"/>
                    <a:pt x="14818" y="-509"/>
                    <a:pt x="34410" y="0"/>
                  </a:cubicBezTo>
                  <a:cubicBezTo>
                    <a:pt x="120741" y="-20196"/>
                    <a:pt x="191385" y="16161"/>
                    <a:pt x="324793" y="0"/>
                  </a:cubicBezTo>
                  <a:cubicBezTo>
                    <a:pt x="339168" y="520"/>
                    <a:pt x="359849" y="18041"/>
                    <a:pt x="359203" y="34410"/>
                  </a:cubicBezTo>
                  <a:cubicBezTo>
                    <a:pt x="371397" y="100414"/>
                    <a:pt x="343249" y="113449"/>
                    <a:pt x="359203" y="172051"/>
                  </a:cubicBezTo>
                  <a:cubicBezTo>
                    <a:pt x="359059" y="187973"/>
                    <a:pt x="347577" y="202357"/>
                    <a:pt x="324793" y="206461"/>
                  </a:cubicBezTo>
                  <a:cubicBezTo>
                    <a:pt x="233795" y="219652"/>
                    <a:pt x="165488" y="186142"/>
                    <a:pt x="34410" y="206461"/>
                  </a:cubicBezTo>
                  <a:cubicBezTo>
                    <a:pt x="11635" y="205750"/>
                    <a:pt x="231" y="192240"/>
                    <a:pt x="0" y="172051"/>
                  </a:cubicBezTo>
                  <a:cubicBezTo>
                    <a:pt x="-4037" y="134226"/>
                    <a:pt x="16231" y="68875"/>
                    <a:pt x="0" y="34410"/>
                  </a:cubicBezTo>
                  <a:close/>
                </a:path>
                <a:path w="359203" h="206461" stroke="0" extrusionOk="0">
                  <a:moveTo>
                    <a:pt x="0" y="34410"/>
                  </a:moveTo>
                  <a:cubicBezTo>
                    <a:pt x="-1265" y="9902"/>
                    <a:pt x="15501" y="624"/>
                    <a:pt x="34410" y="0"/>
                  </a:cubicBezTo>
                  <a:cubicBezTo>
                    <a:pt x="164311" y="-30268"/>
                    <a:pt x="202200" y="32608"/>
                    <a:pt x="324793" y="0"/>
                  </a:cubicBezTo>
                  <a:cubicBezTo>
                    <a:pt x="346541" y="4031"/>
                    <a:pt x="358264" y="18371"/>
                    <a:pt x="359203" y="34410"/>
                  </a:cubicBezTo>
                  <a:cubicBezTo>
                    <a:pt x="366350" y="95516"/>
                    <a:pt x="353453" y="135251"/>
                    <a:pt x="359203" y="172051"/>
                  </a:cubicBezTo>
                  <a:cubicBezTo>
                    <a:pt x="359917" y="192516"/>
                    <a:pt x="343094" y="204845"/>
                    <a:pt x="324793" y="206461"/>
                  </a:cubicBezTo>
                  <a:cubicBezTo>
                    <a:pt x="197301" y="216132"/>
                    <a:pt x="171308" y="179771"/>
                    <a:pt x="34410" y="206461"/>
                  </a:cubicBezTo>
                  <a:cubicBezTo>
                    <a:pt x="14762" y="202722"/>
                    <a:pt x="-1612" y="187019"/>
                    <a:pt x="0" y="172051"/>
                  </a:cubicBezTo>
                  <a:cubicBezTo>
                    <a:pt x="-1159" y="106592"/>
                    <a:pt x="4316" y="95833"/>
                    <a:pt x="0" y="34410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3466926951">
                    <a:prstGeom prst="flowChartAlternateProcess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N</a:t>
              </a:r>
            </a:p>
          </p:txBody>
        </p:sp>
        <p:sp>
          <p:nvSpPr>
            <p:cNvPr id="31" name="Flowchart: Alternate Process 30">
              <a:extLst>
                <a:ext uri="{FF2B5EF4-FFF2-40B4-BE49-F238E27FC236}">
                  <a16:creationId xmlns:a16="http://schemas.microsoft.com/office/drawing/2014/main" id="{2866BC60-1517-B128-16B2-096FC4601B75}"/>
                </a:ext>
              </a:extLst>
            </p:cNvPr>
            <p:cNvSpPr/>
            <p:nvPr/>
          </p:nvSpPr>
          <p:spPr>
            <a:xfrm>
              <a:off x="7575867" y="3167761"/>
              <a:ext cx="359203" cy="206461"/>
            </a:xfrm>
            <a:custGeom>
              <a:avLst/>
              <a:gdLst>
                <a:gd name="csX0" fmla="*/ 0 w 359203"/>
                <a:gd name="csY0" fmla="*/ 34410 h 206461"/>
                <a:gd name="csX1" fmla="*/ 34410 w 359203"/>
                <a:gd name="csY1" fmla="*/ 0 h 206461"/>
                <a:gd name="csX2" fmla="*/ 324793 w 359203"/>
                <a:gd name="csY2" fmla="*/ 0 h 206461"/>
                <a:gd name="csX3" fmla="*/ 359203 w 359203"/>
                <a:gd name="csY3" fmla="*/ 34410 h 206461"/>
                <a:gd name="csX4" fmla="*/ 359203 w 359203"/>
                <a:gd name="csY4" fmla="*/ 172051 h 206461"/>
                <a:gd name="csX5" fmla="*/ 324793 w 359203"/>
                <a:gd name="csY5" fmla="*/ 206461 h 206461"/>
                <a:gd name="csX6" fmla="*/ 34410 w 359203"/>
                <a:gd name="csY6" fmla="*/ 206461 h 206461"/>
                <a:gd name="csX7" fmla="*/ 0 w 359203"/>
                <a:gd name="csY7" fmla="*/ 172051 h 206461"/>
                <a:gd name="csX8" fmla="*/ 0 w 359203"/>
                <a:gd name="csY8" fmla="*/ 34410 h 2064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59203" h="206461" fill="none" extrusionOk="0">
                  <a:moveTo>
                    <a:pt x="0" y="34410"/>
                  </a:moveTo>
                  <a:cubicBezTo>
                    <a:pt x="-2471" y="15651"/>
                    <a:pt x="14818" y="-509"/>
                    <a:pt x="34410" y="0"/>
                  </a:cubicBezTo>
                  <a:cubicBezTo>
                    <a:pt x="120741" y="-20196"/>
                    <a:pt x="191385" y="16161"/>
                    <a:pt x="324793" y="0"/>
                  </a:cubicBezTo>
                  <a:cubicBezTo>
                    <a:pt x="339168" y="520"/>
                    <a:pt x="359849" y="18041"/>
                    <a:pt x="359203" y="34410"/>
                  </a:cubicBezTo>
                  <a:cubicBezTo>
                    <a:pt x="371397" y="100414"/>
                    <a:pt x="343249" y="113449"/>
                    <a:pt x="359203" y="172051"/>
                  </a:cubicBezTo>
                  <a:cubicBezTo>
                    <a:pt x="359059" y="187973"/>
                    <a:pt x="347577" y="202357"/>
                    <a:pt x="324793" y="206461"/>
                  </a:cubicBezTo>
                  <a:cubicBezTo>
                    <a:pt x="233795" y="219652"/>
                    <a:pt x="165488" y="186142"/>
                    <a:pt x="34410" y="206461"/>
                  </a:cubicBezTo>
                  <a:cubicBezTo>
                    <a:pt x="11635" y="205750"/>
                    <a:pt x="231" y="192240"/>
                    <a:pt x="0" y="172051"/>
                  </a:cubicBezTo>
                  <a:cubicBezTo>
                    <a:pt x="-4037" y="134226"/>
                    <a:pt x="16231" y="68875"/>
                    <a:pt x="0" y="34410"/>
                  </a:cubicBezTo>
                  <a:close/>
                </a:path>
                <a:path w="359203" h="206461" stroke="0" extrusionOk="0">
                  <a:moveTo>
                    <a:pt x="0" y="34410"/>
                  </a:moveTo>
                  <a:cubicBezTo>
                    <a:pt x="-1265" y="9902"/>
                    <a:pt x="15501" y="624"/>
                    <a:pt x="34410" y="0"/>
                  </a:cubicBezTo>
                  <a:cubicBezTo>
                    <a:pt x="164311" y="-30268"/>
                    <a:pt x="202200" y="32608"/>
                    <a:pt x="324793" y="0"/>
                  </a:cubicBezTo>
                  <a:cubicBezTo>
                    <a:pt x="346541" y="4031"/>
                    <a:pt x="358264" y="18371"/>
                    <a:pt x="359203" y="34410"/>
                  </a:cubicBezTo>
                  <a:cubicBezTo>
                    <a:pt x="366350" y="95516"/>
                    <a:pt x="353453" y="135251"/>
                    <a:pt x="359203" y="172051"/>
                  </a:cubicBezTo>
                  <a:cubicBezTo>
                    <a:pt x="359917" y="192516"/>
                    <a:pt x="343094" y="204845"/>
                    <a:pt x="324793" y="206461"/>
                  </a:cubicBezTo>
                  <a:cubicBezTo>
                    <a:pt x="197301" y="216132"/>
                    <a:pt x="171308" y="179771"/>
                    <a:pt x="34410" y="206461"/>
                  </a:cubicBezTo>
                  <a:cubicBezTo>
                    <a:pt x="14762" y="202722"/>
                    <a:pt x="-1612" y="187019"/>
                    <a:pt x="0" y="172051"/>
                  </a:cubicBezTo>
                  <a:cubicBezTo>
                    <a:pt x="-1159" y="106592"/>
                    <a:pt x="4316" y="95833"/>
                    <a:pt x="0" y="34410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3466926951">
                    <a:prstGeom prst="flowChartAlternateProcess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N</a:t>
              </a:r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86AC329-DA18-ABFF-94C4-9B7102F8BDCE}"/>
                </a:ext>
              </a:extLst>
            </p:cNvPr>
            <p:cNvCxnSpPr>
              <a:stCxn id="17" idx="3"/>
              <a:endCxn id="30" idx="0"/>
            </p:cNvCxnSpPr>
            <p:nvPr/>
          </p:nvCxnSpPr>
          <p:spPr>
            <a:xfrm flipH="1">
              <a:off x="7101376" y="2845271"/>
              <a:ext cx="232205" cy="32249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932119B-0D66-D092-43E9-538B43C6E626}"/>
                </a:ext>
              </a:extLst>
            </p:cNvPr>
            <p:cNvCxnSpPr>
              <a:stCxn id="17" idx="5"/>
              <a:endCxn id="31" idx="0"/>
            </p:cNvCxnSpPr>
            <p:nvPr/>
          </p:nvCxnSpPr>
          <p:spPr>
            <a:xfrm>
              <a:off x="7587576" y="2845271"/>
              <a:ext cx="167893" cy="32249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7208285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70781-A046-90DD-AC98-8478C5FFB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Operations on Red Black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9BEA7-AE29-78DC-88B2-02B208A360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highlight>
                  <a:srgbClr val="00FFFF"/>
                </a:highlight>
              </a:rPr>
              <a:t>Searching</a:t>
            </a:r>
            <a:r>
              <a:rPr lang="en-IN" dirty="0"/>
              <a:t>:</a:t>
            </a:r>
          </a:p>
          <a:p>
            <a:pPr lvl="1"/>
            <a:r>
              <a:rPr lang="en-IN" dirty="0"/>
              <a:t>No discussion needed, because it is a </a:t>
            </a:r>
            <a:r>
              <a:rPr lang="en-IN" dirty="0" err="1"/>
              <a:t>bst</a:t>
            </a:r>
            <a:r>
              <a:rPr lang="en-IN" dirty="0"/>
              <a:t>. Therefore same searching algorithm works here.</a:t>
            </a:r>
          </a:p>
          <a:p>
            <a:r>
              <a:rPr lang="en-IN" dirty="0"/>
              <a:t>Insertion</a:t>
            </a:r>
          </a:p>
          <a:p>
            <a:r>
              <a:rPr lang="en-IN" dirty="0"/>
              <a:t>Deletion</a:t>
            </a:r>
          </a:p>
        </p:txBody>
      </p:sp>
    </p:spTree>
    <p:extLst>
      <p:ext uri="{BB962C8B-B14F-4D97-AF65-F5344CB8AC3E}">
        <p14:creationId xmlns:p14="http://schemas.microsoft.com/office/powerpoint/2010/main" val="155516792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4DDB5-6795-6A14-0670-92ACF7A1B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Operations on Red Black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F5D282-D59E-A98A-471D-A19C970EDE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Insertion</a:t>
            </a:r>
          </a:p>
          <a:p>
            <a:pPr lvl="1"/>
            <a:r>
              <a:rPr lang="en-IN" dirty="0"/>
              <a:t>First: Insert the key following </a:t>
            </a:r>
            <a:r>
              <a:rPr lang="en-IN" dirty="0" err="1">
                <a:highlight>
                  <a:srgbClr val="00FFFF"/>
                </a:highlight>
              </a:rPr>
              <a:t>bst</a:t>
            </a:r>
            <a:r>
              <a:rPr lang="en-IN" dirty="0"/>
              <a:t> rule.</a:t>
            </a:r>
          </a:p>
          <a:p>
            <a:pPr lvl="1"/>
            <a:r>
              <a:rPr lang="en-IN" dirty="0"/>
              <a:t>Next: We decide the </a:t>
            </a:r>
            <a:r>
              <a:rPr lang="en-IN" dirty="0" err="1"/>
              <a:t>color</a:t>
            </a:r>
            <a:r>
              <a:rPr lang="en-IN" dirty="0"/>
              <a:t>:</a:t>
            </a:r>
          </a:p>
          <a:p>
            <a:pPr lvl="2"/>
            <a:r>
              <a:rPr lang="en-IN" dirty="0"/>
              <a:t>If black? </a:t>
            </a:r>
          </a:p>
          <a:p>
            <a:pPr lvl="3"/>
            <a:r>
              <a:rPr lang="en-IN" dirty="0">
                <a:highlight>
                  <a:srgbClr val="00FF00"/>
                </a:highlight>
              </a:rPr>
              <a:t>Black height problem</a:t>
            </a:r>
          </a:p>
          <a:p>
            <a:pPr lvl="2"/>
            <a:r>
              <a:rPr lang="en-IN" dirty="0"/>
              <a:t>If </a:t>
            </a:r>
            <a:r>
              <a:rPr lang="en-IN" dirty="0">
                <a:solidFill>
                  <a:srgbClr val="C00000"/>
                </a:solidFill>
              </a:rPr>
              <a:t>red</a:t>
            </a:r>
            <a:r>
              <a:rPr lang="en-IN" dirty="0"/>
              <a:t>? </a:t>
            </a:r>
          </a:p>
          <a:p>
            <a:pPr lvl="3"/>
            <a:r>
              <a:rPr lang="en-IN" dirty="0">
                <a:highlight>
                  <a:srgbClr val="00FFFF"/>
                </a:highlight>
              </a:rPr>
              <a:t>1. Root is always black</a:t>
            </a:r>
            <a:r>
              <a:rPr lang="en-IN" dirty="0"/>
              <a:t> </a:t>
            </a:r>
            <a:r>
              <a:rPr lang="en-IN" dirty="0">
                <a:highlight>
                  <a:srgbClr val="FFFF00"/>
                </a:highlight>
              </a:rPr>
              <a:t>2. red node should not have red child</a:t>
            </a:r>
          </a:p>
          <a:p>
            <a:pPr lvl="2"/>
            <a:r>
              <a:rPr lang="en-IN" dirty="0">
                <a:highlight>
                  <a:srgbClr val="FFFF00"/>
                </a:highlight>
              </a:rPr>
              <a:t>Conclusion: </a:t>
            </a:r>
            <a:r>
              <a:rPr lang="en-IN" dirty="0"/>
              <a:t>New node </a:t>
            </a:r>
            <a:r>
              <a:rPr lang="en-IN" dirty="0" err="1"/>
              <a:t>color</a:t>
            </a:r>
            <a:r>
              <a:rPr lang="en-IN" dirty="0"/>
              <a:t> is always </a:t>
            </a:r>
            <a:r>
              <a:rPr lang="en-IN" dirty="0">
                <a:solidFill>
                  <a:srgbClr val="C00000"/>
                </a:solidFill>
              </a:rPr>
              <a:t>red</a:t>
            </a:r>
            <a:r>
              <a:rPr lang="en-IN" dirty="0"/>
              <a:t>.</a:t>
            </a:r>
          </a:p>
          <a:p>
            <a:pPr lvl="1"/>
            <a:r>
              <a:rPr lang="en-IN" dirty="0"/>
              <a:t>Now,</a:t>
            </a:r>
          </a:p>
          <a:p>
            <a:pPr lvl="2"/>
            <a:r>
              <a:rPr lang="en-IN" dirty="0"/>
              <a:t>By deciding the </a:t>
            </a:r>
            <a:r>
              <a:rPr lang="en-IN" dirty="0" err="1"/>
              <a:t>color</a:t>
            </a:r>
            <a:r>
              <a:rPr lang="en-IN" dirty="0"/>
              <a:t> to be </a:t>
            </a:r>
            <a:r>
              <a:rPr lang="en-IN" dirty="0">
                <a:solidFill>
                  <a:srgbClr val="C00000"/>
                </a:solidFill>
              </a:rPr>
              <a:t>red</a:t>
            </a:r>
            <a:r>
              <a:rPr lang="en-IN" dirty="0"/>
              <a:t>, black height problem gone.</a:t>
            </a:r>
          </a:p>
          <a:p>
            <a:pPr lvl="2"/>
            <a:r>
              <a:rPr lang="en-IN" dirty="0"/>
              <a:t>If node is inserted in an empty tree (that is, node is root node), we need to </a:t>
            </a:r>
            <a:r>
              <a:rPr lang="en-IN" dirty="0" err="1"/>
              <a:t>color</a:t>
            </a:r>
            <a:r>
              <a:rPr lang="en-IN" dirty="0"/>
              <a:t> it black.</a:t>
            </a:r>
          </a:p>
          <a:p>
            <a:pPr lvl="2"/>
            <a:r>
              <a:rPr lang="en-IN" dirty="0"/>
              <a:t>If new node’s parent is black, </a:t>
            </a:r>
            <a:r>
              <a:rPr lang="en-IN" dirty="0">
                <a:highlight>
                  <a:srgbClr val="00FFFF"/>
                </a:highlight>
              </a:rPr>
              <a:t>no violation</a:t>
            </a:r>
            <a:r>
              <a:rPr lang="en-IN" dirty="0"/>
              <a:t>.</a:t>
            </a:r>
          </a:p>
          <a:p>
            <a:pPr lvl="2"/>
            <a:r>
              <a:rPr lang="en-IN" dirty="0"/>
              <a:t>If new node’s parent is </a:t>
            </a:r>
            <a:r>
              <a:rPr lang="en-IN" dirty="0">
                <a:solidFill>
                  <a:srgbClr val="C00000"/>
                </a:solidFill>
              </a:rPr>
              <a:t>red</a:t>
            </a:r>
            <a:r>
              <a:rPr lang="en-IN" dirty="0"/>
              <a:t>?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78653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B9E9B-327E-1204-6526-A66C2F950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ED2E9-8B31-D9F7-4201-5F0E122F5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Operations on Red Black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69C190-8DE4-6CF5-DCEA-58E2001B53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64666" cy="4351338"/>
          </a:xfrm>
        </p:spPr>
        <p:txBody>
          <a:bodyPr>
            <a:normAutofit/>
          </a:bodyPr>
          <a:lstStyle/>
          <a:p>
            <a:r>
              <a:rPr lang="en-IN" dirty="0"/>
              <a:t>Insertion</a:t>
            </a:r>
          </a:p>
          <a:p>
            <a:pPr lvl="1"/>
            <a:r>
              <a:rPr lang="en-IN" dirty="0"/>
              <a:t>If new node’s parent is </a:t>
            </a:r>
            <a:r>
              <a:rPr lang="en-IN" dirty="0">
                <a:solidFill>
                  <a:srgbClr val="C00000"/>
                </a:solidFill>
              </a:rPr>
              <a:t>red</a:t>
            </a:r>
            <a:r>
              <a:rPr lang="en-IN" dirty="0"/>
              <a:t>?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IN" dirty="0"/>
              <a:t>Parent is left Child</a:t>
            </a:r>
          </a:p>
          <a:p>
            <a:pPr marL="1828800" lvl="3" indent="-457200">
              <a:buFont typeface="+mj-lt"/>
              <a:buAutoNum type="alphaLcPeriod"/>
            </a:pPr>
            <a:r>
              <a:rPr lang="en-IN" dirty="0">
                <a:highlight>
                  <a:srgbClr val="00FFFF"/>
                </a:highlight>
              </a:rPr>
              <a:t>Case L_1</a:t>
            </a:r>
            <a:r>
              <a:rPr lang="en-IN" dirty="0"/>
              <a:t>: Uncle is </a:t>
            </a:r>
            <a:r>
              <a:rPr lang="en-IN" dirty="0">
                <a:solidFill>
                  <a:srgbClr val="C00000"/>
                </a:solidFill>
              </a:rPr>
              <a:t>red</a:t>
            </a:r>
          </a:p>
          <a:p>
            <a:pPr lvl="4">
              <a:buFont typeface="Wingdings" panose="05000000000000000000" pitchFamily="2" charset="2"/>
              <a:buChar char="Ø"/>
            </a:pPr>
            <a:r>
              <a:rPr lang="en-IN" dirty="0" err="1"/>
              <a:t>Recolor</a:t>
            </a:r>
            <a:endParaRPr lang="en-IN" dirty="0"/>
          </a:p>
          <a:p>
            <a:pPr marL="1828800" lvl="3" indent="-457200">
              <a:buFont typeface="+mj-lt"/>
              <a:buAutoNum type="alphaLcPeriod"/>
            </a:pPr>
            <a:r>
              <a:rPr lang="en-IN" dirty="0">
                <a:highlight>
                  <a:srgbClr val="00FFFF"/>
                </a:highlight>
              </a:rPr>
              <a:t>Case L_2</a:t>
            </a:r>
            <a:r>
              <a:rPr lang="en-IN" dirty="0"/>
              <a:t>: Uncle is black</a:t>
            </a:r>
          </a:p>
          <a:p>
            <a:pPr marL="1828800" lvl="3" indent="-457200">
              <a:buFont typeface="+mj-lt"/>
              <a:buAutoNum type="alphaLcPeriod"/>
            </a:pPr>
            <a:r>
              <a:rPr lang="en-IN" dirty="0">
                <a:highlight>
                  <a:srgbClr val="00FFFF"/>
                </a:highlight>
              </a:rPr>
              <a:t>Case L_2a</a:t>
            </a:r>
            <a:r>
              <a:rPr lang="en-IN" dirty="0"/>
              <a:t>: Node is right child</a:t>
            </a:r>
          </a:p>
          <a:p>
            <a:pPr lvl="4">
              <a:buFont typeface="Wingdings" panose="05000000000000000000" pitchFamily="2" charset="2"/>
              <a:buChar char="Ø"/>
            </a:pPr>
            <a:r>
              <a:rPr lang="en-IN" dirty="0"/>
              <a:t>Rotate left about parent and transform to case L_2b</a:t>
            </a:r>
          </a:p>
          <a:p>
            <a:pPr marL="1828800" lvl="3" indent="-457200">
              <a:buFont typeface="+mj-lt"/>
              <a:buAutoNum type="alphaLcPeriod"/>
            </a:pPr>
            <a:r>
              <a:rPr lang="en-IN" dirty="0">
                <a:highlight>
                  <a:srgbClr val="00FFFF"/>
                </a:highlight>
              </a:rPr>
              <a:t>Case L_2b</a:t>
            </a:r>
            <a:r>
              <a:rPr lang="en-IN" dirty="0"/>
              <a:t>: Node is left child</a:t>
            </a:r>
          </a:p>
          <a:p>
            <a:pPr lvl="4">
              <a:buFont typeface="Wingdings" panose="05000000000000000000" pitchFamily="2" charset="2"/>
              <a:buChar char="Ø"/>
            </a:pPr>
            <a:r>
              <a:rPr lang="en-IN" dirty="0" err="1"/>
              <a:t>Recolor</a:t>
            </a:r>
            <a:r>
              <a:rPr lang="en-IN" dirty="0"/>
              <a:t> and Rotate right about the grandparent.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5969095-CE8A-B68F-DF76-23EFBABA1CB8}"/>
              </a:ext>
            </a:extLst>
          </p:cNvPr>
          <p:cNvSpPr txBox="1">
            <a:spLocks/>
          </p:cNvSpPr>
          <p:nvPr/>
        </p:nvSpPr>
        <p:spPr>
          <a:xfrm>
            <a:off x="5393266" y="2613025"/>
            <a:ext cx="5748867" cy="35639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71600" lvl="2" indent="-457200">
              <a:buFont typeface="+mj-lt"/>
              <a:buAutoNum type="arabicPeriod" startAt="2"/>
            </a:pPr>
            <a:r>
              <a:rPr lang="en-IN" dirty="0"/>
              <a:t>Parent is Right Child</a:t>
            </a:r>
          </a:p>
          <a:p>
            <a:pPr marL="1828800" lvl="3" indent="-457200">
              <a:buFont typeface="+mj-lt"/>
              <a:buAutoNum type="alphaLcPeriod"/>
            </a:pPr>
            <a:r>
              <a:rPr lang="en-IN" dirty="0">
                <a:highlight>
                  <a:srgbClr val="00FF00"/>
                </a:highlight>
              </a:rPr>
              <a:t>Case R_1</a:t>
            </a:r>
            <a:r>
              <a:rPr lang="en-IN" dirty="0"/>
              <a:t>: Uncle is </a:t>
            </a:r>
            <a:r>
              <a:rPr lang="en-IN" dirty="0">
                <a:solidFill>
                  <a:srgbClr val="C00000"/>
                </a:solidFill>
              </a:rPr>
              <a:t>red</a:t>
            </a:r>
          </a:p>
          <a:p>
            <a:pPr lvl="4">
              <a:buFont typeface="Wingdings" panose="05000000000000000000" pitchFamily="2" charset="2"/>
              <a:buChar char="Ø"/>
            </a:pPr>
            <a:r>
              <a:rPr lang="en-IN" dirty="0" err="1"/>
              <a:t>Recolor</a:t>
            </a:r>
            <a:endParaRPr lang="en-IN" dirty="0"/>
          </a:p>
          <a:p>
            <a:pPr marL="1828800" lvl="3" indent="-457200">
              <a:buFont typeface="+mj-lt"/>
              <a:buAutoNum type="alphaLcPeriod"/>
            </a:pPr>
            <a:r>
              <a:rPr lang="en-IN" dirty="0">
                <a:highlight>
                  <a:srgbClr val="00FF00"/>
                </a:highlight>
              </a:rPr>
              <a:t>Case R_2</a:t>
            </a:r>
            <a:r>
              <a:rPr lang="en-IN" dirty="0"/>
              <a:t>: Uncle is black</a:t>
            </a:r>
          </a:p>
          <a:p>
            <a:pPr marL="1828800" lvl="3" indent="-457200">
              <a:buFont typeface="+mj-lt"/>
              <a:buAutoNum type="alphaLcPeriod"/>
            </a:pPr>
            <a:r>
              <a:rPr lang="en-IN" dirty="0">
                <a:highlight>
                  <a:srgbClr val="00FF00"/>
                </a:highlight>
              </a:rPr>
              <a:t>Case R_2a</a:t>
            </a:r>
            <a:r>
              <a:rPr lang="en-IN" dirty="0"/>
              <a:t>: Node is left child</a:t>
            </a:r>
          </a:p>
          <a:p>
            <a:pPr lvl="4">
              <a:buFont typeface="Wingdings" panose="05000000000000000000" pitchFamily="2" charset="2"/>
              <a:buChar char="Ø"/>
            </a:pPr>
            <a:r>
              <a:rPr lang="en-IN" dirty="0"/>
              <a:t>Rotate Right about parent and transform to case R_2b</a:t>
            </a:r>
          </a:p>
          <a:p>
            <a:pPr marL="1828800" lvl="3" indent="-457200">
              <a:buFont typeface="+mj-lt"/>
              <a:buAutoNum type="alphaLcPeriod"/>
            </a:pPr>
            <a:r>
              <a:rPr lang="en-IN" dirty="0">
                <a:highlight>
                  <a:srgbClr val="00FF00"/>
                </a:highlight>
              </a:rPr>
              <a:t>Case R_2b</a:t>
            </a:r>
            <a:r>
              <a:rPr lang="en-IN" dirty="0"/>
              <a:t>: Node is right child</a:t>
            </a:r>
          </a:p>
          <a:p>
            <a:pPr lvl="4">
              <a:buFont typeface="Wingdings" panose="05000000000000000000" pitchFamily="2" charset="2"/>
              <a:buChar char="Ø"/>
            </a:pPr>
            <a:r>
              <a:rPr lang="en-IN" dirty="0" err="1"/>
              <a:t>Recolor</a:t>
            </a:r>
            <a:r>
              <a:rPr lang="en-IN" dirty="0"/>
              <a:t> and Rotate left about the grandparent.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806880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E8688-03CB-85D6-27C3-C83BB8512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Operations on Red Black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6CE4B8-B127-4991-C9EA-8C480E3A84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356908"/>
          </a:xfrm>
        </p:spPr>
        <p:txBody>
          <a:bodyPr/>
          <a:lstStyle/>
          <a:p>
            <a:r>
              <a:rPr lang="en-IN" dirty="0"/>
              <a:t>Deletion:</a:t>
            </a:r>
          </a:p>
          <a:p>
            <a:pPr lvl="1"/>
            <a:r>
              <a:rPr lang="en-IN" dirty="0"/>
              <a:t>BST rule will be followed.</a:t>
            </a:r>
          </a:p>
          <a:p>
            <a:pPr lvl="1"/>
            <a:r>
              <a:rPr lang="en-IN" dirty="0"/>
              <a:t>If the node to be deleted has </a:t>
            </a:r>
            <a:r>
              <a:rPr lang="en-IN" dirty="0">
                <a:highlight>
                  <a:srgbClr val="00FF00"/>
                </a:highlight>
              </a:rPr>
              <a:t>two children</a:t>
            </a:r>
            <a:r>
              <a:rPr lang="en-IN" dirty="0"/>
              <a:t>?</a:t>
            </a:r>
          </a:p>
          <a:p>
            <a:pPr lvl="2"/>
            <a:r>
              <a:rPr lang="en-IN" dirty="0"/>
              <a:t>The case is reduced to a node which has only </a:t>
            </a:r>
            <a:r>
              <a:rPr lang="en-IN" dirty="0">
                <a:highlight>
                  <a:srgbClr val="FF0000"/>
                </a:highlight>
              </a:rPr>
              <a:t>one right child </a:t>
            </a:r>
            <a:r>
              <a:rPr lang="en-IN" dirty="0"/>
              <a:t>or </a:t>
            </a:r>
            <a:r>
              <a:rPr lang="en-IN" dirty="0">
                <a:highlight>
                  <a:srgbClr val="00FF00"/>
                </a:highlight>
              </a:rPr>
              <a:t>no child</a:t>
            </a:r>
            <a:r>
              <a:rPr lang="en-IN" dirty="0"/>
              <a:t>.</a:t>
            </a:r>
          </a:p>
          <a:p>
            <a:pPr lvl="1"/>
            <a:r>
              <a:rPr lang="en-IN" dirty="0"/>
              <a:t>Suppose A is a node to be deleted, there are 6 cases: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925B883-43EE-0430-E822-8B5312DEADA9}"/>
              </a:ext>
            </a:extLst>
          </p:cNvPr>
          <p:cNvSpPr/>
          <p:nvPr/>
        </p:nvSpPr>
        <p:spPr>
          <a:xfrm>
            <a:off x="1955800" y="5023003"/>
            <a:ext cx="296333" cy="29633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63B71A5-155F-E767-8EC5-79C16AB61DE5}"/>
              </a:ext>
            </a:extLst>
          </p:cNvPr>
          <p:cNvSpPr/>
          <p:nvPr/>
        </p:nvSpPr>
        <p:spPr>
          <a:xfrm>
            <a:off x="1744763" y="5654676"/>
            <a:ext cx="211037" cy="223461"/>
          </a:xfrm>
          <a:custGeom>
            <a:avLst/>
            <a:gdLst>
              <a:gd name="csX0" fmla="*/ 0 w 211037"/>
              <a:gd name="csY0" fmla="*/ 0 h 223461"/>
              <a:gd name="csX1" fmla="*/ 211037 w 211037"/>
              <a:gd name="csY1" fmla="*/ 0 h 223461"/>
              <a:gd name="csX2" fmla="*/ 211037 w 211037"/>
              <a:gd name="csY2" fmla="*/ 223461 h 223461"/>
              <a:gd name="csX3" fmla="*/ 0 w 211037"/>
              <a:gd name="csY3" fmla="*/ 223461 h 223461"/>
              <a:gd name="csX4" fmla="*/ 0 w 211037"/>
              <a:gd name="csY4" fmla="*/ 0 h 22346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11037" h="223461" fill="none" extrusionOk="0">
                <a:moveTo>
                  <a:pt x="0" y="0"/>
                </a:moveTo>
                <a:cubicBezTo>
                  <a:pt x="86997" y="-382"/>
                  <a:pt x="150038" y="17821"/>
                  <a:pt x="211037" y="0"/>
                </a:cubicBezTo>
                <a:cubicBezTo>
                  <a:pt x="234023" y="61003"/>
                  <a:pt x="188422" y="117514"/>
                  <a:pt x="211037" y="223461"/>
                </a:cubicBezTo>
                <a:cubicBezTo>
                  <a:pt x="116174" y="244117"/>
                  <a:pt x="62217" y="211292"/>
                  <a:pt x="0" y="223461"/>
                </a:cubicBezTo>
                <a:cubicBezTo>
                  <a:pt x="-6561" y="125096"/>
                  <a:pt x="4348" y="59983"/>
                  <a:pt x="0" y="0"/>
                </a:cubicBezTo>
                <a:close/>
              </a:path>
              <a:path w="211037" h="223461" stroke="0" extrusionOk="0">
                <a:moveTo>
                  <a:pt x="0" y="0"/>
                </a:moveTo>
                <a:cubicBezTo>
                  <a:pt x="62550" y="-10807"/>
                  <a:pt x="123413" y="24095"/>
                  <a:pt x="211037" y="0"/>
                </a:cubicBezTo>
                <a:cubicBezTo>
                  <a:pt x="219001" y="76398"/>
                  <a:pt x="195322" y="112896"/>
                  <a:pt x="211037" y="223461"/>
                </a:cubicBezTo>
                <a:cubicBezTo>
                  <a:pt x="151441" y="230062"/>
                  <a:pt x="51962" y="217345"/>
                  <a:pt x="0" y="223461"/>
                </a:cubicBezTo>
                <a:cubicBezTo>
                  <a:pt x="-1189" y="144124"/>
                  <a:pt x="13203" y="90640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466926951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8ADEDD-E0DE-5219-2AB1-37738D82C051}"/>
              </a:ext>
            </a:extLst>
          </p:cNvPr>
          <p:cNvSpPr/>
          <p:nvPr/>
        </p:nvSpPr>
        <p:spPr>
          <a:xfrm>
            <a:off x="2252133" y="5654675"/>
            <a:ext cx="211037" cy="223461"/>
          </a:xfrm>
          <a:custGeom>
            <a:avLst/>
            <a:gdLst>
              <a:gd name="csX0" fmla="*/ 0 w 211037"/>
              <a:gd name="csY0" fmla="*/ 0 h 223461"/>
              <a:gd name="csX1" fmla="*/ 211037 w 211037"/>
              <a:gd name="csY1" fmla="*/ 0 h 223461"/>
              <a:gd name="csX2" fmla="*/ 211037 w 211037"/>
              <a:gd name="csY2" fmla="*/ 223461 h 223461"/>
              <a:gd name="csX3" fmla="*/ 0 w 211037"/>
              <a:gd name="csY3" fmla="*/ 223461 h 223461"/>
              <a:gd name="csX4" fmla="*/ 0 w 211037"/>
              <a:gd name="csY4" fmla="*/ 0 h 22346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11037" h="223461" fill="none" extrusionOk="0">
                <a:moveTo>
                  <a:pt x="0" y="0"/>
                </a:moveTo>
                <a:cubicBezTo>
                  <a:pt x="86997" y="-382"/>
                  <a:pt x="150038" y="17821"/>
                  <a:pt x="211037" y="0"/>
                </a:cubicBezTo>
                <a:cubicBezTo>
                  <a:pt x="234023" y="61003"/>
                  <a:pt x="188422" y="117514"/>
                  <a:pt x="211037" y="223461"/>
                </a:cubicBezTo>
                <a:cubicBezTo>
                  <a:pt x="116174" y="244117"/>
                  <a:pt x="62217" y="211292"/>
                  <a:pt x="0" y="223461"/>
                </a:cubicBezTo>
                <a:cubicBezTo>
                  <a:pt x="-6561" y="125096"/>
                  <a:pt x="4348" y="59983"/>
                  <a:pt x="0" y="0"/>
                </a:cubicBezTo>
                <a:close/>
              </a:path>
              <a:path w="211037" h="223461" stroke="0" extrusionOk="0">
                <a:moveTo>
                  <a:pt x="0" y="0"/>
                </a:moveTo>
                <a:cubicBezTo>
                  <a:pt x="62550" y="-10807"/>
                  <a:pt x="123413" y="24095"/>
                  <a:pt x="211037" y="0"/>
                </a:cubicBezTo>
                <a:cubicBezTo>
                  <a:pt x="219001" y="76398"/>
                  <a:pt x="195322" y="112896"/>
                  <a:pt x="211037" y="223461"/>
                </a:cubicBezTo>
                <a:cubicBezTo>
                  <a:pt x="151441" y="230062"/>
                  <a:pt x="51962" y="217345"/>
                  <a:pt x="0" y="223461"/>
                </a:cubicBezTo>
                <a:cubicBezTo>
                  <a:pt x="-1189" y="144124"/>
                  <a:pt x="13203" y="90640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466926951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N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93A56BE-F822-BA8C-E4C8-DBFE3E6A6BCF}"/>
              </a:ext>
            </a:extLst>
          </p:cNvPr>
          <p:cNvCxnSpPr>
            <a:cxnSpLocks/>
            <a:stCxn id="4" idx="3"/>
            <a:endCxn id="5" idx="0"/>
          </p:cNvCxnSpPr>
          <p:nvPr/>
        </p:nvCxnSpPr>
        <p:spPr>
          <a:xfrm flipH="1">
            <a:off x="1850282" y="5275939"/>
            <a:ext cx="148915" cy="3787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BAFA447-1270-751D-5E98-3ECB67D4C412}"/>
              </a:ext>
            </a:extLst>
          </p:cNvPr>
          <p:cNvCxnSpPr>
            <a:cxnSpLocks/>
            <a:stCxn id="4" idx="5"/>
            <a:endCxn id="6" idx="0"/>
          </p:cNvCxnSpPr>
          <p:nvPr/>
        </p:nvCxnSpPr>
        <p:spPr>
          <a:xfrm>
            <a:off x="2208736" y="5275939"/>
            <a:ext cx="148916" cy="37873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7894253D-9CE1-E8C7-7C4D-7204F7465A2D}"/>
              </a:ext>
            </a:extLst>
          </p:cNvPr>
          <p:cNvSpPr/>
          <p:nvPr/>
        </p:nvSpPr>
        <p:spPr>
          <a:xfrm>
            <a:off x="6841066" y="5023003"/>
            <a:ext cx="296333" cy="29633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961C0EB-8AB2-937B-3886-F3A9F5001693}"/>
              </a:ext>
            </a:extLst>
          </p:cNvPr>
          <p:cNvSpPr/>
          <p:nvPr/>
        </p:nvSpPr>
        <p:spPr>
          <a:xfrm>
            <a:off x="6630029" y="5654676"/>
            <a:ext cx="211037" cy="223461"/>
          </a:xfrm>
          <a:custGeom>
            <a:avLst/>
            <a:gdLst>
              <a:gd name="csX0" fmla="*/ 0 w 211037"/>
              <a:gd name="csY0" fmla="*/ 0 h 223461"/>
              <a:gd name="csX1" fmla="*/ 211037 w 211037"/>
              <a:gd name="csY1" fmla="*/ 0 h 223461"/>
              <a:gd name="csX2" fmla="*/ 211037 w 211037"/>
              <a:gd name="csY2" fmla="*/ 223461 h 223461"/>
              <a:gd name="csX3" fmla="*/ 0 w 211037"/>
              <a:gd name="csY3" fmla="*/ 223461 h 223461"/>
              <a:gd name="csX4" fmla="*/ 0 w 211037"/>
              <a:gd name="csY4" fmla="*/ 0 h 22346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11037" h="223461" fill="none" extrusionOk="0">
                <a:moveTo>
                  <a:pt x="0" y="0"/>
                </a:moveTo>
                <a:cubicBezTo>
                  <a:pt x="86997" y="-382"/>
                  <a:pt x="150038" y="17821"/>
                  <a:pt x="211037" y="0"/>
                </a:cubicBezTo>
                <a:cubicBezTo>
                  <a:pt x="234023" y="61003"/>
                  <a:pt x="188422" y="117514"/>
                  <a:pt x="211037" y="223461"/>
                </a:cubicBezTo>
                <a:cubicBezTo>
                  <a:pt x="116174" y="244117"/>
                  <a:pt x="62217" y="211292"/>
                  <a:pt x="0" y="223461"/>
                </a:cubicBezTo>
                <a:cubicBezTo>
                  <a:pt x="-6561" y="125096"/>
                  <a:pt x="4348" y="59983"/>
                  <a:pt x="0" y="0"/>
                </a:cubicBezTo>
                <a:close/>
              </a:path>
              <a:path w="211037" h="223461" stroke="0" extrusionOk="0">
                <a:moveTo>
                  <a:pt x="0" y="0"/>
                </a:moveTo>
                <a:cubicBezTo>
                  <a:pt x="62550" y="-10807"/>
                  <a:pt x="123413" y="24095"/>
                  <a:pt x="211037" y="0"/>
                </a:cubicBezTo>
                <a:cubicBezTo>
                  <a:pt x="219001" y="76398"/>
                  <a:pt x="195322" y="112896"/>
                  <a:pt x="211037" y="223461"/>
                </a:cubicBezTo>
                <a:cubicBezTo>
                  <a:pt x="151441" y="230062"/>
                  <a:pt x="51962" y="217345"/>
                  <a:pt x="0" y="223461"/>
                </a:cubicBezTo>
                <a:cubicBezTo>
                  <a:pt x="-1189" y="144124"/>
                  <a:pt x="13203" y="90640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466926951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ABC17C8-CFCE-48DB-C2AC-78CA9BFA4C4B}"/>
              </a:ext>
            </a:extLst>
          </p:cNvPr>
          <p:cNvCxnSpPr>
            <a:cxnSpLocks/>
            <a:stCxn id="11" idx="3"/>
            <a:endCxn id="12" idx="0"/>
          </p:cNvCxnSpPr>
          <p:nvPr/>
        </p:nvCxnSpPr>
        <p:spPr>
          <a:xfrm flipH="1">
            <a:off x="6735548" y="5275939"/>
            <a:ext cx="148915" cy="3787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FF9CF33-E541-DDD7-5869-616593CF2C87}"/>
              </a:ext>
            </a:extLst>
          </p:cNvPr>
          <p:cNvCxnSpPr>
            <a:cxnSpLocks/>
            <a:stCxn id="11" idx="5"/>
            <a:endCxn id="17" idx="0"/>
          </p:cNvCxnSpPr>
          <p:nvPr/>
        </p:nvCxnSpPr>
        <p:spPr>
          <a:xfrm>
            <a:off x="7094002" y="5275939"/>
            <a:ext cx="157697" cy="3423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A9142C8C-6719-7BD0-747B-E7F9DC05F201}"/>
              </a:ext>
            </a:extLst>
          </p:cNvPr>
          <p:cNvSpPr/>
          <p:nvPr/>
        </p:nvSpPr>
        <p:spPr>
          <a:xfrm>
            <a:off x="7103532" y="5618239"/>
            <a:ext cx="296333" cy="29633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00E4DA2-4BE4-5673-0802-7F79447B0D94}"/>
              </a:ext>
            </a:extLst>
          </p:cNvPr>
          <p:cNvSpPr/>
          <p:nvPr/>
        </p:nvSpPr>
        <p:spPr>
          <a:xfrm>
            <a:off x="6892495" y="6269414"/>
            <a:ext cx="211037" cy="223461"/>
          </a:xfrm>
          <a:custGeom>
            <a:avLst/>
            <a:gdLst>
              <a:gd name="csX0" fmla="*/ 0 w 211037"/>
              <a:gd name="csY0" fmla="*/ 0 h 223461"/>
              <a:gd name="csX1" fmla="*/ 211037 w 211037"/>
              <a:gd name="csY1" fmla="*/ 0 h 223461"/>
              <a:gd name="csX2" fmla="*/ 211037 w 211037"/>
              <a:gd name="csY2" fmla="*/ 223461 h 223461"/>
              <a:gd name="csX3" fmla="*/ 0 w 211037"/>
              <a:gd name="csY3" fmla="*/ 223461 h 223461"/>
              <a:gd name="csX4" fmla="*/ 0 w 211037"/>
              <a:gd name="csY4" fmla="*/ 0 h 22346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11037" h="223461" fill="none" extrusionOk="0">
                <a:moveTo>
                  <a:pt x="0" y="0"/>
                </a:moveTo>
                <a:cubicBezTo>
                  <a:pt x="86997" y="-382"/>
                  <a:pt x="150038" y="17821"/>
                  <a:pt x="211037" y="0"/>
                </a:cubicBezTo>
                <a:cubicBezTo>
                  <a:pt x="234023" y="61003"/>
                  <a:pt x="188422" y="117514"/>
                  <a:pt x="211037" y="223461"/>
                </a:cubicBezTo>
                <a:cubicBezTo>
                  <a:pt x="116174" y="244117"/>
                  <a:pt x="62217" y="211292"/>
                  <a:pt x="0" y="223461"/>
                </a:cubicBezTo>
                <a:cubicBezTo>
                  <a:pt x="-6561" y="125096"/>
                  <a:pt x="4348" y="59983"/>
                  <a:pt x="0" y="0"/>
                </a:cubicBezTo>
                <a:close/>
              </a:path>
              <a:path w="211037" h="223461" stroke="0" extrusionOk="0">
                <a:moveTo>
                  <a:pt x="0" y="0"/>
                </a:moveTo>
                <a:cubicBezTo>
                  <a:pt x="62550" y="-10807"/>
                  <a:pt x="123413" y="24095"/>
                  <a:pt x="211037" y="0"/>
                </a:cubicBezTo>
                <a:cubicBezTo>
                  <a:pt x="219001" y="76398"/>
                  <a:pt x="195322" y="112896"/>
                  <a:pt x="211037" y="223461"/>
                </a:cubicBezTo>
                <a:cubicBezTo>
                  <a:pt x="151441" y="230062"/>
                  <a:pt x="51962" y="217345"/>
                  <a:pt x="0" y="223461"/>
                </a:cubicBezTo>
                <a:cubicBezTo>
                  <a:pt x="-1189" y="144124"/>
                  <a:pt x="13203" y="90640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466926951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7C72484-7E40-724B-84CE-9A33DAB1CC6A}"/>
              </a:ext>
            </a:extLst>
          </p:cNvPr>
          <p:cNvSpPr/>
          <p:nvPr/>
        </p:nvSpPr>
        <p:spPr>
          <a:xfrm>
            <a:off x="7399865" y="6269413"/>
            <a:ext cx="211037" cy="223461"/>
          </a:xfrm>
          <a:custGeom>
            <a:avLst/>
            <a:gdLst>
              <a:gd name="csX0" fmla="*/ 0 w 211037"/>
              <a:gd name="csY0" fmla="*/ 0 h 223461"/>
              <a:gd name="csX1" fmla="*/ 211037 w 211037"/>
              <a:gd name="csY1" fmla="*/ 0 h 223461"/>
              <a:gd name="csX2" fmla="*/ 211037 w 211037"/>
              <a:gd name="csY2" fmla="*/ 223461 h 223461"/>
              <a:gd name="csX3" fmla="*/ 0 w 211037"/>
              <a:gd name="csY3" fmla="*/ 223461 h 223461"/>
              <a:gd name="csX4" fmla="*/ 0 w 211037"/>
              <a:gd name="csY4" fmla="*/ 0 h 22346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11037" h="223461" fill="none" extrusionOk="0">
                <a:moveTo>
                  <a:pt x="0" y="0"/>
                </a:moveTo>
                <a:cubicBezTo>
                  <a:pt x="86997" y="-382"/>
                  <a:pt x="150038" y="17821"/>
                  <a:pt x="211037" y="0"/>
                </a:cubicBezTo>
                <a:cubicBezTo>
                  <a:pt x="234023" y="61003"/>
                  <a:pt x="188422" y="117514"/>
                  <a:pt x="211037" y="223461"/>
                </a:cubicBezTo>
                <a:cubicBezTo>
                  <a:pt x="116174" y="244117"/>
                  <a:pt x="62217" y="211292"/>
                  <a:pt x="0" y="223461"/>
                </a:cubicBezTo>
                <a:cubicBezTo>
                  <a:pt x="-6561" y="125096"/>
                  <a:pt x="4348" y="59983"/>
                  <a:pt x="0" y="0"/>
                </a:cubicBezTo>
                <a:close/>
              </a:path>
              <a:path w="211037" h="223461" stroke="0" extrusionOk="0">
                <a:moveTo>
                  <a:pt x="0" y="0"/>
                </a:moveTo>
                <a:cubicBezTo>
                  <a:pt x="62550" y="-10807"/>
                  <a:pt x="123413" y="24095"/>
                  <a:pt x="211037" y="0"/>
                </a:cubicBezTo>
                <a:cubicBezTo>
                  <a:pt x="219001" y="76398"/>
                  <a:pt x="195322" y="112896"/>
                  <a:pt x="211037" y="223461"/>
                </a:cubicBezTo>
                <a:cubicBezTo>
                  <a:pt x="151441" y="230062"/>
                  <a:pt x="51962" y="217345"/>
                  <a:pt x="0" y="223461"/>
                </a:cubicBezTo>
                <a:cubicBezTo>
                  <a:pt x="-1189" y="144124"/>
                  <a:pt x="13203" y="90640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466926951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N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B3B7B17-8BEC-040E-72D3-A52852699CCD}"/>
              </a:ext>
            </a:extLst>
          </p:cNvPr>
          <p:cNvCxnSpPr>
            <a:cxnSpLocks/>
            <a:stCxn id="17" idx="3"/>
            <a:endCxn id="21" idx="0"/>
          </p:cNvCxnSpPr>
          <p:nvPr/>
        </p:nvCxnSpPr>
        <p:spPr>
          <a:xfrm flipH="1">
            <a:off x="6998014" y="5871175"/>
            <a:ext cx="148915" cy="39823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78ABB14-6786-7317-43E4-F713DDC7D096}"/>
              </a:ext>
            </a:extLst>
          </p:cNvPr>
          <p:cNvCxnSpPr>
            <a:cxnSpLocks/>
            <a:stCxn id="17" idx="5"/>
            <a:endCxn id="22" idx="0"/>
          </p:cNvCxnSpPr>
          <p:nvPr/>
        </p:nvCxnSpPr>
        <p:spPr>
          <a:xfrm>
            <a:off x="7356468" y="5871175"/>
            <a:ext cx="148916" cy="3982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8E73D0FC-DED2-FF5A-AF29-37543B0DF1B8}"/>
              </a:ext>
            </a:extLst>
          </p:cNvPr>
          <p:cNvSpPr txBox="1"/>
          <p:nvPr/>
        </p:nvSpPr>
        <p:spPr>
          <a:xfrm>
            <a:off x="2725636" y="5023003"/>
            <a:ext cx="283846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i="0" dirty="0">
                <a:solidFill>
                  <a:srgbClr val="000000"/>
                </a:solidFill>
                <a:effectLst/>
                <a:latin typeface="+mj-lt"/>
              </a:rPr>
              <a:t>No property violated and the tree remains red black after deleting node A.</a:t>
            </a:r>
            <a:endParaRPr lang="en-IN" dirty="0">
              <a:latin typeface="+mj-lt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9DC2B41-781D-881C-5B83-407C414CDE9B}"/>
              </a:ext>
            </a:extLst>
          </p:cNvPr>
          <p:cNvSpPr txBox="1"/>
          <p:nvPr/>
        </p:nvSpPr>
        <p:spPr>
          <a:xfrm>
            <a:off x="1744762" y="4355202"/>
            <a:ext cx="37585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i="0" dirty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+mj-lt"/>
              </a:rPr>
              <a:t>Case-1</a:t>
            </a:r>
            <a:r>
              <a:rPr lang="en-IN" b="0" i="0" dirty="0">
                <a:solidFill>
                  <a:srgbClr val="000000"/>
                </a:solidFill>
                <a:effectLst/>
                <a:latin typeface="+mj-lt"/>
              </a:rPr>
              <a:t>: A is red and has no children</a:t>
            </a:r>
            <a:endParaRPr lang="en-IN" dirty="0">
              <a:latin typeface="+mj-lt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E6590A9-BF56-4469-53A6-257F1B82D5D9}"/>
              </a:ext>
            </a:extLst>
          </p:cNvPr>
          <p:cNvSpPr txBox="1"/>
          <p:nvPr/>
        </p:nvSpPr>
        <p:spPr>
          <a:xfrm>
            <a:off x="6333696" y="4342537"/>
            <a:ext cx="4113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i="0" dirty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+mj-lt"/>
              </a:rPr>
              <a:t>Case-2</a:t>
            </a:r>
            <a:r>
              <a:rPr lang="en-IN" b="0" i="0" dirty="0">
                <a:solidFill>
                  <a:srgbClr val="000000"/>
                </a:solidFill>
                <a:effectLst/>
                <a:latin typeface="+mj-lt"/>
              </a:rPr>
              <a:t>: </a:t>
            </a:r>
            <a:r>
              <a:rPr lang="en-IN" dirty="0"/>
              <a:t>A is red, and its only child is red</a:t>
            </a:r>
            <a:endParaRPr lang="en-IN" dirty="0">
              <a:latin typeface="+mj-lt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C7A3A22-17F9-435F-B069-C026282F7CA1}"/>
              </a:ext>
            </a:extLst>
          </p:cNvPr>
          <p:cNvSpPr txBox="1"/>
          <p:nvPr/>
        </p:nvSpPr>
        <p:spPr>
          <a:xfrm>
            <a:off x="8012517" y="5042206"/>
            <a:ext cx="283846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Impossible case, because it means that there was a </a:t>
            </a:r>
            <a:r>
              <a:rPr lang="en-IN" dirty="0">
                <a:highlight>
                  <a:srgbClr val="FF0000"/>
                </a:highlight>
              </a:rPr>
              <a:t>double red problem </a:t>
            </a:r>
            <a:r>
              <a:rPr lang="en-IN" dirty="0"/>
              <a:t>in the tree.</a:t>
            </a:r>
            <a:endParaRPr lang="en-IN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7130461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A56EC-FD45-DE00-45EC-3A2340587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49C4C-95CA-006A-A828-49FD7EF07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Operations on Red Black Tree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540D559-C715-2583-E8D0-85809FC52FB5}"/>
              </a:ext>
            </a:extLst>
          </p:cNvPr>
          <p:cNvSpPr/>
          <p:nvPr/>
        </p:nvSpPr>
        <p:spPr>
          <a:xfrm>
            <a:off x="1596281" y="2992059"/>
            <a:ext cx="296333" cy="29633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61AF8FE-7408-87A0-C4AB-CC163B192489}"/>
              </a:ext>
            </a:extLst>
          </p:cNvPr>
          <p:cNvSpPr/>
          <p:nvPr/>
        </p:nvSpPr>
        <p:spPr>
          <a:xfrm>
            <a:off x="1385244" y="3623732"/>
            <a:ext cx="211037" cy="223461"/>
          </a:xfrm>
          <a:custGeom>
            <a:avLst/>
            <a:gdLst>
              <a:gd name="csX0" fmla="*/ 0 w 211037"/>
              <a:gd name="csY0" fmla="*/ 0 h 223461"/>
              <a:gd name="csX1" fmla="*/ 211037 w 211037"/>
              <a:gd name="csY1" fmla="*/ 0 h 223461"/>
              <a:gd name="csX2" fmla="*/ 211037 w 211037"/>
              <a:gd name="csY2" fmla="*/ 223461 h 223461"/>
              <a:gd name="csX3" fmla="*/ 0 w 211037"/>
              <a:gd name="csY3" fmla="*/ 223461 h 223461"/>
              <a:gd name="csX4" fmla="*/ 0 w 211037"/>
              <a:gd name="csY4" fmla="*/ 0 h 22346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11037" h="223461" fill="none" extrusionOk="0">
                <a:moveTo>
                  <a:pt x="0" y="0"/>
                </a:moveTo>
                <a:cubicBezTo>
                  <a:pt x="86997" y="-382"/>
                  <a:pt x="150038" y="17821"/>
                  <a:pt x="211037" y="0"/>
                </a:cubicBezTo>
                <a:cubicBezTo>
                  <a:pt x="234023" y="61003"/>
                  <a:pt x="188422" y="117514"/>
                  <a:pt x="211037" y="223461"/>
                </a:cubicBezTo>
                <a:cubicBezTo>
                  <a:pt x="116174" y="244117"/>
                  <a:pt x="62217" y="211292"/>
                  <a:pt x="0" y="223461"/>
                </a:cubicBezTo>
                <a:cubicBezTo>
                  <a:pt x="-6561" y="125096"/>
                  <a:pt x="4348" y="59983"/>
                  <a:pt x="0" y="0"/>
                </a:cubicBezTo>
                <a:close/>
              </a:path>
              <a:path w="211037" h="223461" stroke="0" extrusionOk="0">
                <a:moveTo>
                  <a:pt x="0" y="0"/>
                </a:moveTo>
                <a:cubicBezTo>
                  <a:pt x="62550" y="-10807"/>
                  <a:pt x="123413" y="24095"/>
                  <a:pt x="211037" y="0"/>
                </a:cubicBezTo>
                <a:cubicBezTo>
                  <a:pt x="219001" y="76398"/>
                  <a:pt x="195322" y="112896"/>
                  <a:pt x="211037" y="223461"/>
                </a:cubicBezTo>
                <a:cubicBezTo>
                  <a:pt x="151441" y="230062"/>
                  <a:pt x="51962" y="217345"/>
                  <a:pt x="0" y="223461"/>
                </a:cubicBezTo>
                <a:cubicBezTo>
                  <a:pt x="-1189" y="144124"/>
                  <a:pt x="13203" y="90640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466926951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N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1709BED-8AC2-FC8E-84DB-5DA5E13C6945}"/>
              </a:ext>
            </a:extLst>
          </p:cNvPr>
          <p:cNvCxnSpPr>
            <a:stCxn id="27" idx="3"/>
            <a:endCxn id="28" idx="0"/>
          </p:cNvCxnSpPr>
          <p:nvPr/>
        </p:nvCxnSpPr>
        <p:spPr>
          <a:xfrm flipH="1">
            <a:off x="1490763" y="3244995"/>
            <a:ext cx="148915" cy="3787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6B39D0B-E508-3755-A974-B6F39805FA29}"/>
              </a:ext>
            </a:extLst>
          </p:cNvPr>
          <p:cNvCxnSpPr>
            <a:cxnSpLocks/>
            <a:stCxn id="27" idx="5"/>
            <a:endCxn id="31" idx="0"/>
          </p:cNvCxnSpPr>
          <p:nvPr/>
        </p:nvCxnSpPr>
        <p:spPr>
          <a:xfrm>
            <a:off x="1849217" y="3244995"/>
            <a:ext cx="157697" cy="3423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7B8A6720-1BF6-8CBB-4B0C-62844ABE6965}"/>
              </a:ext>
            </a:extLst>
          </p:cNvPr>
          <p:cNvSpPr/>
          <p:nvPr/>
        </p:nvSpPr>
        <p:spPr>
          <a:xfrm>
            <a:off x="1858747" y="3587295"/>
            <a:ext cx="296333" cy="296333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1556067-FDC7-B40D-23F1-A4F1DB4C386E}"/>
              </a:ext>
            </a:extLst>
          </p:cNvPr>
          <p:cNvSpPr/>
          <p:nvPr/>
        </p:nvSpPr>
        <p:spPr>
          <a:xfrm>
            <a:off x="1647710" y="4238470"/>
            <a:ext cx="211037" cy="223461"/>
          </a:xfrm>
          <a:custGeom>
            <a:avLst/>
            <a:gdLst>
              <a:gd name="csX0" fmla="*/ 0 w 211037"/>
              <a:gd name="csY0" fmla="*/ 0 h 223461"/>
              <a:gd name="csX1" fmla="*/ 211037 w 211037"/>
              <a:gd name="csY1" fmla="*/ 0 h 223461"/>
              <a:gd name="csX2" fmla="*/ 211037 w 211037"/>
              <a:gd name="csY2" fmla="*/ 223461 h 223461"/>
              <a:gd name="csX3" fmla="*/ 0 w 211037"/>
              <a:gd name="csY3" fmla="*/ 223461 h 223461"/>
              <a:gd name="csX4" fmla="*/ 0 w 211037"/>
              <a:gd name="csY4" fmla="*/ 0 h 22346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11037" h="223461" fill="none" extrusionOk="0">
                <a:moveTo>
                  <a:pt x="0" y="0"/>
                </a:moveTo>
                <a:cubicBezTo>
                  <a:pt x="86997" y="-382"/>
                  <a:pt x="150038" y="17821"/>
                  <a:pt x="211037" y="0"/>
                </a:cubicBezTo>
                <a:cubicBezTo>
                  <a:pt x="234023" y="61003"/>
                  <a:pt x="188422" y="117514"/>
                  <a:pt x="211037" y="223461"/>
                </a:cubicBezTo>
                <a:cubicBezTo>
                  <a:pt x="116174" y="244117"/>
                  <a:pt x="62217" y="211292"/>
                  <a:pt x="0" y="223461"/>
                </a:cubicBezTo>
                <a:cubicBezTo>
                  <a:pt x="-6561" y="125096"/>
                  <a:pt x="4348" y="59983"/>
                  <a:pt x="0" y="0"/>
                </a:cubicBezTo>
                <a:close/>
              </a:path>
              <a:path w="211037" h="223461" stroke="0" extrusionOk="0">
                <a:moveTo>
                  <a:pt x="0" y="0"/>
                </a:moveTo>
                <a:cubicBezTo>
                  <a:pt x="62550" y="-10807"/>
                  <a:pt x="123413" y="24095"/>
                  <a:pt x="211037" y="0"/>
                </a:cubicBezTo>
                <a:cubicBezTo>
                  <a:pt x="219001" y="76398"/>
                  <a:pt x="195322" y="112896"/>
                  <a:pt x="211037" y="223461"/>
                </a:cubicBezTo>
                <a:cubicBezTo>
                  <a:pt x="151441" y="230062"/>
                  <a:pt x="51962" y="217345"/>
                  <a:pt x="0" y="223461"/>
                </a:cubicBezTo>
                <a:cubicBezTo>
                  <a:pt x="-1189" y="144124"/>
                  <a:pt x="13203" y="90640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466926951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N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7E79D0E-B400-C301-DEEF-6E90A60A3091}"/>
              </a:ext>
            </a:extLst>
          </p:cNvPr>
          <p:cNvSpPr/>
          <p:nvPr/>
        </p:nvSpPr>
        <p:spPr>
          <a:xfrm>
            <a:off x="2155080" y="4238469"/>
            <a:ext cx="211037" cy="223461"/>
          </a:xfrm>
          <a:custGeom>
            <a:avLst/>
            <a:gdLst>
              <a:gd name="csX0" fmla="*/ 0 w 211037"/>
              <a:gd name="csY0" fmla="*/ 0 h 223461"/>
              <a:gd name="csX1" fmla="*/ 211037 w 211037"/>
              <a:gd name="csY1" fmla="*/ 0 h 223461"/>
              <a:gd name="csX2" fmla="*/ 211037 w 211037"/>
              <a:gd name="csY2" fmla="*/ 223461 h 223461"/>
              <a:gd name="csX3" fmla="*/ 0 w 211037"/>
              <a:gd name="csY3" fmla="*/ 223461 h 223461"/>
              <a:gd name="csX4" fmla="*/ 0 w 211037"/>
              <a:gd name="csY4" fmla="*/ 0 h 22346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11037" h="223461" fill="none" extrusionOk="0">
                <a:moveTo>
                  <a:pt x="0" y="0"/>
                </a:moveTo>
                <a:cubicBezTo>
                  <a:pt x="86997" y="-382"/>
                  <a:pt x="150038" y="17821"/>
                  <a:pt x="211037" y="0"/>
                </a:cubicBezTo>
                <a:cubicBezTo>
                  <a:pt x="234023" y="61003"/>
                  <a:pt x="188422" y="117514"/>
                  <a:pt x="211037" y="223461"/>
                </a:cubicBezTo>
                <a:cubicBezTo>
                  <a:pt x="116174" y="244117"/>
                  <a:pt x="62217" y="211292"/>
                  <a:pt x="0" y="223461"/>
                </a:cubicBezTo>
                <a:cubicBezTo>
                  <a:pt x="-6561" y="125096"/>
                  <a:pt x="4348" y="59983"/>
                  <a:pt x="0" y="0"/>
                </a:cubicBezTo>
                <a:close/>
              </a:path>
              <a:path w="211037" h="223461" stroke="0" extrusionOk="0">
                <a:moveTo>
                  <a:pt x="0" y="0"/>
                </a:moveTo>
                <a:cubicBezTo>
                  <a:pt x="62550" y="-10807"/>
                  <a:pt x="123413" y="24095"/>
                  <a:pt x="211037" y="0"/>
                </a:cubicBezTo>
                <a:cubicBezTo>
                  <a:pt x="219001" y="76398"/>
                  <a:pt x="195322" y="112896"/>
                  <a:pt x="211037" y="223461"/>
                </a:cubicBezTo>
                <a:cubicBezTo>
                  <a:pt x="151441" y="230062"/>
                  <a:pt x="51962" y="217345"/>
                  <a:pt x="0" y="223461"/>
                </a:cubicBezTo>
                <a:cubicBezTo>
                  <a:pt x="-1189" y="144124"/>
                  <a:pt x="13203" y="90640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466926951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N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6BA1565-C56D-9320-2A26-37E524EA48DA}"/>
              </a:ext>
            </a:extLst>
          </p:cNvPr>
          <p:cNvCxnSpPr>
            <a:cxnSpLocks/>
            <a:stCxn id="31" idx="3"/>
            <a:endCxn id="32" idx="0"/>
          </p:cNvCxnSpPr>
          <p:nvPr/>
        </p:nvCxnSpPr>
        <p:spPr>
          <a:xfrm flipH="1">
            <a:off x="1753229" y="3840231"/>
            <a:ext cx="148915" cy="39823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530D36A-6C20-CA52-9557-132931F83567}"/>
              </a:ext>
            </a:extLst>
          </p:cNvPr>
          <p:cNvCxnSpPr>
            <a:cxnSpLocks/>
            <a:stCxn id="31" idx="5"/>
            <a:endCxn id="33" idx="0"/>
          </p:cNvCxnSpPr>
          <p:nvPr/>
        </p:nvCxnSpPr>
        <p:spPr>
          <a:xfrm>
            <a:off x="2111683" y="3840231"/>
            <a:ext cx="148916" cy="3982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6367655C-C609-2BA4-4D13-7B35EDFAE877}"/>
              </a:ext>
            </a:extLst>
          </p:cNvPr>
          <p:cNvSpPr/>
          <p:nvPr/>
        </p:nvSpPr>
        <p:spPr>
          <a:xfrm>
            <a:off x="6079695" y="3103790"/>
            <a:ext cx="296333" cy="296333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4CB5816-15EE-3CCF-5EB8-0BADEA7D0961}"/>
              </a:ext>
            </a:extLst>
          </p:cNvPr>
          <p:cNvSpPr/>
          <p:nvPr/>
        </p:nvSpPr>
        <p:spPr>
          <a:xfrm>
            <a:off x="5868658" y="3735463"/>
            <a:ext cx="211037" cy="223461"/>
          </a:xfrm>
          <a:custGeom>
            <a:avLst/>
            <a:gdLst>
              <a:gd name="csX0" fmla="*/ 0 w 211037"/>
              <a:gd name="csY0" fmla="*/ 0 h 223461"/>
              <a:gd name="csX1" fmla="*/ 211037 w 211037"/>
              <a:gd name="csY1" fmla="*/ 0 h 223461"/>
              <a:gd name="csX2" fmla="*/ 211037 w 211037"/>
              <a:gd name="csY2" fmla="*/ 223461 h 223461"/>
              <a:gd name="csX3" fmla="*/ 0 w 211037"/>
              <a:gd name="csY3" fmla="*/ 223461 h 223461"/>
              <a:gd name="csX4" fmla="*/ 0 w 211037"/>
              <a:gd name="csY4" fmla="*/ 0 h 22346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11037" h="223461" fill="none" extrusionOk="0">
                <a:moveTo>
                  <a:pt x="0" y="0"/>
                </a:moveTo>
                <a:cubicBezTo>
                  <a:pt x="86997" y="-382"/>
                  <a:pt x="150038" y="17821"/>
                  <a:pt x="211037" y="0"/>
                </a:cubicBezTo>
                <a:cubicBezTo>
                  <a:pt x="234023" y="61003"/>
                  <a:pt x="188422" y="117514"/>
                  <a:pt x="211037" y="223461"/>
                </a:cubicBezTo>
                <a:cubicBezTo>
                  <a:pt x="116174" y="244117"/>
                  <a:pt x="62217" y="211292"/>
                  <a:pt x="0" y="223461"/>
                </a:cubicBezTo>
                <a:cubicBezTo>
                  <a:pt x="-6561" y="125096"/>
                  <a:pt x="4348" y="59983"/>
                  <a:pt x="0" y="0"/>
                </a:cubicBezTo>
                <a:close/>
              </a:path>
              <a:path w="211037" h="223461" stroke="0" extrusionOk="0">
                <a:moveTo>
                  <a:pt x="0" y="0"/>
                </a:moveTo>
                <a:cubicBezTo>
                  <a:pt x="62550" y="-10807"/>
                  <a:pt x="123413" y="24095"/>
                  <a:pt x="211037" y="0"/>
                </a:cubicBezTo>
                <a:cubicBezTo>
                  <a:pt x="219001" y="76398"/>
                  <a:pt x="195322" y="112896"/>
                  <a:pt x="211037" y="223461"/>
                </a:cubicBezTo>
                <a:cubicBezTo>
                  <a:pt x="151441" y="230062"/>
                  <a:pt x="51962" y="217345"/>
                  <a:pt x="0" y="223461"/>
                </a:cubicBezTo>
                <a:cubicBezTo>
                  <a:pt x="-1189" y="144124"/>
                  <a:pt x="13203" y="90640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466926951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N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B257533-1B42-7D3F-EF16-880C00800DA4}"/>
              </a:ext>
            </a:extLst>
          </p:cNvPr>
          <p:cNvSpPr/>
          <p:nvPr/>
        </p:nvSpPr>
        <p:spPr>
          <a:xfrm>
            <a:off x="6376028" y="3735462"/>
            <a:ext cx="211037" cy="223461"/>
          </a:xfrm>
          <a:custGeom>
            <a:avLst/>
            <a:gdLst>
              <a:gd name="csX0" fmla="*/ 0 w 211037"/>
              <a:gd name="csY0" fmla="*/ 0 h 223461"/>
              <a:gd name="csX1" fmla="*/ 211037 w 211037"/>
              <a:gd name="csY1" fmla="*/ 0 h 223461"/>
              <a:gd name="csX2" fmla="*/ 211037 w 211037"/>
              <a:gd name="csY2" fmla="*/ 223461 h 223461"/>
              <a:gd name="csX3" fmla="*/ 0 w 211037"/>
              <a:gd name="csY3" fmla="*/ 223461 h 223461"/>
              <a:gd name="csX4" fmla="*/ 0 w 211037"/>
              <a:gd name="csY4" fmla="*/ 0 h 22346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11037" h="223461" fill="none" extrusionOk="0">
                <a:moveTo>
                  <a:pt x="0" y="0"/>
                </a:moveTo>
                <a:cubicBezTo>
                  <a:pt x="86997" y="-382"/>
                  <a:pt x="150038" y="17821"/>
                  <a:pt x="211037" y="0"/>
                </a:cubicBezTo>
                <a:cubicBezTo>
                  <a:pt x="234023" y="61003"/>
                  <a:pt x="188422" y="117514"/>
                  <a:pt x="211037" y="223461"/>
                </a:cubicBezTo>
                <a:cubicBezTo>
                  <a:pt x="116174" y="244117"/>
                  <a:pt x="62217" y="211292"/>
                  <a:pt x="0" y="223461"/>
                </a:cubicBezTo>
                <a:cubicBezTo>
                  <a:pt x="-6561" y="125096"/>
                  <a:pt x="4348" y="59983"/>
                  <a:pt x="0" y="0"/>
                </a:cubicBezTo>
                <a:close/>
              </a:path>
              <a:path w="211037" h="223461" stroke="0" extrusionOk="0">
                <a:moveTo>
                  <a:pt x="0" y="0"/>
                </a:moveTo>
                <a:cubicBezTo>
                  <a:pt x="62550" y="-10807"/>
                  <a:pt x="123413" y="24095"/>
                  <a:pt x="211037" y="0"/>
                </a:cubicBezTo>
                <a:cubicBezTo>
                  <a:pt x="219001" y="76398"/>
                  <a:pt x="195322" y="112896"/>
                  <a:pt x="211037" y="223461"/>
                </a:cubicBezTo>
                <a:cubicBezTo>
                  <a:pt x="151441" y="230062"/>
                  <a:pt x="51962" y="217345"/>
                  <a:pt x="0" y="223461"/>
                </a:cubicBezTo>
                <a:cubicBezTo>
                  <a:pt x="-1189" y="144124"/>
                  <a:pt x="13203" y="90640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466926951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N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55A8803-59FB-486A-AB22-2581215D6C6C}"/>
              </a:ext>
            </a:extLst>
          </p:cNvPr>
          <p:cNvCxnSpPr>
            <a:stCxn id="36" idx="3"/>
            <a:endCxn id="37" idx="0"/>
          </p:cNvCxnSpPr>
          <p:nvPr/>
        </p:nvCxnSpPr>
        <p:spPr>
          <a:xfrm flipH="1">
            <a:off x="5974177" y="3356726"/>
            <a:ext cx="148915" cy="3787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C507C73-B752-B239-64E9-9DAA67697058}"/>
              </a:ext>
            </a:extLst>
          </p:cNvPr>
          <p:cNvCxnSpPr>
            <a:stCxn id="36" idx="5"/>
            <a:endCxn id="38" idx="0"/>
          </p:cNvCxnSpPr>
          <p:nvPr/>
        </p:nvCxnSpPr>
        <p:spPr>
          <a:xfrm>
            <a:off x="6332631" y="3356726"/>
            <a:ext cx="148916" cy="37873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B74DB8D7-CFE2-B2C5-6B35-107563ED6492}"/>
              </a:ext>
            </a:extLst>
          </p:cNvPr>
          <p:cNvSpPr/>
          <p:nvPr/>
        </p:nvSpPr>
        <p:spPr>
          <a:xfrm>
            <a:off x="1627297" y="5079110"/>
            <a:ext cx="296333" cy="296333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D9357E7-601F-76B5-D9D9-ABFA4E35C423}"/>
              </a:ext>
            </a:extLst>
          </p:cNvPr>
          <p:cNvSpPr/>
          <p:nvPr/>
        </p:nvSpPr>
        <p:spPr>
          <a:xfrm>
            <a:off x="1416260" y="5710783"/>
            <a:ext cx="211037" cy="223461"/>
          </a:xfrm>
          <a:custGeom>
            <a:avLst/>
            <a:gdLst>
              <a:gd name="csX0" fmla="*/ 0 w 211037"/>
              <a:gd name="csY0" fmla="*/ 0 h 223461"/>
              <a:gd name="csX1" fmla="*/ 211037 w 211037"/>
              <a:gd name="csY1" fmla="*/ 0 h 223461"/>
              <a:gd name="csX2" fmla="*/ 211037 w 211037"/>
              <a:gd name="csY2" fmla="*/ 223461 h 223461"/>
              <a:gd name="csX3" fmla="*/ 0 w 211037"/>
              <a:gd name="csY3" fmla="*/ 223461 h 223461"/>
              <a:gd name="csX4" fmla="*/ 0 w 211037"/>
              <a:gd name="csY4" fmla="*/ 0 h 22346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11037" h="223461" fill="none" extrusionOk="0">
                <a:moveTo>
                  <a:pt x="0" y="0"/>
                </a:moveTo>
                <a:cubicBezTo>
                  <a:pt x="86997" y="-382"/>
                  <a:pt x="150038" y="17821"/>
                  <a:pt x="211037" y="0"/>
                </a:cubicBezTo>
                <a:cubicBezTo>
                  <a:pt x="234023" y="61003"/>
                  <a:pt x="188422" y="117514"/>
                  <a:pt x="211037" y="223461"/>
                </a:cubicBezTo>
                <a:cubicBezTo>
                  <a:pt x="116174" y="244117"/>
                  <a:pt x="62217" y="211292"/>
                  <a:pt x="0" y="223461"/>
                </a:cubicBezTo>
                <a:cubicBezTo>
                  <a:pt x="-6561" y="125096"/>
                  <a:pt x="4348" y="59983"/>
                  <a:pt x="0" y="0"/>
                </a:cubicBezTo>
                <a:close/>
              </a:path>
              <a:path w="211037" h="223461" stroke="0" extrusionOk="0">
                <a:moveTo>
                  <a:pt x="0" y="0"/>
                </a:moveTo>
                <a:cubicBezTo>
                  <a:pt x="62550" y="-10807"/>
                  <a:pt x="123413" y="24095"/>
                  <a:pt x="211037" y="0"/>
                </a:cubicBezTo>
                <a:cubicBezTo>
                  <a:pt x="219001" y="76398"/>
                  <a:pt x="195322" y="112896"/>
                  <a:pt x="211037" y="223461"/>
                </a:cubicBezTo>
                <a:cubicBezTo>
                  <a:pt x="151441" y="230062"/>
                  <a:pt x="51962" y="217345"/>
                  <a:pt x="0" y="223461"/>
                </a:cubicBezTo>
                <a:cubicBezTo>
                  <a:pt x="-1189" y="144124"/>
                  <a:pt x="13203" y="90640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466926951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N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20BEEF7-FD31-5BFE-6897-2E056F6EC9C4}"/>
              </a:ext>
            </a:extLst>
          </p:cNvPr>
          <p:cNvCxnSpPr>
            <a:stCxn id="41" idx="3"/>
            <a:endCxn id="42" idx="0"/>
          </p:cNvCxnSpPr>
          <p:nvPr/>
        </p:nvCxnSpPr>
        <p:spPr>
          <a:xfrm flipH="1">
            <a:off x="1521779" y="5332046"/>
            <a:ext cx="148915" cy="3787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D349869-F6EA-5D47-DC4C-C7D927EBA7EA}"/>
              </a:ext>
            </a:extLst>
          </p:cNvPr>
          <p:cNvCxnSpPr>
            <a:cxnSpLocks/>
            <a:stCxn id="41" idx="5"/>
            <a:endCxn id="45" idx="0"/>
          </p:cNvCxnSpPr>
          <p:nvPr/>
        </p:nvCxnSpPr>
        <p:spPr>
          <a:xfrm>
            <a:off x="1880233" y="5332046"/>
            <a:ext cx="157697" cy="3423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1C605DE7-C5D2-F960-0AF7-FD18D003DF1D}"/>
              </a:ext>
            </a:extLst>
          </p:cNvPr>
          <p:cNvSpPr/>
          <p:nvPr/>
        </p:nvSpPr>
        <p:spPr>
          <a:xfrm>
            <a:off x="1889763" y="5674346"/>
            <a:ext cx="296333" cy="29633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AA8407A-27BC-62C1-9C99-1B3BBD0B35FA}"/>
              </a:ext>
            </a:extLst>
          </p:cNvPr>
          <p:cNvSpPr/>
          <p:nvPr/>
        </p:nvSpPr>
        <p:spPr>
          <a:xfrm>
            <a:off x="1678726" y="6325521"/>
            <a:ext cx="211037" cy="223461"/>
          </a:xfrm>
          <a:custGeom>
            <a:avLst/>
            <a:gdLst>
              <a:gd name="csX0" fmla="*/ 0 w 211037"/>
              <a:gd name="csY0" fmla="*/ 0 h 223461"/>
              <a:gd name="csX1" fmla="*/ 211037 w 211037"/>
              <a:gd name="csY1" fmla="*/ 0 h 223461"/>
              <a:gd name="csX2" fmla="*/ 211037 w 211037"/>
              <a:gd name="csY2" fmla="*/ 223461 h 223461"/>
              <a:gd name="csX3" fmla="*/ 0 w 211037"/>
              <a:gd name="csY3" fmla="*/ 223461 h 223461"/>
              <a:gd name="csX4" fmla="*/ 0 w 211037"/>
              <a:gd name="csY4" fmla="*/ 0 h 22346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11037" h="223461" fill="none" extrusionOk="0">
                <a:moveTo>
                  <a:pt x="0" y="0"/>
                </a:moveTo>
                <a:cubicBezTo>
                  <a:pt x="86997" y="-382"/>
                  <a:pt x="150038" y="17821"/>
                  <a:pt x="211037" y="0"/>
                </a:cubicBezTo>
                <a:cubicBezTo>
                  <a:pt x="234023" y="61003"/>
                  <a:pt x="188422" y="117514"/>
                  <a:pt x="211037" y="223461"/>
                </a:cubicBezTo>
                <a:cubicBezTo>
                  <a:pt x="116174" y="244117"/>
                  <a:pt x="62217" y="211292"/>
                  <a:pt x="0" y="223461"/>
                </a:cubicBezTo>
                <a:cubicBezTo>
                  <a:pt x="-6561" y="125096"/>
                  <a:pt x="4348" y="59983"/>
                  <a:pt x="0" y="0"/>
                </a:cubicBezTo>
                <a:close/>
              </a:path>
              <a:path w="211037" h="223461" stroke="0" extrusionOk="0">
                <a:moveTo>
                  <a:pt x="0" y="0"/>
                </a:moveTo>
                <a:cubicBezTo>
                  <a:pt x="62550" y="-10807"/>
                  <a:pt x="123413" y="24095"/>
                  <a:pt x="211037" y="0"/>
                </a:cubicBezTo>
                <a:cubicBezTo>
                  <a:pt x="219001" y="76398"/>
                  <a:pt x="195322" y="112896"/>
                  <a:pt x="211037" y="223461"/>
                </a:cubicBezTo>
                <a:cubicBezTo>
                  <a:pt x="151441" y="230062"/>
                  <a:pt x="51962" y="217345"/>
                  <a:pt x="0" y="223461"/>
                </a:cubicBezTo>
                <a:cubicBezTo>
                  <a:pt x="-1189" y="144124"/>
                  <a:pt x="13203" y="90640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466926951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N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73C7B24-AA91-3171-E3E2-5BEDC1452B38}"/>
              </a:ext>
            </a:extLst>
          </p:cNvPr>
          <p:cNvSpPr/>
          <p:nvPr/>
        </p:nvSpPr>
        <p:spPr>
          <a:xfrm>
            <a:off x="2186096" y="6325520"/>
            <a:ext cx="211037" cy="223461"/>
          </a:xfrm>
          <a:custGeom>
            <a:avLst/>
            <a:gdLst>
              <a:gd name="csX0" fmla="*/ 0 w 211037"/>
              <a:gd name="csY0" fmla="*/ 0 h 223461"/>
              <a:gd name="csX1" fmla="*/ 211037 w 211037"/>
              <a:gd name="csY1" fmla="*/ 0 h 223461"/>
              <a:gd name="csX2" fmla="*/ 211037 w 211037"/>
              <a:gd name="csY2" fmla="*/ 223461 h 223461"/>
              <a:gd name="csX3" fmla="*/ 0 w 211037"/>
              <a:gd name="csY3" fmla="*/ 223461 h 223461"/>
              <a:gd name="csX4" fmla="*/ 0 w 211037"/>
              <a:gd name="csY4" fmla="*/ 0 h 22346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11037" h="223461" fill="none" extrusionOk="0">
                <a:moveTo>
                  <a:pt x="0" y="0"/>
                </a:moveTo>
                <a:cubicBezTo>
                  <a:pt x="86997" y="-382"/>
                  <a:pt x="150038" y="17821"/>
                  <a:pt x="211037" y="0"/>
                </a:cubicBezTo>
                <a:cubicBezTo>
                  <a:pt x="234023" y="61003"/>
                  <a:pt x="188422" y="117514"/>
                  <a:pt x="211037" y="223461"/>
                </a:cubicBezTo>
                <a:cubicBezTo>
                  <a:pt x="116174" y="244117"/>
                  <a:pt x="62217" y="211292"/>
                  <a:pt x="0" y="223461"/>
                </a:cubicBezTo>
                <a:cubicBezTo>
                  <a:pt x="-6561" y="125096"/>
                  <a:pt x="4348" y="59983"/>
                  <a:pt x="0" y="0"/>
                </a:cubicBezTo>
                <a:close/>
              </a:path>
              <a:path w="211037" h="223461" stroke="0" extrusionOk="0">
                <a:moveTo>
                  <a:pt x="0" y="0"/>
                </a:moveTo>
                <a:cubicBezTo>
                  <a:pt x="62550" y="-10807"/>
                  <a:pt x="123413" y="24095"/>
                  <a:pt x="211037" y="0"/>
                </a:cubicBezTo>
                <a:cubicBezTo>
                  <a:pt x="219001" y="76398"/>
                  <a:pt x="195322" y="112896"/>
                  <a:pt x="211037" y="223461"/>
                </a:cubicBezTo>
                <a:cubicBezTo>
                  <a:pt x="151441" y="230062"/>
                  <a:pt x="51962" y="217345"/>
                  <a:pt x="0" y="223461"/>
                </a:cubicBezTo>
                <a:cubicBezTo>
                  <a:pt x="-1189" y="144124"/>
                  <a:pt x="13203" y="90640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466926951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N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DFAE9F7-5CA5-643A-92B5-D7428373E4CE}"/>
              </a:ext>
            </a:extLst>
          </p:cNvPr>
          <p:cNvCxnSpPr>
            <a:cxnSpLocks/>
            <a:stCxn id="45" idx="3"/>
            <a:endCxn id="46" idx="0"/>
          </p:cNvCxnSpPr>
          <p:nvPr/>
        </p:nvCxnSpPr>
        <p:spPr>
          <a:xfrm flipH="1">
            <a:off x="1784245" y="5927282"/>
            <a:ext cx="148915" cy="39823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3FF467E4-9B08-37F9-8802-D9F70FFB4CF5}"/>
              </a:ext>
            </a:extLst>
          </p:cNvPr>
          <p:cNvCxnSpPr>
            <a:cxnSpLocks/>
            <a:stCxn id="45" idx="5"/>
            <a:endCxn id="47" idx="0"/>
          </p:cNvCxnSpPr>
          <p:nvPr/>
        </p:nvCxnSpPr>
        <p:spPr>
          <a:xfrm>
            <a:off x="2142699" y="5927282"/>
            <a:ext cx="148916" cy="3982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EF1C94C4-C41B-DC04-54CB-98972062DF0A}"/>
              </a:ext>
            </a:extLst>
          </p:cNvPr>
          <p:cNvSpPr txBox="1"/>
          <p:nvPr/>
        </p:nvSpPr>
        <p:spPr>
          <a:xfrm>
            <a:off x="2767850" y="3240129"/>
            <a:ext cx="283846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ighlight>
                  <a:srgbClr val="FF0000"/>
                </a:highlight>
              </a:rPr>
              <a:t>Impossible case</a:t>
            </a:r>
            <a:r>
              <a:rPr lang="en-IN" dirty="0"/>
              <a:t>, because this means node A was violating property: black height</a:t>
            </a:r>
            <a:endParaRPr lang="en-IN" dirty="0">
              <a:latin typeface="+mj-lt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0EDE962-CA2E-BD15-F6DD-CEC377476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20798"/>
          </a:xfrm>
        </p:spPr>
        <p:txBody>
          <a:bodyPr/>
          <a:lstStyle/>
          <a:p>
            <a:r>
              <a:rPr lang="en-IN" dirty="0"/>
              <a:t>Deletion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2498204-00B3-327E-936E-28C6F15E86A3}"/>
              </a:ext>
            </a:extLst>
          </p:cNvPr>
          <p:cNvSpPr txBox="1"/>
          <p:nvPr/>
        </p:nvSpPr>
        <p:spPr>
          <a:xfrm>
            <a:off x="1062446" y="2510280"/>
            <a:ext cx="43772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b="0" i="0">
                <a:solidFill>
                  <a:srgbClr val="000000"/>
                </a:solidFill>
                <a:effectLst/>
                <a:latin typeface="+mj-lt"/>
              </a:defRPr>
            </a:lvl1pPr>
          </a:lstStyle>
          <a:p>
            <a:r>
              <a:rPr lang="en-IN" dirty="0">
                <a:highlight>
                  <a:srgbClr val="FFFF00"/>
                </a:highlight>
              </a:rPr>
              <a:t>Case-3</a:t>
            </a:r>
            <a:r>
              <a:rPr lang="en-IN" dirty="0"/>
              <a:t>: A is red, and its only child is black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D30CC53-EDBD-590F-6D51-7E930E43C5AB}"/>
              </a:ext>
            </a:extLst>
          </p:cNvPr>
          <p:cNvSpPr txBox="1"/>
          <p:nvPr/>
        </p:nvSpPr>
        <p:spPr>
          <a:xfrm>
            <a:off x="5672033" y="2496763"/>
            <a:ext cx="43772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b="0" i="0">
                <a:solidFill>
                  <a:srgbClr val="000000"/>
                </a:solidFill>
                <a:effectLst/>
                <a:latin typeface="+mj-lt"/>
              </a:defRPr>
            </a:lvl1pPr>
          </a:lstStyle>
          <a:p>
            <a:r>
              <a:rPr lang="en-IN" dirty="0">
                <a:highlight>
                  <a:srgbClr val="FFFF00"/>
                </a:highlight>
              </a:rPr>
              <a:t>Case-4</a:t>
            </a:r>
            <a:r>
              <a:rPr lang="en-IN" dirty="0"/>
              <a:t>: A is black and has no children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1574EAA-B085-5B61-47A6-9B39A86328A4}"/>
              </a:ext>
            </a:extLst>
          </p:cNvPr>
          <p:cNvSpPr txBox="1"/>
          <p:nvPr/>
        </p:nvSpPr>
        <p:spPr>
          <a:xfrm>
            <a:off x="2771866" y="5205332"/>
            <a:ext cx="858193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The node A is deleted and its red child takes its place. This might create a double red problem if A had a red parent. The black height problem will definitely be introduced. Both these problems can be removed just by </a:t>
            </a:r>
            <a:r>
              <a:rPr lang="en-IN" dirty="0" err="1"/>
              <a:t>coloring</a:t>
            </a:r>
            <a:r>
              <a:rPr lang="en-IN" dirty="0"/>
              <a:t> this child black.</a:t>
            </a:r>
            <a:endParaRPr lang="en-IN" dirty="0">
              <a:latin typeface="+mj-lt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271C206-B78C-0A25-62DB-BDAD1257980A}"/>
              </a:ext>
            </a:extLst>
          </p:cNvPr>
          <p:cNvSpPr txBox="1"/>
          <p:nvPr/>
        </p:nvSpPr>
        <p:spPr>
          <a:xfrm>
            <a:off x="1162202" y="4687834"/>
            <a:ext cx="43772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b="0" i="0">
                <a:solidFill>
                  <a:srgbClr val="000000"/>
                </a:solidFill>
                <a:effectLst/>
                <a:latin typeface="+mj-lt"/>
              </a:defRPr>
            </a:lvl1pPr>
          </a:lstStyle>
          <a:p>
            <a:r>
              <a:rPr lang="en-IN" dirty="0">
                <a:highlight>
                  <a:srgbClr val="FFFF00"/>
                </a:highlight>
              </a:rPr>
              <a:t>Case-5</a:t>
            </a:r>
            <a:r>
              <a:rPr lang="en-IN" dirty="0"/>
              <a:t>: A is black, and its only child is red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5FA5042-F8BC-9439-52DB-6094FB512460}"/>
              </a:ext>
            </a:extLst>
          </p:cNvPr>
          <p:cNvSpPr txBox="1"/>
          <p:nvPr/>
        </p:nvSpPr>
        <p:spPr>
          <a:xfrm>
            <a:off x="6963398" y="2987130"/>
            <a:ext cx="431420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After deletion the black height property would be violated and we need to restore this property. There are many subcases to be considered</a:t>
            </a:r>
            <a:endParaRPr lang="en-IN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3788396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53050-588E-BABF-EEBF-D9B1B179D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Operations on Red Black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185C70-9135-45D6-2E17-C3F85D0798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866775"/>
          </a:xfrm>
        </p:spPr>
        <p:txBody>
          <a:bodyPr/>
          <a:lstStyle/>
          <a:p>
            <a:r>
              <a:rPr lang="en-IN" dirty="0"/>
              <a:t>Deletion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116A5633-31A6-3721-6B39-8A1BD131FEC9}"/>
              </a:ext>
            </a:extLst>
          </p:cNvPr>
          <p:cNvSpPr/>
          <p:nvPr/>
        </p:nvSpPr>
        <p:spPr>
          <a:xfrm>
            <a:off x="1646449" y="3657597"/>
            <a:ext cx="296333" cy="296333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6DC36CC-6E7F-8499-CD8B-2E93EAEB806A}"/>
              </a:ext>
            </a:extLst>
          </p:cNvPr>
          <p:cNvSpPr/>
          <p:nvPr/>
        </p:nvSpPr>
        <p:spPr>
          <a:xfrm>
            <a:off x="1435412" y="4289270"/>
            <a:ext cx="211037" cy="223461"/>
          </a:xfrm>
          <a:custGeom>
            <a:avLst/>
            <a:gdLst>
              <a:gd name="csX0" fmla="*/ 0 w 211037"/>
              <a:gd name="csY0" fmla="*/ 0 h 223461"/>
              <a:gd name="csX1" fmla="*/ 211037 w 211037"/>
              <a:gd name="csY1" fmla="*/ 0 h 223461"/>
              <a:gd name="csX2" fmla="*/ 211037 w 211037"/>
              <a:gd name="csY2" fmla="*/ 223461 h 223461"/>
              <a:gd name="csX3" fmla="*/ 0 w 211037"/>
              <a:gd name="csY3" fmla="*/ 223461 h 223461"/>
              <a:gd name="csX4" fmla="*/ 0 w 211037"/>
              <a:gd name="csY4" fmla="*/ 0 h 22346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11037" h="223461" fill="none" extrusionOk="0">
                <a:moveTo>
                  <a:pt x="0" y="0"/>
                </a:moveTo>
                <a:cubicBezTo>
                  <a:pt x="86997" y="-382"/>
                  <a:pt x="150038" y="17821"/>
                  <a:pt x="211037" y="0"/>
                </a:cubicBezTo>
                <a:cubicBezTo>
                  <a:pt x="234023" y="61003"/>
                  <a:pt x="188422" y="117514"/>
                  <a:pt x="211037" y="223461"/>
                </a:cubicBezTo>
                <a:cubicBezTo>
                  <a:pt x="116174" y="244117"/>
                  <a:pt x="62217" y="211292"/>
                  <a:pt x="0" y="223461"/>
                </a:cubicBezTo>
                <a:cubicBezTo>
                  <a:pt x="-6561" y="125096"/>
                  <a:pt x="4348" y="59983"/>
                  <a:pt x="0" y="0"/>
                </a:cubicBezTo>
                <a:close/>
              </a:path>
              <a:path w="211037" h="223461" stroke="0" extrusionOk="0">
                <a:moveTo>
                  <a:pt x="0" y="0"/>
                </a:moveTo>
                <a:cubicBezTo>
                  <a:pt x="62550" y="-10807"/>
                  <a:pt x="123413" y="24095"/>
                  <a:pt x="211037" y="0"/>
                </a:cubicBezTo>
                <a:cubicBezTo>
                  <a:pt x="219001" y="76398"/>
                  <a:pt x="195322" y="112896"/>
                  <a:pt x="211037" y="223461"/>
                </a:cubicBezTo>
                <a:cubicBezTo>
                  <a:pt x="151441" y="230062"/>
                  <a:pt x="51962" y="217345"/>
                  <a:pt x="0" y="223461"/>
                </a:cubicBezTo>
                <a:cubicBezTo>
                  <a:pt x="-1189" y="144124"/>
                  <a:pt x="13203" y="90640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466926951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N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C86144CB-8A39-4E88-DF2F-C23B74FAC012}"/>
              </a:ext>
            </a:extLst>
          </p:cNvPr>
          <p:cNvCxnSpPr>
            <a:stCxn id="50" idx="3"/>
            <a:endCxn id="51" idx="0"/>
          </p:cNvCxnSpPr>
          <p:nvPr/>
        </p:nvCxnSpPr>
        <p:spPr>
          <a:xfrm flipH="1">
            <a:off x="1540931" y="3910533"/>
            <a:ext cx="148915" cy="3787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B7E376B2-D3D8-4D59-9DF4-BC6FEB9849D0}"/>
              </a:ext>
            </a:extLst>
          </p:cNvPr>
          <p:cNvCxnSpPr>
            <a:cxnSpLocks/>
            <a:stCxn id="50" idx="5"/>
            <a:endCxn id="54" idx="0"/>
          </p:cNvCxnSpPr>
          <p:nvPr/>
        </p:nvCxnSpPr>
        <p:spPr>
          <a:xfrm>
            <a:off x="1899385" y="3910533"/>
            <a:ext cx="157697" cy="3423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>
            <a:extLst>
              <a:ext uri="{FF2B5EF4-FFF2-40B4-BE49-F238E27FC236}">
                <a16:creationId xmlns:a16="http://schemas.microsoft.com/office/drawing/2014/main" id="{0BD8CDCC-08A5-6942-A69C-6C462E5F8133}"/>
              </a:ext>
            </a:extLst>
          </p:cNvPr>
          <p:cNvSpPr/>
          <p:nvPr/>
        </p:nvSpPr>
        <p:spPr>
          <a:xfrm>
            <a:off x="1908915" y="4252833"/>
            <a:ext cx="296333" cy="296333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78755D7-0107-9180-C5FA-259D3D99D328}"/>
              </a:ext>
            </a:extLst>
          </p:cNvPr>
          <p:cNvSpPr/>
          <p:nvPr/>
        </p:nvSpPr>
        <p:spPr>
          <a:xfrm>
            <a:off x="1697878" y="4904008"/>
            <a:ext cx="211037" cy="223461"/>
          </a:xfrm>
          <a:custGeom>
            <a:avLst/>
            <a:gdLst>
              <a:gd name="csX0" fmla="*/ 0 w 211037"/>
              <a:gd name="csY0" fmla="*/ 0 h 223461"/>
              <a:gd name="csX1" fmla="*/ 211037 w 211037"/>
              <a:gd name="csY1" fmla="*/ 0 h 223461"/>
              <a:gd name="csX2" fmla="*/ 211037 w 211037"/>
              <a:gd name="csY2" fmla="*/ 223461 h 223461"/>
              <a:gd name="csX3" fmla="*/ 0 w 211037"/>
              <a:gd name="csY3" fmla="*/ 223461 h 223461"/>
              <a:gd name="csX4" fmla="*/ 0 w 211037"/>
              <a:gd name="csY4" fmla="*/ 0 h 22346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11037" h="223461" fill="none" extrusionOk="0">
                <a:moveTo>
                  <a:pt x="0" y="0"/>
                </a:moveTo>
                <a:cubicBezTo>
                  <a:pt x="86997" y="-382"/>
                  <a:pt x="150038" y="17821"/>
                  <a:pt x="211037" y="0"/>
                </a:cubicBezTo>
                <a:cubicBezTo>
                  <a:pt x="234023" y="61003"/>
                  <a:pt x="188422" y="117514"/>
                  <a:pt x="211037" y="223461"/>
                </a:cubicBezTo>
                <a:cubicBezTo>
                  <a:pt x="116174" y="244117"/>
                  <a:pt x="62217" y="211292"/>
                  <a:pt x="0" y="223461"/>
                </a:cubicBezTo>
                <a:cubicBezTo>
                  <a:pt x="-6561" y="125096"/>
                  <a:pt x="4348" y="59983"/>
                  <a:pt x="0" y="0"/>
                </a:cubicBezTo>
                <a:close/>
              </a:path>
              <a:path w="211037" h="223461" stroke="0" extrusionOk="0">
                <a:moveTo>
                  <a:pt x="0" y="0"/>
                </a:moveTo>
                <a:cubicBezTo>
                  <a:pt x="62550" y="-10807"/>
                  <a:pt x="123413" y="24095"/>
                  <a:pt x="211037" y="0"/>
                </a:cubicBezTo>
                <a:cubicBezTo>
                  <a:pt x="219001" y="76398"/>
                  <a:pt x="195322" y="112896"/>
                  <a:pt x="211037" y="223461"/>
                </a:cubicBezTo>
                <a:cubicBezTo>
                  <a:pt x="151441" y="230062"/>
                  <a:pt x="51962" y="217345"/>
                  <a:pt x="0" y="223461"/>
                </a:cubicBezTo>
                <a:cubicBezTo>
                  <a:pt x="-1189" y="144124"/>
                  <a:pt x="13203" y="90640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466926951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N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479F3ED-E81B-CE37-5BD4-561C6EC0B810}"/>
              </a:ext>
            </a:extLst>
          </p:cNvPr>
          <p:cNvSpPr/>
          <p:nvPr/>
        </p:nvSpPr>
        <p:spPr>
          <a:xfrm>
            <a:off x="2205248" y="4904007"/>
            <a:ext cx="211037" cy="223461"/>
          </a:xfrm>
          <a:custGeom>
            <a:avLst/>
            <a:gdLst>
              <a:gd name="csX0" fmla="*/ 0 w 211037"/>
              <a:gd name="csY0" fmla="*/ 0 h 223461"/>
              <a:gd name="csX1" fmla="*/ 211037 w 211037"/>
              <a:gd name="csY1" fmla="*/ 0 h 223461"/>
              <a:gd name="csX2" fmla="*/ 211037 w 211037"/>
              <a:gd name="csY2" fmla="*/ 223461 h 223461"/>
              <a:gd name="csX3" fmla="*/ 0 w 211037"/>
              <a:gd name="csY3" fmla="*/ 223461 h 223461"/>
              <a:gd name="csX4" fmla="*/ 0 w 211037"/>
              <a:gd name="csY4" fmla="*/ 0 h 22346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11037" h="223461" fill="none" extrusionOk="0">
                <a:moveTo>
                  <a:pt x="0" y="0"/>
                </a:moveTo>
                <a:cubicBezTo>
                  <a:pt x="86997" y="-382"/>
                  <a:pt x="150038" y="17821"/>
                  <a:pt x="211037" y="0"/>
                </a:cubicBezTo>
                <a:cubicBezTo>
                  <a:pt x="234023" y="61003"/>
                  <a:pt x="188422" y="117514"/>
                  <a:pt x="211037" y="223461"/>
                </a:cubicBezTo>
                <a:cubicBezTo>
                  <a:pt x="116174" y="244117"/>
                  <a:pt x="62217" y="211292"/>
                  <a:pt x="0" y="223461"/>
                </a:cubicBezTo>
                <a:cubicBezTo>
                  <a:pt x="-6561" y="125096"/>
                  <a:pt x="4348" y="59983"/>
                  <a:pt x="0" y="0"/>
                </a:cubicBezTo>
                <a:close/>
              </a:path>
              <a:path w="211037" h="223461" stroke="0" extrusionOk="0">
                <a:moveTo>
                  <a:pt x="0" y="0"/>
                </a:moveTo>
                <a:cubicBezTo>
                  <a:pt x="62550" y="-10807"/>
                  <a:pt x="123413" y="24095"/>
                  <a:pt x="211037" y="0"/>
                </a:cubicBezTo>
                <a:cubicBezTo>
                  <a:pt x="219001" y="76398"/>
                  <a:pt x="195322" y="112896"/>
                  <a:pt x="211037" y="223461"/>
                </a:cubicBezTo>
                <a:cubicBezTo>
                  <a:pt x="151441" y="230062"/>
                  <a:pt x="51962" y="217345"/>
                  <a:pt x="0" y="223461"/>
                </a:cubicBezTo>
                <a:cubicBezTo>
                  <a:pt x="-1189" y="144124"/>
                  <a:pt x="13203" y="90640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466926951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N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CF388EE8-CE57-D232-ECD4-A9436C049715}"/>
              </a:ext>
            </a:extLst>
          </p:cNvPr>
          <p:cNvCxnSpPr>
            <a:cxnSpLocks/>
            <a:stCxn id="54" idx="3"/>
            <a:endCxn id="55" idx="0"/>
          </p:cNvCxnSpPr>
          <p:nvPr/>
        </p:nvCxnSpPr>
        <p:spPr>
          <a:xfrm flipH="1">
            <a:off x="1803397" y="4505769"/>
            <a:ext cx="148915" cy="39823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3C75322C-9395-A5DB-1086-25B00D737826}"/>
              </a:ext>
            </a:extLst>
          </p:cNvPr>
          <p:cNvCxnSpPr>
            <a:cxnSpLocks/>
            <a:stCxn id="54" idx="5"/>
            <a:endCxn id="56" idx="0"/>
          </p:cNvCxnSpPr>
          <p:nvPr/>
        </p:nvCxnSpPr>
        <p:spPr>
          <a:xfrm>
            <a:off x="2161851" y="4505769"/>
            <a:ext cx="148916" cy="3982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A49711AD-8A81-8EEA-0901-2A519A5CCADC}"/>
              </a:ext>
            </a:extLst>
          </p:cNvPr>
          <p:cNvSpPr txBox="1"/>
          <p:nvPr/>
        </p:nvSpPr>
        <p:spPr>
          <a:xfrm>
            <a:off x="1168400" y="3157416"/>
            <a:ext cx="4546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b="0" i="0">
                <a:solidFill>
                  <a:srgbClr val="000000"/>
                </a:solidFill>
                <a:effectLst/>
                <a:latin typeface="+mj-lt"/>
              </a:defRPr>
            </a:lvl1pPr>
          </a:lstStyle>
          <a:p>
            <a:r>
              <a:rPr lang="en-IN" dirty="0">
                <a:highlight>
                  <a:srgbClr val="FFFF00"/>
                </a:highlight>
              </a:rPr>
              <a:t>Case-6</a:t>
            </a:r>
            <a:r>
              <a:rPr lang="en-IN" dirty="0"/>
              <a:t>: A is black, and its only child is black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A090FF-C202-7563-67E3-6C419331AD5C}"/>
              </a:ext>
            </a:extLst>
          </p:cNvPr>
          <p:cNvSpPr txBox="1"/>
          <p:nvPr/>
        </p:nvSpPr>
        <p:spPr>
          <a:xfrm>
            <a:off x="2801717" y="3815408"/>
            <a:ext cx="283846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ighlight>
                  <a:srgbClr val="FF0000"/>
                </a:highlight>
              </a:rPr>
              <a:t>Impossible case</a:t>
            </a:r>
            <a:r>
              <a:rPr lang="en-IN" dirty="0"/>
              <a:t>, because this means node A was violating property: black height</a:t>
            </a:r>
            <a:endParaRPr lang="en-IN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2610517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6D09E-70F8-FB5B-4216-533B289C2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Graph data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6DA570-32BB-F040-2DCC-0C42F74493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282267" cy="4117975"/>
          </a:xfrm>
        </p:spPr>
        <p:txBody>
          <a:bodyPr>
            <a:normAutofit/>
          </a:bodyPr>
          <a:lstStyle/>
          <a:p>
            <a:r>
              <a:rPr lang="en-IN" dirty="0"/>
              <a:t>G = (V,E)</a:t>
            </a:r>
          </a:p>
          <a:p>
            <a:pPr lvl="1"/>
            <a:r>
              <a:rPr lang="en-IN" dirty="0"/>
              <a:t>V = {a, b, c, d}</a:t>
            </a:r>
          </a:p>
          <a:p>
            <a:pPr lvl="1"/>
            <a:r>
              <a:rPr lang="en-IN" dirty="0"/>
              <a:t>E = {(a, b), (b, c), (c, d), (d, a), (d, b)}</a:t>
            </a:r>
          </a:p>
          <a:p>
            <a:r>
              <a:rPr lang="en-IN" dirty="0">
                <a:highlight>
                  <a:srgbClr val="00FFFF"/>
                </a:highlight>
              </a:rPr>
              <a:t>Two types</a:t>
            </a:r>
            <a:r>
              <a:rPr lang="en-IN" dirty="0"/>
              <a:t>:</a:t>
            </a:r>
          </a:p>
          <a:p>
            <a:pPr lvl="1"/>
            <a:r>
              <a:rPr lang="en-IN" dirty="0"/>
              <a:t>Directed</a:t>
            </a:r>
          </a:p>
          <a:p>
            <a:pPr lvl="1"/>
            <a:r>
              <a:rPr lang="en-IN" dirty="0"/>
              <a:t>Undirected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43CE82D-4BA9-B62D-823C-A30F5AA37830}"/>
              </a:ext>
            </a:extLst>
          </p:cNvPr>
          <p:cNvSpPr/>
          <p:nvPr/>
        </p:nvSpPr>
        <p:spPr>
          <a:xfrm>
            <a:off x="7476068" y="1942083"/>
            <a:ext cx="482600" cy="482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d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74E047F-0205-65C6-E133-8CB8B5E30965}"/>
              </a:ext>
            </a:extLst>
          </p:cNvPr>
          <p:cNvSpPr/>
          <p:nvPr/>
        </p:nvSpPr>
        <p:spPr>
          <a:xfrm>
            <a:off x="8712201" y="1278741"/>
            <a:ext cx="482600" cy="482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a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A17B8A9-A0D6-BE0A-B98A-ED19466E2595}"/>
              </a:ext>
            </a:extLst>
          </p:cNvPr>
          <p:cNvSpPr/>
          <p:nvPr/>
        </p:nvSpPr>
        <p:spPr>
          <a:xfrm>
            <a:off x="9194801" y="2886118"/>
            <a:ext cx="482600" cy="482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c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6986941-BB04-D429-1F19-2EEB81458616}"/>
              </a:ext>
            </a:extLst>
          </p:cNvPr>
          <p:cNvSpPr/>
          <p:nvPr/>
        </p:nvSpPr>
        <p:spPr>
          <a:xfrm>
            <a:off x="10871200" y="1692993"/>
            <a:ext cx="482600" cy="482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b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2F1A5E4-D6D8-7E4D-97FA-36BF53513C03}"/>
              </a:ext>
            </a:extLst>
          </p:cNvPr>
          <p:cNvCxnSpPr>
            <a:stCxn id="4" idx="7"/>
            <a:endCxn id="5" idx="2"/>
          </p:cNvCxnSpPr>
          <p:nvPr/>
        </p:nvCxnSpPr>
        <p:spPr>
          <a:xfrm flipV="1">
            <a:off x="7887993" y="1520041"/>
            <a:ext cx="824208" cy="4927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BC7DF77-473A-5871-CC1C-2C763DB97226}"/>
              </a:ext>
            </a:extLst>
          </p:cNvPr>
          <p:cNvCxnSpPr>
            <a:cxnSpLocks/>
            <a:stCxn id="4" idx="6"/>
            <a:endCxn id="7" idx="2"/>
          </p:cNvCxnSpPr>
          <p:nvPr/>
        </p:nvCxnSpPr>
        <p:spPr>
          <a:xfrm flipV="1">
            <a:off x="7958668" y="1934293"/>
            <a:ext cx="2912532" cy="24909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87BB38D-4201-B46D-59B1-F1D128E374C2}"/>
              </a:ext>
            </a:extLst>
          </p:cNvPr>
          <p:cNvCxnSpPr>
            <a:cxnSpLocks/>
            <a:stCxn id="5" idx="6"/>
            <a:endCxn id="7" idx="1"/>
          </p:cNvCxnSpPr>
          <p:nvPr/>
        </p:nvCxnSpPr>
        <p:spPr>
          <a:xfrm>
            <a:off x="9194801" y="1520041"/>
            <a:ext cx="1747074" cy="24362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7142FF2-5373-F6EA-1F7D-D25703DF1E58}"/>
              </a:ext>
            </a:extLst>
          </p:cNvPr>
          <p:cNvCxnSpPr>
            <a:cxnSpLocks/>
            <a:stCxn id="7" idx="3"/>
            <a:endCxn id="6" idx="6"/>
          </p:cNvCxnSpPr>
          <p:nvPr/>
        </p:nvCxnSpPr>
        <p:spPr>
          <a:xfrm flipH="1">
            <a:off x="9677401" y="2104918"/>
            <a:ext cx="1264474" cy="10225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D86B411-BE95-31BC-78E5-EEDA6DDF70B5}"/>
              </a:ext>
            </a:extLst>
          </p:cNvPr>
          <p:cNvCxnSpPr>
            <a:stCxn id="4" idx="5"/>
            <a:endCxn id="6" idx="2"/>
          </p:cNvCxnSpPr>
          <p:nvPr/>
        </p:nvCxnSpPr>
        <p:spPr>
          <a:xfrm>
            <a:off x="7887993" y="2354008"/>
            <a:ext cx="1306808" cy="7734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6BDC4A4B-E1EF-C474-5176-048665627186}"/>
              </a:ext>
            </a:extLst>
          </p:cNvPr>
          <p:cNvSpPr/>
          <p:nvPr/>
        </p:nvSpPr>
        <p:spPr>
          <a:xfrm>
            <a:off x="7476068" y="4796364"/>
            <a:ext cx="482600" cy="482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d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6BC3B969-B566-1BB0-82B7-D8694B96362A}"/>
              </a:ext>
            </a:extLst>
          </p:cNvPr>
          <p:cNvSpPr/>
          <p:nvPr/>
        </p:nvSpPr>
        <p:spPr>
          <a:xfrm>
            <a:off x="8712201" y="4133022"/>
            <a:ext cx="482600" cy="482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a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1C05B6E6-8276-D98A-D3F6-0E4B7725E539}"/>
              </a:ext>
            </a:extLst>
          </p:cNvPr>
          <p:cNvSpPr/>
          <p:nvPr/>
        </p:nvSpPr>
        <p:spPr>
          <a:xfrm>
            <a:off x="9194801" y="5740399"/>
            <a:ext cx="482600" cy="482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c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DCE14B12-8A2A-0A75-E4F7-2F7D56D9FDFD}"/>
              </a:ext>
            </a:extLst>
          </p:cNvPr>
          <p:cNvSpPr/>
          <p:nvPr/>
        </p:nvSpPr>
        <p:spPr>
          <a:xfrm>
            <a:off x="10871200" y="4547274"/>
            <a:ext cx="482600" cy="482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b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B2BDA21-EFD9-FF14-E549-AF99846F31D6}"/>
              </a:ext>
            </a:extLst>
          </p:cNvPr>
          <p:cNvCxnSpPr>
            <a:stCxn id="33" idx="7"/>
            <a:endCxn id="34" idx="2"/>
          </p:cNvCxnSpPr>
          <p:nvPr/>
        </p:nvCxnSpPr>
        <p:spPr>
          <a:xfrm flipV="1">
            <a:off x="7887993" y="4374322"/>
            <a:ext cx="824208" cy="492717"/>
          </a:xfrm>
          <a:prstGeom prst="line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D807E36-22A9-6984-5C00-E05E722E1117}"/>
              </a:ext>
            </a:extLst>
          </p:cNvPr>
          <p:cNvCxnSpPr>
            <a:cxnSpLocks/>
            <a:stCxn id="33" idx="6"/>
            <a:endCxn id="36" idx="2"/>
          </p:cNvCxnSpPr>
          <p:nvPr/>
        </p:nvCxnSpPr>
        <p:spPr>
          <a:xfrm flipV="1">
            <a:off x="7958668" y="4788574"/>
            <a:ext cx="2912532" cy="24909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6FC57C7-3723-911D-6EF7-8C0A3EAF958F}"/>
              </a:ext>
            </a:extLst>
          </p:cNvPr>
          <p:cNvCxnSpPr>
            <a:cxnSpLocks/>
            <a:stCxn id="34" idx="6"/>
            <a:endCxn id="36" idx="1"/>
          </p:cNvCxnSpPr>
          <p:nvPr/>
        </p:nvCxnSpPr>
        <p:spPr>
          <a:xfrm>
            <a:off x="9194801" y="4374322"/>
            <a:ext cx="1747074" cy="243627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9A5654B-7EAE-26DE-CAB7-46A33478FC26}"/>
              </a:ext>
            </a:extLst>
          </p:cNvPr>
          <p:cNvCxnSpPr>
            <a:cxnSpLocks/>
            <a:stCxn id="36" idx="3"/>
            <a:endCxn id="35" idx="6"/>
          </p:cNvCxnSpPr>
          <p:nvPr/>
        </p:nvCxnSpPr>
        <p:spPr>
          <a:xfrm flipH="1">
            <a:off x="9677401" y="4959199"/>
            <a:ext cx="1264474" cy="102250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4CC6B84-174F-FC84-1434-0D94CC8C58E3}"/>
              </a:ext>
            </a:extLst>
          </p:cNvPr>
          <p:cNvCxnSpPr>
            <a:stCxn id="33" idx="5"/>
            <a:endCxn id="35" idx="2"/>
          </p:cNvCxnSpPr>
          <p:nvPr/>
        </p:nvCxnSpPr>
        <p:spPr>
          <a:xfrm>
            <a:off x="7887993" y="5208289"/>
            <a:ext cx="1306808" cy="77341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934E2340-9615-FFD8-2F2B-049006941D58}"/>
              </a:ext>
            </a:extLst>
          </p:cNvPr>
          <p:cNvSpPr txBox="1"/>
          <p:nvPr/>
        </p:nvSpPr>
        <p:spPr>
          <a:xfrm>
            <a:off x="8583776" y="6231465"/>
            <a:ext cx="16623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Directed Graph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C07A2CE-CEB1-0857-8867-ACF9DEDC1116}"/>
              </a:ext>
            </a:extLst>
          </p:cNvPr>
          <p:cNvSpPr txBox="1"/>
          <p:nvPr/>
        </p:nvSpPr>
        <p:spPr>
          <a:xfrm>
            <a:off x="8473497" y="3471403"/>
            <a:ext cx="1925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Undirected Graph</a:t>
            </a:r>
          </a:p>
        </p:txBody>
      </p:sp>
    </p:spTree>
    <p:extLst>
      <p:ext uri="{BB962C8B-B14F-4D97-AF65-F5344CB8AC3E}">
        <p14:creationId xmlns:p14="http://schemas.microsoft.com/office/powerpoint/2010/main" val="35953375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A8EF1-8D3A-5AE6-3DEE-7E145D250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Graph data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060F0-18B6-63A7-950E-FEB772358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877733" cy="4351338"/>
          </a:xfrm>
        </p:spPr>
        <p:txBody>
          <a:bodyPr/>
          <a:lstStyle/>
          <a:p>
            <a:r>
              <a:rPr lang="en-IN" dirty="0">
                <a:highlight>
                  <a:srgbClr val="00FFFF"/>
                </a:highlight>
              </a:rPr>
              <a:t>Graph Terminologies:</a:t>
            </a:r>
          </a:p>
          <a:p>
            <a:pPr lvl="1"/>
            <a:r>
              <a:rPr lang="en-IN" dirty="0"/>
              <a:t>Weighted graph</a:t>
            </a:r>
          </a:p>
          <a:p>
            <a:pPr lvl="1"/>
            <a:r>
              <a:rPr lang="en-IN" dirty="0"/>
              <a:t>Subgraph</a:t>
            </a:r>
          </a:p>
          <a:p>
            <a:pPr lvl="1"/>
            <a:r>
              <a:rPr lang="en-IN" dirty="0"/>
              <a:t>Adjacent Vertices</a:t>
            </a:r>
          </a:p>
          <a:p>
            <a:pPr lvl="1"/>
            <a:r>
              <a:rPr lang="en-IN" dirty="0"/>
              <a:t>Degree of a vertex</a:t>
            </a:r>
          </a:p>
          <a:p>
            <a:pPr lvl="2"/>
            <a:r>
              <a:rPr lang="en-IN" dirty="0"/>
              <a:t>Indegree</a:t>
            </a:r>
          </a:p>
          <a:p>
            <a:pPr lvl="2"/>
            <a:r>
              <a:rPr lang="en-IN" dirty="0"/>
              <a:t>Outdegree</a:t>
            </a:r>
          </a:p>
          <a:p>
            <a:pPr lvl="1"/>
            <a:r>
              <a:rPr lang="en-IN" dirty="0"/>
              <a:t>Path</a:t>
            </a:r>
          </a:p>
          <a:p>
            <a:pPr lvl="1"/>
            <a:r>
              <a:rPr lang="en-IN" dirty="0"/>
              <a:t>Simple Path</a:t>
            </a:r>
          </a:p>
          <a:p>
            <a:pPr lvl="1"/>
            <a:r>
              <a:rPr lang="en-IN" dirty="0"/>
              <a:t>Cycle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1A244E7-E8E9-4B61-CC84-032B5491ADDE}"/>
              </a:ext>
            </a:extLst>
          </p:cNvPr>
          <p:cNvSpPr txBox="1">
            <a:spLocks/>
          </p:cNvSpPr>
          <p:nvPr/>
        </p:nvSpPr>
        <p:spPr>
          <a:xfrm>
            <a:off x="4868333" y="1825625"/>
            <a:ext cx="387773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>
                <a:highlight>
                  <a:srgbClr val="00FF00"/>
                </a:highlight>
              </a:rPr>
              <a:t>Graph Terminologies:</a:t>
            </a:r>
          </a:p>
          <a:p>
            <a:pPr lvl="1"/>
            <a:r>
              <a:rPr lang="en-IN" dirty="0"/>
              <a:t>Connected graph</a:t>
            </a:r>
          </a:p>
          <a:p>
            <a:pPr lvl="1"/>
            <a:r>
              <a:rPr lang="en-IN" dirty="0"/>
              <a:t>Unconnected graph</a:t>
            </a:r>
          </a:p>
          <a:p>
            <a:pPr lvl="1"/>
            <a:r>
              <a:rPr lang="en-IN" dirty="0"/>
              <a:t>Tree</a:t>
            </a:r>
          </a:p>
          <a:p>
            <a:pPr lvl="1"/>
            <a:r>
              <a:rPr lang="en-IN" dirty="0"/>
              <a:t>Forest</a:t>
            </a:r>
          </a:p>
          <a:p>
            <a:pPr lvl="1"/>
            <a:r>
              <a:rPr lang="en-IN" dirty="0"/>
              <a:t>Complete Graph</a:t>
            </a:r>
          </a:p>
          <a:p>
            <a:pPr lvl="1"/>
            <a:r>
              <a:rPr lang="en-IN" dirty="0"/>
              <a:t>Spanning tree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062447F-EC38-5D31-C5FA-BB5E6D62797D}"/>
              </a:ext>
            </a:extLst>
          </p:cNvPr>
          <p:cNvSpPr/>
          <p:nvPr/>
        </p:nvSpPr>
        <p:spPr>
          <a:xfrm>
            <a:off x="4995333" y="4978400"/>
            <a:ext cx="6053667" cy="685799"/>
          </a:xfrm>
          <a:custGeom>
            <a:avLst/>
            <a:gdLst>
              <a:gd name="csX0" fmla="*/ 0 w 6053667"/>
              <a:gd name="csY0" fmla="*/ 114302 h 685799"/>
              <a:gd name="csX1" fmla="*/ 114302 w 6053667"/>
              <a:gd name="csY1" fmla="*/ 0 h 685799"/>
              <a:gd name="csX2" fmla="*/ 580307 w 6053667"/>
              <a:gd name="csY2" fmla="*/ 0 h 685799"/>
              <a:gd name="csX3" fmla="*/ 1046312 w 6053667"/>
              <a:gd name="csY3" fmla="*/ 0 h 685799"/>
              <a:gd name="csX4" fmla="*/ 1745320 w 6053667"/>
              <a:gd name="csY4" fmla="*/ 0 h 685799"/>
              <a:gd name="csX5" fmla="*/ 2211325 w 6053667"/>
              <a:gd name="csY5" fmla="*/ 0 h 685799"/>
              <a:gd name="csX6" fmla="*/ 2793831 w 6053667"/>
              <a:gd name="csY6" fmla="*/ 0 h 685799"/>
              <a:gd name="csX7" fmla="*/ 3259836 w 6053667"/>
              <a:gd name="csY7" fmla="*/ 0 h 685799"/>
              <a:gd name="csX8" fmla="*/ 3958844 w 6053667"/>
              <a:gd name="csY8" fmla="*/ 0 h 685799"/>
              <a:gd name="csX9" fmla="*/ 4483099 w 6053667"/>
              <a:gd name="csY9" fmla="*/ 0 h 685799"/>
              <a:gd name="csX10" fmla="*/ 5065606 w 6053667"/>
              <a:gd name="csY10" fmla="*/ 0 h 685799"/>
              <a:gd name="csX11" fmla="*/ 5939365 w 6053667"/>
              <a:gd name="csY11" fmla="*/ 0 h 685799"/>
              <a:gd name="csX12" fmla="*/ 6053667 w 6053667"/>
              <a:gd name="csY12" fmla="*/ 114302 h 685799"/>
              <a:gd name="csX13" fmla="*/ 6053667 w 6053667"/>
              <a:gd name="csY13" fmla="*/ 571497 h 685799"/>
              <a:gd name="csX14" fmla="*/ 5939365 w 6053667"/>
              <a:gd name="csY14" fmla="*/ 685799 h 685799"/>
              <a:gd name="csX15" fmla="*/ 5298608 w 6053667"/>
              <a:gd name="csY15" fmla="*/ 685799 h 685799"/>
              <a:gd name="csX16" fmla="*/ 4774352 w 6053667"/>
              <a:gd name="csY16" fmla="*/ 685799 h 685799"/>
              <a:gd name="csX17" fmla="*/ 4075345 w 6053667"/>
              <a:gd name="csY17" fmla="*/ 685799 h 685799"/>
              <a:gd name="csX18" fmla="*/ 3434588 w 6053667"/>
              <a:gd name="csY18" fmla="*/ 685799 h 685799"/>
              <a:gd name="csX19" fmla="*/ 2852082 w 6053667"/>
              <a:gd name="csY19" fmla="*/ 685799 h 685799"/>
              <a:gd name="csX20" fmla="*/ 2211325 w 6053667"/>
              <a:gd name="csY20" fmla="*/ 685799 h 685799"/>
              <a:gd name="csX21" fmla="*/ 1745320 w 6053667"/>
              <a:gd name="csY21" fmla="*/ 685799 h 685799"/>
              <a:gd name="csX22" fmla="*/ 1162813 w 6053667"/>
              <a:gd name="csY22" fmla="*/ 685799 h 685799"/>
              <a:gd name="csX23" fmla="*/ 755059 w 6053667"/>
              <a:gd name="csY23" fmla="*/ 685799 h 685799"/>
              <a:gd name="csX24" fmla="*/ 114302 w 6053667"/>
              <a:gd name="csY24" fmla="*/ 685799 h 685799"/>
              <a:gd name="csX25" fmla="*/ 0 w 6053667"/>
              <a:gd name="csY25" fmla="*/ 571497 h 685799"/>
              <a:gd name="csX26" fmla="*/ 0 w 6053667"/>
              <a:gd name="csY26" fmla="*/ 114302 h 6857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6053667" h="685799" fill="none" extrusionOk="0">
                <a:moveTo>
                  <a:pt x="0" y="114302"/>
                </a:moveTo>
                <a:cubicBezTo>
                  <a:pt x="4928" y="51894"/>
                  <a:pt x="35287" y="-7378"/>
                  <a:pt x="114302" y="0"/>
                </a:cubicBezTo>
                <a:cubicBezTo>
                  <a:pt x="212238" y="-45243"/>
                  <a:pt x="357403" y="43874"/>
                  <a:pt x="580307" y="0"/>
                </a:cubicBezTo>
                <a:cubicBezTo>
                  <a:pt x="803211" y="-43874"/>
                  <a:pt x="909151" y="5374"/>
                  <a:pt x="1046312" y="0"/>
                </a:cubicBezTo>
                <a:cubicBezTo>
                  <a:pt x="1183473" y="-5374"/>
                  <a:pt x="1437680" y="66125"/>
                  <a:pt x="1745320" y="0"/>
                </a:cubicBezTo>
                <a:cubicBezTo>
                  <a:pt x="2052960" y="-66125"/>
                  <a:pt x="2033521" y="741"/>
                  <a:pt x="2211325" y="0"/>
                </a:cubicBezTo>
                <a:cubicBezTo>
                  <a:pt x="2389129" y="-741"/>
                  <a:pt x="2594966" y="48922"/>
                  <a:pt x="2793831" y="0"/>
                </a:cubicBezTo>
                <a:cubicBezTo>
                  <a:pt x="2992696" y="-48922"/>
                  <a:pt x="3165730" y="44531"/>
                  <a:pt x="3259836" y="0"/>
                </a:cubicBezTo>
                <a:cubicBezTo>
                  <a:pt x="3353942" y="-44531"/>
                  <a:pt x="3687272" y="10465"/>
                  <a:pt x="3958844" y="0"/>
                </a:cubicBezTo>
                <a:cubicBezTo>
                  <a:pt x="4230416" y="-10465"/>
                  <a:pt x="4301629" y="4206"/>
                  <a:pt x="4483099" y="0"/>
                </a:cubicBezTo>
                <a:cubicBezTo>
                  <a:pt x="4664569" y="-4206"/>
                  <a:pt x="4906069" y="27182"/>
                  <a:pt x="5065606" y="0"/>
                </a:cubicBezTo>
                <a:cubicBezTo>
                  <a:pt x="5225143" y="-27182"/>
                  <a:pt x="5548974" y="92078"/>
                  <a:pt x="5939365" y="0"/>
                </a:cubicBezTo>
                <a:cubicBezTo>
                  <a:pt x="6013762" y="4476"/>
                  <a:pt x="6050616" y="55469"/>
                  <a:pt x="6053667" y="114302"/>
                </a:cubicBezTo>
                <a:cubicBezTo>
                  <a:pt x="6099793" y="286697"/>
                  <a:pt x="6020593" y="364354"/>
                  <a:pt x="6053667" y="571497"/>
                </a:cubicBezTo>
                <a:cubicBezTo>
                  <a:pt x="6045988" y="643060"/>
                  <a:pt x="6012741" y="671400"/>
                  <a:pt x="5939365" y="685799"/>
                </a:cubicBezTo>
                <a:cubicBezTo>
                  <a:pt x="5735758" y="745581"/>
                  <a:pt x="5600195" y="669470"/>
                  <a:pt x="5298608" y="685799"/>
                </a:cubicBezTo>
                <a:cubicBezTo>
                  <a:pt x="4997021" y="702128"/>
                  <a:pt x="4918144" y="682291"/>
                  <a:pt x="4774352" y="685799"/>
                </a:cubicBezTo>
                <a:cubicBezTo>
                  <a:pt x="4630560" y="689307"/>
                  <a:pt x="4306203" y="634972"/>
                  <a:pt x="4075345" y="685799"/>
                </a:cubicBezTo>
                <a:cubicBezTo>
                  <a:pt x="3844487" y="736626"/>
                  <a:pt x="3588688" y="685528"/>
                  <a:pt x="3434588" y="685799"/>
                </a:cubicBezTo>
                <a:cubicBezTo>
                  <a:pt x="3280488" y="686070"/>
                  <a:pt x="3027196" y="682275"/>
                  <a:pt x="2852082" y="685799"/>
                </a:cubicBezTo>
                <a:cubicBezTo>
                  <a:pt x="2676968" y="689323"/>
                  <a:pt x="2372374" y="652165"/>
                  <a:pt x="2211325" y="685799"/>
                </a:cubicBezTo>
                <a:cubicBezTo>
                  <a:pt x="2050276" y="719433"/>
                  <a:pt x="1919162" y="643402"/>
                  <a:pt x="1745320" y="685799"/>
                </a:cubicBezTo>
                <a:cubicBezTo>
                  <a:pt x="1571478" y="728196"/>
                  <a:pt x="1329044" y="657613"/>
                  <a:pt x="1162813" y="685799"/>
                </a:cubicBezTo>
                <a:cubicBezTo>
                  <a:pt x="996582" y="713985"/>
                  <a:pt x="900116" y="656095"/>
                  <a:pt x="755059" y="685799"/>
                </a:cubicBezTo>
                <a:cubicBezTo>
                  <a:pt x="610002" y="715503"/>
                  <a:pt x="401022" y="631605"/>
                  <a:pt x="114302" y="685799"/>
                </a:cubicBezTo>
                <a:cubicBezTo>
                  <a:pt x="52811" y="675770"/>
                  <a:pt x="1676" y="643448"/>
                  <a:pt x="0" y="571497"/>
                </a:cubicBezTo>
                <a:cubicBezTo>
                  <a:pt x="-5628" y="388852"/>
                  <a:pt x="45789" y="333173"/>
                  <a:pt x="0" y="114302"/>
                </a:cubicBezTo>
                <a:close/>
              </a:path>
              <a:path w="6053667" h="685799" stroke="0" extrusionOk="0">
                <a:moveTo>
                  <a:pt x="0" y="114302"/>
                </a:moveTo>
                <a:cubicBezTo>
                  <a:pt x="3466" y="53762"/>
                  <a:pt x="46491" y="11338"/>
                  <a:pt x="114302" y="0"/>
                </a:cubicBezTo>
                <a:cubicBezTo>
                  <a:pt x="349920" y="-44011"/>
                  <a:pt x="509175" y="16381"/>
                  <a:pt x="638558" y="0"/>
                </a:cubicBezTo>
                <a:cubicBezTo>
                  <a:pt x="767941" y="-16381"/>
                  <a:pt x="1184717" y="37379"/>
                  <a:pt x="1337565" y="0"/>
                </a:cubicBezTo>
                <a:cubicBezTo>
                  <a:pt x="1490413" y="-37379"/>
                  <a:pt x="1692271" y="55273"/>
                  <a:pt x="2036573" y="0"/>
                </a:cubicBezTo>
                <a:cubicBezTo>
                  <a:pt x="2380875" y="-55273"/>
                  <a:pt x="2566992" y="77768"/>
                  <a:pt x="2735580" y="0"/>
                </a:cubicBezTo>
                <a:cubicBezTo>
                  <a:pt x="2904168" y="-77768"/>
                  <a:pt x="2955724" y="45108"/>
                  <a:pt x="3143335" y="0"/>
                </a:cubicBezTo>
                <a:cubicBezTo>
                  <a:pt x="3330946" y="-45108"/>
                  <a:pt x="3468915" y="62687"/>
                  <a:pt x="3784092" y="0"/>
                </a:cubicBezTo>
                <a:cubicBezTo>
                  <a:pt x="4099269" y="-62687"/>
                  <a:pt x="4106897" y="8237"/>
                  <a:pt x="4191846" y="0"/>
                </a:cubicBezTo>
                <a:cubicBezTo>
                  <a:pt x="4276795" y="-8237"/>
                  <a:pt x="4501883" y="8509"/>
                  <a:pt x="4774352" y="0"/>
                </a:cubicBezTo>
                <a:cubicBezTo>
                  <a:pt x="5046821" y="-8509"/>
                  <a:pt x="5131323" y="50206"/>
                  <a:pt x="5298608" y="0"/>
                </a:cubicBezTo>
                <a:cubicBezTo>
                  <a:pt x="5465893" y="-50206"/>
                  <a:pt x="5635056" y="13363"/>
                  <a:pt x="5939365" y="0"/>
                </a:cubicBezTo>
                <a:cubicBezTo>
                  <a:pt x="6010792" y="-15081"/>
                  <a:pt x="6067445" y="44035"/>
                  <a:pt x="6053667" y="114302"/>
                </a:cubicBezTo>
                <a:cubicBezTo>
                  <a:pt x="6108061" y="324288"/>
                  <a:pt x="6030036" y="385252"/>
                  <a:pt x="6053667" y="571497"/>
                </a:cubicBezTo>
                <a:cubicBezTo>
                  <a:pt x="6061861" y="644417"/>
                  <a:pt x="6001299" y="683369"/>
                  <a:pt x="5939365" y="685799"/>
                </a:cubicBezTo>
                <a:cubicBezTo>
                  <a:pt x="5781538" y="758432"/>
                  <a:pt x="5483535" y="664001"/>
                  <a:pt x="5240357" y="685799"/>
                </a:cubicBezTo>
                <a:cubicBezTo>
                  <a:pt x="4997179" y="707597"/>
                  <a:pt x="4715455" y="683654"/>
                  <a:pt x="4541350" y="685799"/>
                </a:cubicBezTo>
                <a:cubicBezTo>
                  <a:pt x="4367245" y="687944"/>
                  <a:pt x="4247937" y="637665"/>
                  <a:pt x="3958844" y="685799"/>
                </a:cubicBezTo>
                <a:cubicBezTo>
                  <a:pt x="3669751" y="733933"/>
                  <a:pt x="3561564" y="633649"/>
                  <a:pt x="3376337" y="685799"/>
                </a:cubicBezTo>
                <a:cubicBezTo>
                  <a:pt x="3191110" y="737949"/>
                  <a:pt x="2973853" y="685125"/>
                  <a:pt x="2793831" y="685799"/>
                </a:cubicBezTo>
                <a:cubicBezTo>
                  <a:pt x="2613809" y="686473"/>
                  <a:pt x="2485651" y="627985"/>
                  <a:pt x="2211325" y="685799"/>
                </a:cubicBezTo>
                <a:cubicBezTo>
                  <a:pt x="1936999" y="743613"/>
                  <a:pt x="1749083" y="637948"/>
                  <a:pt x="1628818" y="685799"/>
                </a:cubicBezTo>
                <a:cubicBezTo>
                  <a:pt x="1508553" y="733650"/>
                  <a:pt x="1348555" y="642982"/>
                  <a:pt x="1104563" y="685799"/>
                </a:cubicBezTo>
                <a:cubicBezTo>
                  <a:pt x="860572" y="728616"/>
                  <a:pt x="439684" y="616483"/>
                  <a:pt x="114302" y="685799"/>
                </a:cubicBezTo>
                <a:cubicBezTo>
                  <a:pt x="38997" y="674612"/>
                  <a:pt x="-13344" y="640738"/>
                  <a:pt x="0" y="571497"/>
                </a:cubicBezTo>
                <a:cubicBezTo>
                  <a:pt x="-29177" y="441737"/>
                  <a:pt x="41508" y="329512"/>
                  <a:pt x="0" y="1143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976729095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Please plan to show everything visually (proper diagrams) to your students. </a:t>
            </a:r>
          </a:p>
        </p:txBody>
      </p:sp>
    </p:spTree>
    <p:extLst>
      <p:ext uri="{BB962C8B-B14F-4D97-AF65-F5344CB8AC3E}">
        <p14:creationId xmlns:p14="http://schemas.microsoft.com/office/powerpoint/2010/main" val="426067579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B9349-7B63-93A3-0804-6D78E520F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Representation of 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68DD29-B45D-2851-81FB-BDC8ED2A16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highlight>
                  <a:srgbClr val="00FF00"/>
                </a:highlight>
              </a:rPr>
              <a:t>Adjacency Matrix</a:t>
            </a:r>
            <a:r>
              <a:rPr lang="en-IN" dirty="0"/>
              <a:t>: 2d array</a:t>
            </a:r>
          </a:p>
          <a:p>
            <a:endParaRPr lang="en-IN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578B160-D4AA-6373-BC99-A9FB57FC743C}"/>
              </a:ext>
            </a:extLst>
          </p:cNvPr>
          <p:cNvSpPr/>
          <p:nvPr/>
        </p:nvSpPr>
        <p:spPr>
          <a:xfrm>
            <a:off x="2870201" y="3440683"/>
            <a:ext cx="482600" cy="482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d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719F49C-0060-0DDD-E693-CA62FF27650A}"/>
              </a:ext>
            </a:extLst>
          </p:cNvPr>
          <p:cNvSpPr/>
          <p:nvPr/>
        </p:nvSpPr>
        <p:spPr>
          <a:xfrm>
            <a:off x="4106334" y="2777341"/>
            <a:ext cx="482600" cy="482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a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42ADE29-1305-AA9D-20C6-9C83C92F3DF1}"/>
              </a:ext>
            </a:extLst>
          </p:cNvPr>
          <p:cNvSpPr/>
          <p:nvPr/>
        </p:nvSpPr>
        <p:spPr>
          <a:xfrm>
            <a:off x="4588934" y="4384718"/>
            <a:ext cx="482600" cy="482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c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35AABCA-38C7-C14E-7A0A-ABB15F04A877}"/>
              </a:ext>
            </a:extLst>
          </p:cNvPr>
          <p:cNvSpPr/>
          <p:nvPr/>
        </p:nvSpPr>
        <p:spPr>
          <a:xfrm>
            <a:off x="6265333" y="3191593"/>
            <a:ext cx="482600" cy="482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b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9986737-AB6A-67D7-72BD-65A24D1094F0}"/>
              </a:ext>
            </a:extLst>
          </p:cNvPr>
          <p:cNvCxnSpPr>
            <a:stCxn id="4" idx="7"/>
            <a:endCxn id="5" idx="2"/>
          </p:cNvCxnSpPr>
          <p:nvPr/>
        </p:nvCxnSpPr>
        <p:spPr>
          <a:xfrm flipV="1">
            <a:off x="3282126" y="3018641"/>
            <a:ext cx="824208" cy="4927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114F1E6-FD68-4506-90BB-0D3BAA0A59E5}"/>
              </a:ext>
            </a:extLst>
          </p:cNvPr>
          <p:cNvCxnSpPr>
            <a:cxnSpLocks/>
            <a:stCxn id="4" idx="6"/>
            <a:endCxn id="7" idx="2"/>
          </p:cNvCxnSpPr>
          <p:nvPr/>
        </p:nvCxnSpPr>
        <p:spPr>
          <a:xfrm flipV="1">
            <a:off x="3352801" y="3432893"/>
            <a:ext cx="2912532" cy="24909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D2B38B8-DF92-DE2A-FC72-E191E2C33EC1}"/>
              </a:ext>
            </a:extLst>
          </p:cNvPr>
          <p:cNvCxnSpPr>
            <a:cxnSpLocks/>
            <a:stCxn id="5" idx="6"/>
            <a:endCxn id="7" idx="1"/>
          </p:cNvCxnSpPr>
          <p:nvPr/>
        </p:nvCxnSpPr>
        <p:spPr>
          <a:xfrm>
            <a:off x="4588934" y="3018641"/>
            <a:ext cx="1747074" cy="24362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4BBB8D5-E48F-077A-B6A8-BBB2C0B311AA}"/>
              </a:ext>
            </a:extLst>
          </p:cNvPr>
          <p:cNvCxnSpPr>
            <a:cxnSpLocks/>
            <a:stCxn id="7" idx="3"/>
            <a:endCxn id="6" idx="6"/>
          </p:cNvCxnSpPr>
          <p:nvPr/>
        </p:nvCxnSpPr>
        <p:spPr>
          <a:xfrm flipH="1">
            <a:off x="5071534" y="3603518"/>
            <a:ext cx="1264474" cy="10225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6D2F290-1150-8ADC-9645-71DB1442EA8D}"/>
              </a:ext>
            </a:extLst>
          </p:cNvPr>
          <p:cNvCxnSpPr>
            <a:stCxn id="4" idx="5"/>
            <a:endCxn id="6" idx="2"/>
          </p:cNvCxnSpPr>
          <p:nvPr/>
        </p:nvCxnSpPr>
        <p:spPr>
          <a:xfrm>
            <a:off x="3282126" y="3852608"/>
            <a:ext cx="1306808" cy="7734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C4041D5E-84EF-07F1-14FF-47FF20F7E6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5835597"/>
              </p:ext>
            </p:extLst>
          </p:nvPr>
        </p:nvGraphicFramePr>
        <p:xfrm>
          <a:off x="7628464" y="2385113"/>
          <a:ext cx="2556935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1387">
                  <a:extLst>
                    <a:ext uri="{9D8B030D-6E8A-4147-A177-3AD203B41FA5}">
                      <a16:colId xmlns:a16="http://schemas.microsoft.com/office/drawing/2014/main" val="1302748439"/>
                    </a:ext>
                  </a:extLst>
                </a:gridCol>
                <a:gridCol w="511387">
                  <a:extLst>
                    <a:ext uri="{9D8B030D-6E8A-4147-A177-3AD203B41FA5}">
                      <a16:colId xmlns:a16="http://schemas.microsoft.com/office/drawing/2014/main" val="1593801249"/>
                    </a:ext>
                  </a:extLst>
                </a:gridCol>
                <a:gridCol w="511387">
                  <a:extLst>
                    <a:ext uri="{9D8B030D-6E8A-4147-A177-3AD203B41FA5}">
                      <a16:colId xmlns:a16="http://schemas.microsoft.com/office/drawing/2014/main" val="2213604632"/>
                    </a:ext>
                  </a:extLst>
                </a:gridCol>
                <a:gridCol w="511387">
                  <a:extLst>
                    <a:ext uri="{9D8B030D-6E8A-4147-A177-3AD203B41FA5}">
                      <a16:colId xmlns:a16="http://schemas.microsoft.com/office/drawing/2014/main" val="1658657430"/>
                    </a:ext>
                  </a:extLst>
                </a:gridCol>
                <a:gridCol w="511387">
                  <a:extLst>
                    <a:ext uri="{9D8B030D-6E8A-4147-A177-3AD203B41FA5}">
                      <a16:colId xmlns:a16="http://schemas.microsoft.com/office/drawing/2014/main" val="27033611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72810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71072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8621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898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18695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647496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B1EFD-8B88-84DF-38FF-CE4D7AE51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Representation of 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60C62-04CC-B3A5-51FE-AD910D2059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16034" cy="4351338"/>
          </a:xfrm>
        </p:spPr>
        <p:txBody>
          <a:bodyPr/>
          <a:lstStyle/>
          <a:p>
            <a:r>
              <a:rPr lang="en-IN" dirty="0">
                <a:highlight>
                  <a:srgbClr val="00FF00"/>
                </a:highlight>
              </a:rPr>
              <a:t>Adjacency List</a:t>
            </a:r>
            <a:r>
              <a:rPr lang="en-IN" dirty="0"/>
              <a:t>: Linked list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1B64DF9-C77D-9154-E181-750C7F8D990E}"/>
              </a:ext>
            </a:extLst>
          </p:cNvPr>
          <p:cNvSpPr/>
          <p:nvPr/>
        </p:nvSpPr>
        <p:spPr>
          <a:xfrm>
            <a:off x="1540934" y="3804749"/>
            <a:ext cx="482600" cy="482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d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DF669C3-3B76-86EF-8837-C71FA4006048}"/>
              </a:ext>
            </a:extLst>
          </p:cNvPr>
          <p:cNvSpPr/>
          <p:nvPr/>
        </p:nvSpPr>
        <p:spPr>
          <a:xfrm>
            <a:off x="2777067" y="3141407"/>
            <a:ext cx="482600" cy="482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a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39DD8BC-017C-A920-DE0F-B2DB8BFAAA9C}"/>
              </a:ext>
            </a:extLst>
          </p:cNvPr>
          <p:cNvSpPr/>
          <p:nvPr/>
        </p:nvSpPr>
        <p:spPr>
          <a:xfrm>
            <a:off x="3259667" y="4748784"/>
            <a:ext cx="482600" cy="482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c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233AF82-742C-3AD5-FE2C-7682D492B2B2}"/>
              </a:ext>
            </a:extLst>
          </p:cNvPr>
          <p:cNvSpPr/>
          <p:nvPr/>
        </p:nvSpPr>
        <p:spPr>
          <a:xfrm>
            <a:off x="4936066" y="3555659"/>
            <a:ext cx="482600" cy="482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b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B1EB32C-6D6E-85FA-660B-F4A0C35EDF3D}"/>
              </a:ext>
            </a:extLst>
          </p:cNvPr>
          <p:cNvCxnSpPr>
            <a:stCxn id="4" idx="7"/>
            <a:endCxn id="5" idx="2"/>
          </p:cNvCxnSpPr>
          <p:nvPr/>
        </p:nvCxnSpPr>
        <p:spPr>
          <a:xfrm flipV="1">
            <a:off x="1952859" y="3382707"/>
            <a:ext cx="824208" cy="4927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54BCB99-E3FC-7E88-1E40-DC4A1069C00D}"/>
              </a:ext>
            </a:extLst>
          </p:cNvPr>
          <p:cNvCxnSpPr>
            <a:cxnSpLocks/>
            <a:stCxn id="4" idx="6"/>
            <a:endCxn id="7" idx="2"/>
          </p:cNvCxnSpPr>
          <p:nvPr/>
        </p:nvCxnSpPr>
        <p:spPr>
          <a:xfrm flipV="1">
            <a:off x="2023534" y="3796959"/>
            <a:ext cx="2912532" cy="24909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C62881D-9B1A-CFF5-2CD1-A0B40CC390CE}"/>
              </a:ext>
            </a:extLst>
          </p:cNvPr>
          <p:cNvCxnSpPr>
            <a:cxnSpLocks/>
            <a:stCxn id="5" idx="6"/>
            <a:endCxn id="7" idx="1"/>
          </p:cNvCxnSpPr>
          <p:nvPr/>
        </p:nvCxnSpPr>
        <p:spPr>
          <a:xfrm>
            <a:off x="3259667" y="3382707"/>
            <a:ext cx="1747074" cy="24362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2604BF6-A1D8-1A18-B6EA-13DC84646D46}"/>
              </a:ext>
            </a:extLst>
          </p:cNvPr>
          <p:cNvCxnSpPr>
            <a:cxnSpLocks/>
            <a:stCxn id="7" idx="3"/>
            <a:endCxn id="6" idx="6"/>
          </p:cNvCxnSpPr>
          <p:nvPr/>
        </p:nvCxnSpPr>
        <p:spPr>
          <a:xfrm flipH="1">
            <a:off x="3742267" y="3967584"/>
            <a:ext cx="1264474" cy="10225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E9BF993-D865-D78B-3DB0-5E1F64438C4E}"/>
              </a:ext>
            </a:extLst>
          </p:cNvPr>
          <p:cNvCxnSpPr>
            <a:stCxn id="4" idx="5"/>
            <a:endCxn id="6" idx="2"/>
          </p:cNvCxnSpPr>
          <p:nvPr/>
        </p:nvCxnSpPr>
        <p:spPr>
          <a:xfrm>
            <a:off x="1952859" y="4216674"/>
            <a:ext cx="1306808" cy="7734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23B304B-2B45-C454-0335-9FCC2EFDA66A}"/>
              </a:ext>
            </a:extLst>
          </p:cNvPr>
          <p:cNvGrpSpPr/>
          <p:nvPr/>
        </p:nvGrpSpPr>
        <p:grpSpPr>
          <a:xfrm>
            <a:off x="6908800" y="2904065"/>
            <a:ext cx="1109133" cy="347135"/>
            <a:chOff x="6908800" y="2904065"/>
            <a:chExt cx="1109133" cy="347135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ABC2517-BE74-ECCC-3D1E-C4B4B53E7EBC}"/>
                </a:ext>
              </a:extLst>
            </p:cNvPr>
            <p:cNvSpPr/>
            <p:nvPr/>
          </p:nvSpPr>
          <p:spPr>
            <a:xfrm>
              <a:off x="6908800" y="2904067"/>
              <a:ext cx="313266" cy="3471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BCE5B76-60AD-A90F-3186-A502392AEA04}"/>
                </a:ext>
              </a:extLst>
            </p:cNvPr>
            <p:cNvSpPr/>
            <p:nvPr/>
          </p:nvSpPr>
          <p:spPr>
            <a:xfrm>
              <a:off x="7222067" y="2904066"/>
              <a:ext cx="482600" cy="3471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a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68AA672-9080-FB2D-67BB-F28AA8318A8D}"/>
                </a:ext>
              </a:extLst>
            </p:cNvPr>
            <p:cNvSpPr/>
            <p:nvPr/>
          </p:nvSpPr>
          <p:spPr>
            <a:xfrm>
              <a:off x="7704667" y="2904065"/>
              <a:ext cx="313266" cy="3471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0588082-A70D-3218-3265-1526BD55546E}"/>
              </a:ext>
            </a:extLst>
          </p:cNvPr>
          <p:cNvGrpSpPr/>
          <p:nvPr/>
        </p:nvGrpSpPr>
        <p:grpSpPr>
          <a:xfrm>
            <a:off x="6908800" y="3631181"/>
            <a:ext cx="1109133" cy="347135"/>
            <a:chOff x="6908800" y="2904065"/>
            <a:chExt cx="1109133" cy="347135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751BF24-5D33-C308-EDE3-AB8D4F8829DB}"/>
                </a:ext>
              </a:extLst>
            </p:cNvPr>
            <p:cNvSpPr/>
            <p:nvPr/>
          </p:nvSpPr>
          <p:spPr>
            <a:xfrm>
              <a:off x="6908800" y="2904067"/>
              <a:ext cx="313266" cy="3471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7F60BE6-0DE9-FAE9-4163-C5B01BDF0ED0}"/>
                </a:ext>
              </a:extLst>
            </p:cNvPr>
            <p:cNvSpPr/>
            <p:nvPr/>
          </p:nvSpPr>
          <p:spPr>
            <a:xfrm>
              <a:off x="7222067" y="2904066"/>
              <a:ext cx="482600" cy="3471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b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B148042-227C-EBB2-2E65-5203201596E5}"/>
                </a:ext>
              </a:extLst>
            </p:cNvPr>
            <p:cNvSpPr/>
            <p:nvPr/>
          </p:nvSpPr>
          <p:spPr>
            <a:xfrm>
              <a:off x="7704667" y="2904065"/>
              <a:ext cx="313266" cy="3471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07FB613-0139-9DC9-B5E2-19C097E08BAF}"/>
              </a:ext>
            </a:extLst>
          </p:cNvPr>
          <p:cNvGrpSpPr/>
          <p:nvPr/>
        </p:nvGrpSpPr>
        <p:grpSpPr>
          <a:xfrm>
            <a:off x="6908800" y="4358296"/>
            <a:ext cx="1109133" cy="347135"/>
            <a:chOff x="6908800" y="2904065"/>
            <a:chExt cx="1109133" cy="347135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DBDFB91-97F9-E664-4882-D297C7BB0C75}"/>
                </a:ext>
              </a:extLst>
            </p:cNvPr>
            <p:cNvSpPr/>
            <p:nvPr/>
          </p:nvSpPr>
          <p:spPr>
            <a:xfrm>
              <a:off x="6908800" y="2904067"/>
              <a:ext cx="313266" cy="3471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CD729AE9-9AE0-98EC-E5E8-DF8F71A84937}"/>
                </a:ext>
              </a:extLst>
            </p:cNvPr>
            <p:cNvSpPr/>
            <p:nvPr/>
          </p:nvSpPr>
          <p:spPr>
            <a:xfrm>
              <a:off x="7222067" y="2904066"/>
              <a:ext cx="482600" cy="3471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c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6674CAF6-6EF1-9937-2692-7A11EF376743}"/>
                </a:ext>
              </a:extLst>
            </p:cNvPr>
            <p:cNvSpPr/>
            <p:nvPr/>
          </p:nvSpPr>
          <p:spPr>
            <a:xfrm>
              <a:off x="7704667" y="2904065"/>
              <a:ext cx="313266" cy="3471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9A9EC8D-8470-4F4B-7191-BEA638862CAE}"/>
              </a:ext>
            </a:extLst>
          </p:cNvPr>
          <p:cNvGrpSpPr/>
          <p:nvPr/>
        </p:nvGrpSpPr>
        <p:grpSpPr>
          <a:xfrm>
            <a:off x="6908800" y="5085410"/>
            <a:ext cx="1109133" cy="347135"/>
            <a:chOff x="6908800" y="2904065"/>
            <a:chExt cx="1109133" cy="347135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1F431F03-52AA-50F9-696D-DD76E8557D69}"/>
                </a:ext>
              </a:extLst>
            </p:cNvPr>
            <p:cNvSpPr/>
            <p:nvPr/>
          </p:nvSpPr>
          <p:spPr>
            <a:xfrm>
              <a:off x="6908800" y="2904067"/>
              <a:ext cx="313266" cy="3471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F73C7443-3100-A560-42AA-E1A44CA1C17E}"/>
                </a:ext>
              </a:extLst>
            </p:cNvPr>
            <p:cNvSpPr/>
            <p:nvPr/>
          </p:nvSpPr>
          <p:spPr>
            <a:xfrm>
              <a:off x="7222067" y="2904066"/>
              <a:ext cx="482600" cy="3471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d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3F5B3898-0C8D-1C45-86C7-1F3A1441DAE9}"/>
                </a:ext>
              </a:extLst>
            </p:cNvPr>
            <p:cNvSpPr/>
            <p:nvPr/>
          </p:nvSpPr>
          <p:spPr>
            <a:xfrm>
              <a:off x="7704667" y="2904065"/>
              <a:ext cx="313266" cy="3471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88AA0C18-4D41-B753-57DE-3B17955B50B0}"/>
              </a:ext>
            </a:extLst>
          </p:cNvPr>
          <p:cNvCxnSpPr>
            <a:stCxn id="14" idx="2"/>
            <a:endCxn id="19" idx="0"/>
          </p:cNvCxnSpPr>
          <p:nvPr/>
        </p:nvCxnSpPr>
        <p:spPr>
          <a:xfrm>
            <a:off x="7065433" y="3251200"/>
            <a:ext cx="0" cy="3799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1581528-77EC-A0B7-B2BE-8B2B2CE8B85E}"/>
              </a:ext>
            </a:extLst>
          </p:cNvPr>
          <p:cNvCxnSpPr>
            <a:stCxn id="19" idx="2"/>
            <a:endCxn id="23" idx="0"/>
          </p:cNvCxnSpPr>
          <p:nvPr/>
        </p:nvCxnSpPr>
        <p:spPr>
          <a:xfrm>
            <a:off x="7065433" y="3978316"/>
            <a:ext cx="0" cy="3799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0160E02-3FEF-D45D-C925-D38E153CBD9F}"/>
              </a:ext>
            </a:extLst>
          </p:cNvPr>
          <p:cNvCxnSpPr>
            <a:stCxn id="23" idx="2"/>
            <a:endCxn id="27" idx="0"/>
          </p:cNvCxnSpPr>
          <p:nvPr/>
        </p:nvCxnSpPr>
        <p:spPr>
          <a:xfrm>
            <a:off x="7065433" y="4705431"/>
            <a:ext cx="0" cy="3799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6" name="Group 35">
            <a:extLst>
              <a:ext uri="{FF2B5EF4-FFF2-40B4-BE49-F238E27FC236}">
                <a16:creationId xmlns:a16="http://schemas.microsoft.com/office/drawing/2014/main" id="{BA255F3D-8DAF-2840-D4A6-91A5FED9C9EB}"/>
              </a:ext>
            </a:extLst>
          </p:cNvPr>
          <p:cNvGrpSpPr/>
          <p:nvPr/>
        </p:nvGrpSpPr>
        <p:grpSpPr>
          <a:xfrm>
            <a:off x="8500533" y="2904065"/>
            <a:ext cx="795866" cy="347134"/>
            <a:chOff x="7222067" y="2904065"/>
            <a:chExt cx="795866" cy="347134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336F7DCD-94A1-7C63-C498-DB6127740F7D}"/>
                </a:ext>
              </a:extLst>
            </p:cNvPr>
            <p:cNvSpPr/>
            <p:nvPr/>
          </p:nvSpPr>
          <p:spPr>
            <a:xfrm>
              <a:off x="7222067" y="2904066"/>
              <a:ext cx="482600" cy="3471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b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25A1A2F9-B116-8B79-ED71-CDE688A605C9}"/>
                </a:ext>
              </a:extLst>
            </p:cNvPr>
            <p:cNvSpPr/>
            <p:nvPr/>
          </p:nvSpPr>
          <p:spPr>
            <a:xfrm>
              <a:off x="7704667" y="2904065"/>
              <a:ext cx="313266" cy="3471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B6D82640-9145-AF35-CF93-C3C1F2C72E53}"/>
              </a:ext>
            </a:extLst>
          </p:cNvPr>
          <p:cNvGrpSpPr/>
          <p:nvPr/>
        </p:nvGrpSpPr>
        <p:grpSpPr>
          <a:xfrm>
            <a:off x="9778999" y="2904064"/>
            <a:ext cx="795866" cy="347134"/>
            <a:chOff x="7222067" y="2904065"/>
            <a:chExt cx="795866" cy="347134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FC98A472-7471-37A3-12C6-41DC5165FE2F}"/>
                </a:ext>
              </a:extLst>
            </p:cNvPr>
            <p:cNvSpPr/>
            <p:nvPr/>
          </p:nvSpPr>
          <p:spPr>
            <a:xfrm>
              <a:off x="7222067" y="2904066"/>
              <a:ext cx="482600" cy="3471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d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44C231BB-A53D-3803-F18E-2BD359F9EB00}"/>
                </a:ext>
              </a:extLst>
            </p:cNvPr>
            <p:cNvSpPr/>
            <p:nvPr/>
          </p:nvSpPr>
          <p:spPr>
            <a:xfrm>
              <a:off x="7704667" y="2904065"/>
              <a:ext cx="313266" cy="347133"/>
            </a:xfrm>
            <a:prstGeom prst="rect">
              <a:avLst/>
            </a:prstGeom>
            <a:blipFill>
              <a:blip r:embed="rId2"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1B5855F-53F2-59A4-5CC2-693E5FA8E9A7}"/>
              </a:ext>
            </a:extLst>
          </p:cNvPr>
          <p:cNvGrpSpPr/>
          <p:nvPr/>
        </p:nvGrpSpPr>
        <p:grpSpPr>
          <a:xfrm>
            <a:off x="8500533" y="3631180"/>
            <a:ext cx="795866" cy="347134"/>
            <a:chOff x="7222067" y="2904065"/>
            <a:chExt cx="795866" cy="347134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8D8F6818-B519-61D5-21B3-93F8BA0F9C2F}"/>
                </a:ext>
              </a:extLst>
            </p:cNvPr>
            <p:cNvSpPr/>
            <p:nvPr/>
          </p:nvSpPr>
          <p:spPr>
            <a:xfrm>
              <a:off x="7222067" y="2904066"/>
              <a:ext cx="482600" cy="3471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a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51802E6E-04EE-7A1C-4787-16B58B0B5366}"/>
                </a:ext>
              </a:extLst>
            </p:cNvPr>
            <p:cNvSpPr/>
            <p:nvPr/>
          </p:nvSpPr>
          <p:spPr>
            <a:xfrm>
              <a:off x="7704667" y="2904065"/>
              <a:ext cx="313266" cy="3471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3426138A-8E26-D865-463A-30A13D74EF1B}"/>
              </a:ext>
            </a:extLst>
          </p:cNvPr>
          <p:cNvGrpSpPr/>
          <p:nvPr/>
        </p:nvGrpSpPr>
        <p:grpSpPr>
          <a:xfrm>
            <a:off x="9702799" y="3624007"/>
            <a:ext cx="795866" cy="347134"/>
            <a:chOff x="7222067" y="2904065"/>
            <a:chExt cx="795866" cy="347134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AAF9BCDE-CA77-231D-E3C3-0E9F921CACB8}"/>
                </a:ext>
              </a:extLst>
            </p:cNvPr>
            <p:cNvSpPr/>
            <p:nvPr/>
          </p:nvSpPr>
          <p:spPr>
            <a:xfrm>
              <a:off x="7222067" y="2904066"/>
              <a:ext cx="482600" cy="3471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d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03ACAC45-024F-B7CB-C35E-E961A82DFFFC}"/>
                </a:ext>
              </a:extLst>
            </p:cNvPr>
            <p:cNvSpPr/>
            <p:nvPr/>
          </p:nvSpPr>
          <p:spPr>
            <a:xfrm>
              <a:off x="7704667" y="2904065"/>
              <a:ext cx="313266" cy="3471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FA44D234-AF44-97F8-FE5C-91431E86FA31}"/>
              </a:ext>
            </a:extLst>
          </p:cNvPr>
          <p:cNvGrpSpPr/>
          <p:nvPr/>
        </p:nvGrpSpPr>
        <p:grpSpPr>
          <a:xfrm>
            <a:off x="8500533" y="4358295"/>
            <a:ext cx="795866" cy="347134"/>
            <a:chOff x="7222067" y="2904065"/>
            <a:chExt cx="795866" cy="347134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33251689-9E19-0053-D675-44180EC2C471}"/>
                </a:ext>
              </a:extLst>
            </p:cNvPr>
            <p:cNvSpPr/>
            <p:nvPr/>
          </p:nvSpPr>
          <p:spPr>
            <a:xfrm>
              <a:off x="7222067" y="2904066"/>
              <a:ext cx="482600" cy="3471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b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7EB8D5C7-5A45-720E-BB6E-8D0F5F014AE5}"/>
                </a:ext>
              </a:extLst>
            </p:cNvPr>
            <p:cNvSpPr/>
            <p:nvPr/>
          </p:nvSpPr>
          <p:spPr>
            <a:xfrm>
              <a:off x="7704667" y="2904065"/>
              <a:ext cx="313266" cy="3471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A6FBE952-0E87-20F0-97C7-113ECBC4922D}"/>
              </a:ext>
            </a:extLst>
          </p:cNvPr>
          <p:cNvGrpSpPr/>
          <p:nvPr/>
        </p:nvGrpSpPr>
        <p:grpSpPr>
          <a:xfrm>
            <a:off x="9702799" y="4356829"/>
            <a:ext cx="795866" cy="347134"/>
            <a:chOff x="7222067" y="2904065"/>
            <a:chExt cx="795866" cy="347134"/>
          </a:xfrm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B39A5089-1046-3C8B-68D7-A4B4A240DE73}"/>
                </a:ext>
              </a:extLst>
            </p:cNvPr>
            <p:cNvSpPr/>
            <p:nvPr/>
          </p:nvSpPr>
          <p:spPr>
            <a:xfrm>
              <a:off x="7222067" y="2904066"/>
              <a:ext cx="482600" cy="3471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d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1FAD8961-25B7-E6AA-FBE8-7FDFC2459887}"/>
                </a:ext>
              </a:extLst>
            </p:cNvPr>
            <p:cNvSpPr/>
            <p:nvPr/>
          </p:nvSpPr>
          <p:spPr>
            <a:xfrm>
              <a:off x="7704667" y="2904065"/>
              <a:ext cx="313266" cy="347133"/>
            </a:xfrm>
            <a:prstGeom prst="rect">
              <a:avLst/>
            </a:prstGeom>
            <a:blipFill>
              <a:blip r:embed="rId2"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CF5A4C11-3197-A9A1-30E5-23F049312085}"/>
              </a:ext>
            </a:extLst>
          </p:cNvPr>
          <p:cNvGrpSpPr/>
          <p:nvPr/>
        </p:nvGrpSpPr>
        <p:grpSpPr>
          <a:xfrm>
            <a:off x="8500533" y="5085409"/>
            <a:ext cx="795866" cy="347134"/>
            <a:chOff x="7222067" y="2904065"/>
            <a:chExt cx="795866" cy="347134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5498BA83-21D2-6751-6112-D1D31482B013}"/>
                </a:ext>
              </a:extLst>
            </p:cNvPr>
            <p:cNvSpPr/>
            <p:nvPr/>
          </p:nvSpPr>
          <p:spPr>
            <a:xfrm>
              <a:off x="7222067" y="2904066"/>
              <a:ext cx="482600" cy="3471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a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5CCDB904-B2D1-26B0-B85A-DBEFE279DBC2}"/>
                </a:ext>
              </a:extLst>
            </p:cNvPr>
            <p:cNvSpPr/>
            <p:nvPr/>
          </p:nvSpPr>
          <p:spPr>
            <a:xfrm>
              <a:off x="7704667" y="2904065"/>
              <a:ext cx="313266" cy="3471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A61DDF9D-903F-36E4-BEFE-4E97BCAAD3D8}"/>
              </a:ext>
            </a:extLst>
          </p:cNvPr>
          <p:cNvGrpSpPr/>
          <p:nvPr/>
        </p:nvGrpSpPr>
        <p:grpSpPr>
          <a:xfrm>
            <a:off x="10896598" y="3620450"/>
            <a:ext cx="795866" cy="347134"/>
            <a:chOff x="7222067" y="2904065"/>
            <a:chExt cx="795866" cy="347134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5343F9C0-6FAB-D186-CC0E-D7D47B1BC33B}"/>
                </a:ext>
              </a:extLst>
            </p:cNvPr>
            <p:cNvSpPr/>
            <p:nvPr/>
          </p:nvSpPr>
          <p:spPr>
            <a:xfrm>
              <a:off x="7222067" y="2904066"/>
              <a:ext cx="482600" cy="3471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c</a:t>
              </a: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E6D3D079-1940-8B8A-663D-AD2F41C11E95}"/>
                </a:ext>
              </a:extLst>
            </p:cNvPr>
            <p:cNvSpPr/>
            <p:nvPr/>
          </p:nvSpPr>
          <p:spPr>
            <a:xfrm>
              <a:off x="7704667" y="2904065"/>
              <a:ext cx="313266" cy="347133"/>
            </a:xfrm>
            <a:prstGeom prst="rect">
              <a:avLst/>
            </a:prstGeom>
            <a:blipFill>
              <a:blip r:embed="rId2"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58778221-E179-AA0E-B367-11F67E122A8A}"/>
              </a:ext>
            </a:extLst>
          </p:cNvPr>
          <p:cNvGrpSpPr/>
          <p:nvPr/>
        </p:nvGrpSpPr>
        <p:grpSpPr>
          <a:xfrm>
            <a:off x="9749365" y="5085410"/>
            <a:ext cx="795866" cy="347134"/>
            <a:chOff x="7222067" y="2904065"/>
            <a:chExt cx="795866" cy="347134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938C6C57-08F3-C3C3-72A1-76FD00F65B41}"/>
                </a:ext>
              </a:extLst>
            </p:cNvPr>
            <p:cNvSpPr/>
            <p:nvPr/>
          </p:nvSpPr>
          <p:spPr>
            <a:xfrm>
              <a:off x="7222067" y="2904066"/>
              <a:ext cx="482600" cy="3471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b</a:t>
              </a: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99881BB3-D487-F8BE-0289-6193EAF924B4}"/>
                </a:ext>
              </a:extLst>
            </p:cNvPr>
            <p:cNvSpPr/>
            <p:nvPr/>
          </p:nvSpPr>
          <p:spPr>
            <a:xfrm>
              <a:off x="7704667" y="2904065"/>
              <a:ext cx="313266" cy="3471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36826DFF-DDFE-2CEE-BFC6-CB7B34AC64A6}"/>
              </a:ext>
            </a:extLst>
          </p:cNvPr>
          <p:cNvGrpSpPr/>
          <p:nvPr/>
        </p:nvGrpSpPr>
        <p:grpSpPr>
          <a:xfrm>
            <a:off x="10896598" y="5085409"/>
            <a:ext cx="795866" cy="347134"/>
            <a:chOff x="7222067" y="2904065"/>
            <a:chExt cx="795866" cy="347134"/>
          </a:xfrm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60DD6B75-8FFB-380C-66F8-9ECBAA5E9DC9}"/>
                </a:ext>
              </a:extLst>
            </p:cNvPr>
            <p:cNvSpPr/>
            <p:nvPr/>
          </p:nvSpPr>
          <p:spPr>
            <a:xfrm>
              <a:off x="7222067" y="2904066"/>
              <a:ext cx="482600" cy="3471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c</a:t>
              </a: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94FCF34A-0E0C-3B39-3E57-D7D12BBE8010}"/>
                </a:ext>
              </a:extLst>
            </p:cNvPr>
            <p:cNvSpPr/>
            <p:nvPr/>
          </p:nvSpPr>
          <p:spPr>
            <a:xfrm>
              <a:off x="7704667" y="2904065"/>
              <a:ext cx="313266" cy="347133"/>
            </a:xfrm>
            <a:prstGeom prst="rect">
              <a:avLst/>
            </a:prstGeom>
            <a:blipFill>
              <a:blip r:embed="rId2"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C0C3EE44-6173-0F61-620C-5113A5B58704}"/>
              </a:ext>
            </a:extLst>
          </p:cNvPr>
          <p:cNvCxnSpPr>
            <a:cxnSpLocks/>
            <a:stCxn id="16" idx="3"/>
            <a:endCxn id="38" idx="1"/>
          </p:cNvCxnSpPr>
          <p:nvPr/>
        </p:nvCxnSpPr>
        <p:spPr>
          <a:xfrm>
            <a:off x="8017933" y="3077632"/>
            <a:ext cx="48260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CD843FFC-E08C-ABED-015E-214D46E99FAC}"/>
              </a:ext>
            </a:extLst>
          </p:cNvPr>
          <p:cNvCxnSpPr>
            <a:stCxn id="39" idx="3"/>
            <a:endCxn id="41" idx="1"/>
          </p:cNvCxnSpPr>
          <p:nvPr/>
        </p:nvCxnSpPr>
        <p:spPr>
          <a:xfrm>
            <a:off x="9296399" y="3077632"/>
            <a:ext cx="4826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9D676D77-BDA7-A501-2FB7-FC9F99469CEA}"/>
              </a:ext>
            </a:extLst>
          </p:cNvPr>
          <p:cNvCxnSpPr>
            <a:stCxn id="21" idx="3"/>
            <a:endCxn id="44" idx="1"/>
          </p:cNvCxnSpPr>
          <p:nvPr/>
        </p:nvCxnSpPr>
        <p:spPr>
          <a:xfrm>
            <a:off x="8017933" y="3804748"/>
            <a:ext cx="4826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16DD32F3-6BF7-26EE-7F07-22F5713C848E}"/>
              </a:ext>
            </a:extLst>
          </p:cNvPr>
          <p:cNvCxnSpPr>
            <a:stCxn id="45" idx="3"/>
            <a:endCxn id="47" idx="1"/>
          </p:cNvCxnSpPr>
          <p:nvPr/>
        </p:nvCxnSpPr>
        <p:spPr>
          <a:xfrm flipV="1">
            <a:off x="9296399" y="3797575"/>
            <a:ext cx="406400" cy="71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362913DE-6784-3028-0490-D86DE0788217}"/>
              </a:ext>
            </a:extLst>
          </p:cNvPr>
          <p:cNvCxnSpPr>
            <a:stCxn id="48" idx="3"/>
            <a:endCxn id="60" idx="1"/>
          </p:cNvCxnSpPr>
          <p:nvPr/>
        </p:nvCxnSpPr>
        <p:spPr>
          <a:xfrm flipV="1">
            <a:off x="10498665" y="3794018"/>
            <a:ext cx="397933" cy="35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D16AFC7A-EF20-3699-3091-728727A0F4ED}"/>
              </a:ext>
            </a:extLst>
          </p:cNvPr>
          <p:cNvCxnSpPr>
            <a:stCxn id="25" idx="3"/>
            <a:endCxn id="50" idx="1"/>
          </p:cNvCxnSpPr>
          <p:nvPr/>
        </p:nvCxnSpPr>
        <p:spPr>
          <a:xfrm>
            <a:off x="8017933" y="4531863"/>
            <a:ext cx="4826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A84FD3C5-68B0-7B86-A617-38B732800C49}"/>
              </a:ext>
            </a:extLst>
          </p:cNvPr>
          <p:cNvCxnSpPr>
            <a:stCxn id="51" idx="3"/>
            <a:endCxn id="53" idx="1"/>
          </p:cNvCxnSpPr>
          <p:nvPr/>
        </p:nvCxnSpPr>
        <p:spPr>
          <a:xfrm flipV="1">
            <a:off x="9296399" y="4530397"/>
            <a:ext cx="406400" cy="14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37DC3BEC-0954-A89A-08B9-87DC94B7AE97}"/>
              </a:ext>
            </a:extLst>
          </p:cNvPr>
          <p:cNvCxnSpPr>
            <a:stCxn id="29" idx="3"/>
            <a:endCxn id="56" idx="1"/>
          </p:cNvCxnSpPr>
          <p:nvPr/>
        </p:nvCxnSpPr>
        <p:spPr>
          <a:xfrm>
            <a:off x="8017933" y="5258977"/>
            <a:ext cx="4826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4CED0D3C-0D4B-8695-3EB4-F7D6BF18B14B}"/>
              </a:ext>
            </a:extLst>
          </p:cNvPr>
          <p:cNvCxnSpPr>
            <a:stCxn id="57" idx="3"/>
            <a:endCxn id="63" idx="1"/>
          </p:cNvCxnSpPr>
          <p:nvPr/>
        </p:nvCxnSpPr>
        <p:spPr>
          <a:xfrm>
            <a:off x="9296399" y="5258976"/>
            <a:ext cx="452966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C609B8F0-7755-EC63-E461-704786EED74D}"/>
              </a:ext>
            </a:extLst>
          </p:cNvPr>
          <p:cNvCxnSpPr>
            <a:stCxn id="64" idx="3"/>
            <a:endCxn id="66" idx="1"/>
          </p:cNvCxnSpPr>
          <p:nvPr/>
        </p:nvCxnSpPr>
        <p:spPr>
          <a:xfrm>
            <a:off x="10545231" y="5258977"/>
            <a:ext cx="35136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215801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A2AE6-9F22-0AF1-D385-1E47064C4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Shortest path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1ED26E-8895-B376-F4CE-50569F4631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12775"/>
          </a:xfrm>
        </p:spPr>
        <p:txBody>
          <a:bodyPr/>
          <a:lstStyle/>
          <a:p>
            <a:r>
              <a:rPr lang="en-IN" dirty="0"/>
              <a:t>Dijkstra’s Algorithm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5CF9876-A228-B675-77B9-5C7D31684893}"/>
              </a:ext>
            </a:extLst>
          </p:cNvPr>
          <p:cNvSpPr/>
          <p:nvPr/>
        </p:nvSpPr>
        <p:spPr>
          <a:xfrm>
            <a:off x="1587501" y="2974487"/>
            <a:ext cx="482600" cy="482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f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7C0E438-509F-A2FF-F72D-B9F8B328753B}"/>
              </a:ext>
            </a:extLst>
          </p:cNvPr>
          <p:cNvSpPr/>
          <p:nvPr/>
        </p:nvSpPr>
        <p:spPr>
          <a:xfrm>
            <a:off x="3251201" y="3109465"/>
            <a:ext cx="482600" cy="482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e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27EDC1E-C12B-B098-0DB6-530E0B2C93F9}"/>
              </a:ext>
            </a:extLst>
          </p:cNvPr>
          <p:cNvSpPr/>
          <p:nvPr/>
        </p:nvSpPr>
        <p:spPr>
          <a:xfrm>
            <a:off x="2277534" y="4178301"/>
            <a:ext cx="482600" cy="482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c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A10ACD1-9355-26E1-751A-64AB30600601}"/>
              </a:ext>
            </a:extLst>
          </p:cNvPr>
          <p:cNvSpPr/>
          <p:nvPr/>
        </p:nvSpPr>
        <p:spPr>
          <a:xfrm>
            <a:off x="4343401" y="4000501"/>
            <a:ext cx="482600" cy="482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d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3D6CFE4-87BC-02FD-6AF6-587F70D7A8EC}"/>
              </a:ext>
            </a:extLst>
          </p:cNvPr>
          <p:cNvSpPr/>
          <p:nvPr/>
        </p:nvSpPr>
        <p:spPr>
          <a:xfrm>
            <a:off x="2277534" y="5397501"/>
            <a:ext cx="482600" cy="482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b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88D0641-ADB3-F3B5-C43D-44CE35DD0A18}"/>
              </a:ext>
            </a:extLst>
          </p:cNvPr>
          <p:cNvSpPr/>
          <p:nvPr/>
        </p:nvSpPr>
        <p:spPr>
          <a:xfrm>
            <a:off x="1104901" y="4796368"/>
            <a:ext cx="482600" cy="482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a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58E6C49-C4C0-595F-7B03-7B042A3BE06E}"/>
              </a:ext>
            </a:extLst>
          </p:cNvPr>
          <p:cNvCxnSpPr>
            <a:stCxn id="9" idx="5"/>
            <a:endCxn id="8" idx="2"/>
          </p:cNvCxnSpPr>
          <p:nvPr/>
        </p:nvCxnSpPr>
        <p:spPr>
          <a:xfrm>
            <a:off x="1516826" y="5208293"/>
            <a:ext cx="760708" cy="43050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91FCB46-EC06-8F4E-B280-BDCDD30504E9}"/>
              </a:ext>
            </a:extLst>
          </p:cNvPr>
          <p:cNvCxnSpPr>
            <a:stCxn id="8" idx="6"/>
            <a:endCxn id="7" idx="3"/>
          </p:cNvCxnSpPr>
          <p:nvPr/>
        </p:nvCxnSpPr>
        <p:spPr>
          <a:xfrm flipV="1">
            <a:off x="2760134" y="4412426"/>
            <a:ext cx="1653942" cy="1226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6EB5606-7702-ADB1-C8C4-0DF62579E818}"/>
              </a:ext>
            </a:extLst>
          </p:cNvPr>
          <p:cNvCxnSpPr>
            <a:stCxn id="8" idx="0"/>
            <a:endCxn id="6" idx="4"/>
          </p:cNvCxnSpPr>
          <p:nvPr/>
        </p:nvCxnSpPr>
        <p:spPr>
          <a:xfrm flipV="1">
            <a:off x="2518834" y="4660901"/>
            <a:ext cx="0" cy="7366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9724CA5-5425-3287-4730-83133295AF39}"/>
              </a:ext>
            </a:extLst>
          </p:cNvPr>
          <p:cNvCxnSpPr>
            <a:stCxn id="9" idx="7"/>
            <a:endCxn id="6" idx="2"/>
          </p:cNvCxnSpPr>
          <p:nvPr/>
        </p:nvCxnSpPr>
        <p:spPr>
          <a:xfrm flipV="1">
            <a:off x="1516826" y="4419601"/>
            <a:ext cx="760708" cy="4474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0DE700D-4A01-4F8D-D5A5-D55B188AC42A}"/>
              </a:ext>
            </a:extLst>
          </p:cNvPr>
          <p:cNvCxnSpPr>
            <a:stCxn id="9" idx="0"/>
            <a:endCxn id="4" idx="3"/>
          </p:cNvCxnSpPr>
          <p:nvPr/>
        </p:nvCxnSpPr>
        <p:spPr>
          <a:xfrm flipV="1">
            <a:off x="1346201" y="3386412"/>
            <a:ext cx="311975" cy="140995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4035A40-BF9D-D102-EB32-1EAC3F00F4CF}"/>
              </a:ext>
            </a:extLst>
          </p:cNvPr>
          <p:cNvCxnSpPr>
            <a:cxnSpLocks/>
            <a:stCxn id="4" idx="6"/>
            <a:endCxn id="5" idx="1"/>
          </p:cNvCxnSpPr>
          <p:nvPr/>
        </p:nvCxnSpPr>
        <p:spPr>
          <a:xfrm flipV="1">
            <a:off x="2070101" y="3180140"/>
            <a:ext cx="1251775" cy="3564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E90F14A-6D38-6888-85CE-EE7508A0E37B}"/>
              </a:ext>
            </a:extLst>
          </p:cNvPr>
          <p:cNvCxnSpPr>
            <a:stCxn id="5" idx="6"/>
            <a:endCxn id="7" idx="0"/>
          </p:cNvCxnSpPr>
          <p:nvPr/>
        </p:nvCxnSpPr>
        <p:spPr>
          <a:xfrm>
            <a:off x="3733801" y="3350765"/>
            <a:ext cx="680275" cy="72041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E1563C1-95C5-A7B1-5275-983800C1D12B}"/>
              </a:ext>
            </a:extLst>
          </p:cNvPr>
          <p:cNvCxnSpPr>
            <a:stCxn id="6" idx="6"/>
            <a:endCxn id="7" idx="2"/>
          </p:cNvCxnSpPr>
          <p:nvPr/>
        </p:nvCxnSpPr>
        <p:spPr>
          <a:xfrm flipV="1">
            <a:off x="2760134" y="4241801"/>
            <a:ext cx="1583267" cy="177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4D9A5EA-7389-AEE1-93A7-468B4A16B669}"/>
              </a:ext>
            </a:extLst>
          </p:cNvPr>
          <p:cNvCxnSpPr>
            <a:stCxn id="4" idx="4"/>
            <a:endCxn id="6" idx="1"/>
          </p:cNvCxnSpPr>
          <p:nvPr/>
        </p:nvCxnSpPr>
        <p:spPr>
          <a:xfrm>
            <a:off x="1828801" y="3457087"/>
            <a:ext cx="519408" cy="79188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A8D2A862-7E68-E653-D123-C2E978EC1073}"/>
              </a:ext>
            </a:extLst>
          </p:cNvPr>
          <p:cNvSpPr txBox="1"/>
          <p:nvPr/>
        </p:nvSpPr>
        <p:spPr>
          <a:xfrm>
            <a:off x="2606085" y="283793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AD9FF84-B663-BAAA-4E1F-BD4DDEDF1021}"/>
              </a:ext>
            </a:extLst>
          </p:cNvPr>
          <p:cNvSpPr txBox="1"/>
          <p:nvPr/>
        </p:nvSpPr>
        <p:spPr>
          <a:xfrm>
            <a:off x="4062352" y="338641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FF2F388-937C-DE84-A881-E2539DAA678D}"/>
              </a:ext>
            </a:extLst>
          </p:cNvPr>
          <p:cNvSpPr txBox="1"/>
          <p:nvPr/>
        </p:nvSpPr>
        <p:spPr>
          <a:xfrm>
            <a:off x="3738261" y="4909636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174B5A9-90EF-1D30-47C4-182D00E8EFC5}"/>
              </a:ext>
            </a:extLst>
          </p:cNvPr>
          <p:cNvSpPr txBox="1"/>
          <p:nvPr/>
        </p:nvSpPr>
        <p:spPr>
          <a:xfrm>
            <a:off x="3264059" y="4391519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BD7F5B1-A457-9F31-74DE-DDB9CB2F9A36}"/>
              </a:ext>
            </a:extLst>
          </p:cNvPr>
          <p:cNvSpPr txBox="1"/>
          <p:nvPr/>
        </p:nvSpPr>
        <p:spPr>
          <a:xfrm>
            <a:off x="1771220" y="3728537"/>
            <a:ext cx="29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E96B2A6-3AF2-784A-9235-85181C345B1B}"/>
              </a:ext>
            </a:extLst>
          </p:cNvPr>
          <p:cNvSpPr txBox="1"/>
          <p:nvPr/>
        </p:nvSpPr>
        <p:spPr>
          <a:xfrm>
            <a:off x="1129492" y="3944436"/>
            <a:ext cx="388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F3338FA-1EA3-E4BC-D04D-CBFBAF655D59}"/>
              </a:ext>
            </a:extLst>
          </p:cNvPr>
          <p:cNvSpPr txBox="1"/>
          <p:nvPr/>
        </p:nvSpPr>
        <p:spPr>
          <a:xfrm>
            <a:off x="1577096" y="5435552"/>
            <a:ext cx="285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6B92B28-D371-EABA-2140-F24BF9886744}"/>
              </a:ext>
            </a:extLst>
          </p:cNvPr>
          <p:cNvSpPr txBox="1"/>
          <p:nvPr/>
        </p:nvSpPr>
        <p:spPr>
          <a:xfrm>
            <a:off x="1805843" y="459766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8DBCD4B-F8C1-D79F-20A9-C61D8C11BB4E}"/>
              </a:ext>
            </a:extLst>
          </p:cNvPr>
          <p:cNvSpPr txBox="1"/>
          <p:nvPr/>
        </p:nvSpPr>
        <p:spPr>
          <a:xfrm>
            <a:off x="2485436" y="4867043"/>
            <a:ext cx="389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480DD77-C569-ECF6-5A12-68CC6F19B603}"/>
              </a:ext>
            </a:extLst>
          </p:cNvPr>
          <p:cNvSpPr txBox="1"/>
          <p:nvPr/>
        </p:nvSpPr>
        <p:spPr>
          <a:xfrm>
            <a:off x="6333067" y="2837935"/>
            <a:ext cx="8020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Source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C674A54-55B0-D569-981C-E0167CA6DF23}"/>
              </a:ext>
            </a:extLst>
          </p:cNvPr>
          <p:cNvSpPr txBox="1"/>
          <p:nvPr/>
        </p:nvSpPr>
        <p:spPr>
          <a:xfrm>
            <a:off x="7806267" y="2850118"/>
            <a:ext cx="13163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Destination</a:t>
            </a:r>
          </a:p>
        </p:txBody>
      </p:sp>
    </p:spTree>
    <p:extLst>
      <p:ext uri="{BB962C8B-B14F-4D97-AF65-F5344CB8AC3E}">
        <p14:creationId xmlns:p14="http://schemas.microsoft.com/office/powerpoint/2010/main" val="196303929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4257B-B8DE-1EFC-4DF0-1F15CDD28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Minimum Spanning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F80613-65B7-59F8-8B38-06459466BF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187575"/>
          </a:xfrm>
        </p:spPr>
        <p:txBody>
          <a:bodyPr/>
          <a:lstStyle/>
          <a:p>
            <a:r>
              <a:rPr lang="en-IN" dirty="0"/>
              <a:t>The sum of weights of edges of different spanning trees of a graph may be different. </a:t>
            </a:r>
          </a:p>
          <a:p>
            <a:r>
              <a:rPr lang="en-IN" dirty="0"/>
              <a:t>A spanning tree of graph G </a:t>
            </a:r>
            <a:r>
              <a:rPr lang="en-IN" dirty="0">
                <a:highlight>
                  <a:srgbClr val="00FF00"/>
                </a:highlight>
              </a:rPr>
              <a:t>whose sum of weights is minimum amongst all spanning trees</a:t>
            </a:r>
            <a:r>
              <a:rPr lang="en-IN" dirty="0"/>
              <a:t> of G, is called the Minimum Spanning Tree of G.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51FFF28-74BB-1789-A5FC-63CCF1DD47F3}"/>
              </a:ext>
            </a:extLst>
          </p:cNvPr>
          <p:cNvSpPr/>
          <p:nvPr/>
        </p:nvSpPr>
        <p:spPr>
          <a:xfrm>
            <a:off x="986367" y="4430754"/>
            <a:ext cx="283633" cy="2836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/>
              <a:t>a</a:t>
            </a:r>
            <a:endParaRPr lang="en-IN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5289332-8BEB-000D-E61F-1354FCBE9623}"/>
              </a:ext>
            </a:extLst>
          </p:cNvPr>
          <p:cNvSpPr/>
          <p:nvPr/>
        </p:nvSpPr>
        <p:spPr>
          <a:xfrm>
            <a:off x="1756833" y="4430753"/>
            <a:ext cx="283633" cy="2836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/>
              <a:t>b</a:t>
            </a:r>
            <a:endParaRPr lang="en-IN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33E4537-19DC-868B-F4E2-5B9E98AC0F46}"/>
              </a:ext>
            </a:extLst>
          </p:cNvPr>
          <p:cNvSpPr/>
          <p:nvPr/>
        </p:nvSpPr>
        <p:spPr>
          <a:xfrm>
            <a:off x="1756832" y="5218153"/>
            <a:ext cx="283633" cy="2836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/>
              <a:t>d</a:t>
            </a:r>
            <a:endParaRPr lang="en-IN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05A5CDF-94C8-3A42-246A-6B09F72B993D}"/>
              </a:ext>
            </a:extLst>
          </p:cNvPr>
          <p:cNvSpPr/>
          <p:nvPr/>
        </p:nvSpPr>
        <p:spPr>
          <a:xfrm>
            <a:off x="986366" y="5218152"/>
            <a:ext cx="283633" cy="2836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/>
              <a:t>c</a:t>
            </a:r>
            <a:endParaRPr lang="en-IN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7A716C1-5C62-1940-897B-1B0AACC3CB84}"/>
              </a:ext>
            </a:extLst>
          </p:cNvPr>
          <p:cNvCxnSpPr>
            <a:stCxn id="4" idx="6"/>
            <a:endCxn id="5" idx="2"/>
          </p:cNvCxnSpPr>
          <p:nvPr/>
        </p:nvCxnSpPr>
        <p:spPr>
          <a:xfrm flipV="1">
            <a:off x="1270000" y="4572570"/>
            <a:ext cx="486833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8DE280D-147A-F9E6-B956-3A1D464D98D6}"/>
              </a:ext>
            </a:extLst>
          </p:cNvPr>
          <p:cNvCxnSpPr>
            <a:stCxn id="4" idx="4"/>
            <a:endCxn id="8" idx="0"/>
          </p:cNvCxnSpPr>
          <p:nvPr/>
        </p:nvCxnSpPr>
        <p:spPr>
          <a:xfrm flipH="1">
            <a:off x="1128183" y="4714387"/>
            <a:ext cx="1" cy="50376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6581CB5-3FCD-2D58-5071-4804AFB28A2A}"/>
              </a:ext>
            </a:extLst>
          </p:cNvPr>
          <p:cNvCxnSpPr>
            <a:stCxn id="5" idx="4"/>
            <a:endCxn id="7" idx="0"/>
          </p:cNvCxnSpPr>
          <p:nvPr/>
        </p:nvCxnSpPr>
        <p:spPr>
          <a:xfrm flipH="1">
            <a:off x="1898649" y="4714386"/>
            <a:ext cx="1" cy="5037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EE9379C-75C1-9BF3-05D3-2522F377431D}"/>
              </a:ext>
            </a:extLst>
          </p:cNvPr>
          <p:cNvCxnSpPr>
            <a:stCxn id="8" idx="6"/>
            <a:endCxn id="7" idx="3"/>
          </p:cNvCxnSpPr>
          <p:nvPr/>
        </p:nvCxnSpPr>
        <p:spPr>
          <a:xfrm>
            <a:off x="1269999" y="5359969"/>
            <a:ext cx="486833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06907CE-3DEF-5F80-3DC2-EF853622B442}"/>
              </a:ext>
            </a:extLst>
          </p:cNvPr>
          <p:cNvSpPr txBox="1"/>
          <p:nvPr/>
        </p:nvSpPr>
        <p:spPr>
          <a:xfrm>
            <a:off x="1367382" y="4289450"/>
            <a:ext cx="29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CE8F7E0-8322-98DA-65AB-FD733E3843A4}"/>
              </a:ext>
            </a:extLst>
          </p:cNvPr>
          <p:cNvSpPr txBox="1"/>
          <p:nvPr/>
        </p:nvSpPr>
        <p:spPr>
          <a:xfrm>
            <a:off x="1862663" y="4781603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A0BC82-1479-90F0-D421-D2A0CF288D27}"/>
              </a:ext>
            </a:extLst>
          </p:cNvPr>
          <p:cNvSpPr txBox="1"/>
          <p:nvPr/>
        </p:nvSpPr>
        <p:spPr>
          <a:xfrm>
            <a:off x="1361771" y="5359968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0B6E5E6-6F1E-37FE-7B7E-64A5454A4F3A}"/>
              </a:ext>
            </a:extLst>
          </p:cNvPr>
          <p:cNvSpPr txBox="1"/>
          <p:nvPr/>
        </p:nvSpPr>
        <p:spPr>
          <a:xfrm>
            <a:off x="832908" y="4781603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  <a:endParaRPr lang="en-IN" dirty="0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B4505C0E-84F8-F1F9-8C88-E2DFCBB0EC32}"/>
              </a:ext>
            </a:extLst>
          </p:cNvPr>
          <p:cNvSpPr/>
          <p:nvPr/>
        </p:nvSpPr>
        <p:spPr>
          <a:xfrm>
            <a:off x="2287529" y="4360102"/>
            <a:ext cx="2027566" cy="121233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Spanning trees of graph G</a:t>
            </a:r>
            <a:endParaRPr lang="en-IN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DC61004-FFBC-0B00-B0DD-C8C153F5ABEB}"/>
              </a:ext>
            </a:extLst>
          </p:cNvPr>
          <p:cNvSpPr/>
          <p:nvPr/>
        </p:nvSpPr>
        <p:spPr>
          <a:xfrm>
            <a:off x="4692596" y="4381452"/>
            <a:ext cx="283633" cy="2836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/>
              <a:t>a</a:t>
            </a:r>
            <a:endParaRPr lang="en-IN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207DCC5-EC32-A3E8-064E-9931B6CDED66}"/>
              </a:ext>
            </a:extLst>
          </p:cNvPr>
          <p:cNvSpPr/>
          <p:nvPr/>
        </p:nvSpPr>
        <p:spPr>
          <a:xfrm>
            <a:off x="5463062" y="4381451"/>
            <a:ext cx="283633" cy="2836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/>
              <a:t>b</a:t>
            </a:r>
            <a:endParaRPr lang="en-IN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F82446B-8550-B969-D80C-F10871DCD9A6}"/>
              </a:ext>
            </a:extLst>
          </p:cNvPr>
          <p:cNvSpPr/>
          <p:nvPr/>
        </p:nvSpPr>
        <p:spPr>
          <a:xfrm>
            <a:off x="5463061" y="5168851"/>
            <a:ext cx="283633" cy="2836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/>
              <a:t>d</a:t>
            </a:r>
            <a:endParaRPr lang="en-IN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9095BAB-D727-540D-7C31-7F10674D5D34}"/>
              </a:ext>
            </a:extLst>
          </p:cNvPr>
          <p:cNvSpPr/>
          <p:nvPr/>
        </p:nvSpPr>
        <p:spPr>
          <a:xfrm>
            <a:off x="4692595" y="5168850"/>
            <a:ext cx="283633" cy="2836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/>
              <a:t>c</a:t>
            </a:r>
            <a:endParaRPr lang="en-IN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32939B0-BCB4-6645-A3DD-79B310ADD715}"/>
              </a:ext>
            </a:extLst>
          </p:cNvPr>
          <p:cNvCxnSpPr>
            <a:stCxn id="22" idx="6"/>
            <a:endCxn id="23" idx="2"/>
          </p:cNvCxnSpPr>
          <p:nvPr/>
        </p:nvCxnSpPr>
        <p:spPr>
          <a:xfrm flipV="1">
            <a:off x="4976229" y="4523268"/>
            <a:ext cx="486833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8B94082-69AD-C8CD-8A9C-424EFB0B1B8F}"/>
              </a:ext>
            </a:extLst>
          </p:cNvPr>
          <p:cNvCxnSpPr>
            <a:stCxn id="22" idx="4"/>
            <a:endCxn id="25" idx="0"/>
          </p:cNvCxnSpPr>
          <p:nvPr/>
        </p:nvCxnSpPr>
        <p:spPr>
          <a:xfrm flipH="1">
            <a:off x="4834412" y="4665085"/>
            <a:ext cx="1" cy="50376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06F985D-E40D-FBFA-5D30-71F8F1A2816E}"/>
              </a:ext>
            </a:extLst>
          </p:cNvPr>
          <p:cNvCxnSpPr>
            <a:stCxn id="25" idx="6"/>
            <a:endCxn id="24" idx="3"/>
          </p:cNvCxnSpPr>
          <p:nvPr/>
        </p:nvCxnSpPr>
        <p:spPr>
          <a:xfrm>
            <a:off x="4976228" y="5310667"/>
            <a:ext cx="486833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A6946788-E8FE-9DC3-59F6-3BBDF1123E7F}"/>
              </a:ext>
            </a:extLst>
          </p:cNvPr>
          <p:cNvSpPr txBox="1"/>
          <p:nvPr/>
        </p:nvSpPr>
        <p:spPr>
          <a:xfrm>
            <a:off x="5073611" y="4240148"/>
            <a:ext cx="29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  <a:endParaRPr lang="en-IN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4E64E6F-09F5-C890-2F6C-C78450B5480E}"/>
              </a:ext>
            </a:extLst>
          </p:cNvPr>
          <p:cNvSpPr txBox="1"/>
          <p:nvPr/>
        </p:nvSpPr>
        <p:spPr>
          <a:xfrm>
            <a:off x="5068000" y="5310666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  <a:endParaRPr lang="en-IN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96E472C-8401-7937-1CE3-C387806FEBC2}"/>
              </a:ext>
            </a:extLst>
          </p:cNvPr>
          <p:cNvSpPr txBox="1"/>
          <p:nvPr/>
        </p:nvSpPr>
        <p:spPr>
          <a:xfrm>
            <a:off x="4539137" y="4732301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  <a:endParaRPr lang="en-IN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457B224A-EE03-55D0-42CD-6E61E2E7B250}"/>
              </a:ext>
            </a:extLst>
          </p:cNvPr>
          <p:cNvSpPr/>
          <p:nvPr/>
        </p:nvSpPr>
        <p:spPr>
          <a:xfrm>
            <a:off x="6434153" y="4381452"/>
            <a:ext cx="283633" cy="2836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/>
              <a:t>a</a:t>
            </a:r>
            <a:endParaRPr lang="en-IN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D455EC12-45A5-4102-87BA-E404DFF155B4}"/>
              </a:ext>
            </a:extLst>
          </p:cNvPr>
          <p:cNvSpPr/>
          <p:nvPr/>
        </p:nvSpPr>
        <p:spPr>
          <a:xfrm>
            <a:off x="7204619" y="4381451"/>
            <a:ext cx="283633" cy="2836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/>
              <a:t>b</a:t>
            </a:r>
            <a:endParaRPr lang="en-IN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19818386-BBDE-B8C4-B2A5-70124AD3366F}"/>
              </a:ext>
            </a:extLst>
          </p:cNvPr>
          <p:cNvSpPr/>
          <p:nvPr/>
        </p:nvSpPr>
        <p:spPr>
          <a:xfrm>
            <a:off x="7204618" y="5168851"/>
            <a:ext cx="283633" cy="2836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/>
              <a:t>d</a:t>
            </a:r>
            <a:endParaRPr lang="en-IN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2DCDD645-2EC4-8AD0-B66E-1D4B3624A6D7}"/>
              </a:ext>
            </a:extLst>
          </p:cNvPr>
          <p:cNvSpPr/>
          <p:nvPr/>
        </p:nvSpPr>
        <p:spPr>
          <a:xfrm>
            <a:off x="6434152" y="5168850"/>
            <a:ext cx="283633" cy="2836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/>
              <a:t>c</a:t>
            </a:r>
            <a:endParaRPr lang="en-IN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7FD19A4-66EC-C9BB-C8F6-98731F4EAB98}"/>
              </a:ext>
            </a:extLst>
          </p:cNvPr>
          <p:cNvCxnSpPr>
            <a:stCxn id="34" idx="4"/>
            <a:endCxn id="37" idx="0"/>
          </p:cNvCxnSpPr>
          <p:nvPr/>
        </p:nvCxnSpPr>
        <p:spPr>
          <a:xfrm flipH="1">
            <a:off x="6575969" y="4665085"/>
            <a:ext cx="1" cy="50376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0E408BF3-4F71-CF7D-90F5-0034430BB5C1}"/>
              </a:ext>
            </a:extLst>
          </p:cNvPr>
          <p:cNvCxnSpPr>
            <a:stCxn id="35" idx="4"/>
            <a:endCxn id="36" idx="0"/>
          </p:cNvCxnSpPr>
          <p:nvPr/>
        </p:nvCxnSpPr>
        <p:spPr>
          <a:xfrm flipH="1">
            <a:off x="7346435" y="4665084"/>
            <a:ext cx="1" cy="5037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716904A-0E7D-49CA-CAEC-D82641BDE93E}"/>
              </a:ext>
            </a:extLst>
          </p:cNvPr>
          <p:cNvCxnSpPr>
            <a:stCxn id="37" idx="6"/>
            <a:endCxn id="36" idx="3"/>
          </p:cNvCxnSpPr>
          <p:nvPr/>
        </p:nvCxnSpPr>
        <p:spPr>
          <a:xfrm>
            <a:off x="6717785" y="5310667"/>
            <a:ext cx="486833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55B455C0-DAC2-2BD2-9703-F7F56F9526C8}"/>
              </a:ext>
            </a:extLst>
          </p:cNvPr>
          <p:cNvSpPr txBox="1"/>
          <p:nvPr/>
        </p:nvSpPr>
        <p:spPr>
          <a:xfrm>
            <a:off x="7310449" y="4732301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  <a:endParaRPr lang="en-IN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DB31491-DBD2-B3B0-FE58-360437C25028}"/>
              </a:ext>
            </a:extLst>
          </p:cNvPr>
          <p:cNvSpPr txBox="1"/>
          <p:nvPr/>
        </p:nvSpPr>
        <p:spPr>
          <a:xfrm>
            <a:off x="6809557" y="5310666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  <a:endParaRPr lang="en-IN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F6D6FE6-4CEB-E604-90B5-D874588DC3A9}"/>
              </a:ext>
            </a:extLst>
          </p:cNvPr>
          <p:cNvSpPr txBox="1"/>
          <p:nvPr/>
        </p:nvSpPr>
        <p:spPr>
          <a:xfrm>
            <a:off x="6280694" y="4732301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  <a:endParaRPr lang="en-IN" dirty="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3716D801-C4BD-6193-5C84-E34DF0E47CA8}"/>
              </a:ext>
            </a:extLst>
          </p:cNvPr>
          <p:cNvSpPr/>
          <p:nvPr/>
        </p:nvSpPr>
        <p:spPr>
          <a:xfrm>
            <a:off x="8248208" y="4381452"/>
            <a:ext cx="283633" cy="2836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/>
              <a:t>a</a:t>
            </a:r>
            <a:endParaRPr lang="en-IN" dirty="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07FB268E-7E38-F9EF-6546-50AE90310BA7}"/>
              </a:ext>
            </a:extLst>
          </p:cNvPr>
          <p:cNvSpPr/>
          <p:nvPr/>
        </p:nvSpPr>
        <p:spPr>
          <a:xfrm>
            <a:off x="9018674" y="4381451"/>
            <a:ext cx="283633" cy="2836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/>
              <a:t>b</a:t>
            </a:r>
            <a:endParaRPr lang="en-IN" dirty="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0168E9DA-2866-27A5-9362-19110B3B0E14}"/>
              </a:ext>
            </a:extLst>
          </p:cNvPr>
          <p:cNvSpPr/>
          <p:nvPr/>
        </p:nvSpPr>
        <p:spPr>
          <a:xfrm>
            <a:off x="9018673" y="5168851"/>
            <a:ext cx="283633" cy="2836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/>
              <a:t>d</a:t>
            </a:r>
            <a:endParaRPr lang="en-IN" dirty="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2AB8227A-032C-534D-43ED-4B5FF368A114}"/>
              </a:ext>
            </a:extLst>
          </p:cNvPr>
          <p:cNvSpPr/>
          <p:nvPr/>
        </p:nvSpPr>
        <p:spPr>
          <a:xfrm>
            <a:off x="8248207" y="5168850"/>
            <a:ext cx="283633" cy="2836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/>
              <a:t>c</a:t>
            </a:r>
            <a:endParaRPr lang="en-IN" dirty="0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E47A9FC7-A4A0-E7A9-ADEA-A16BACE3B5F8}"/>
              </a:ext>
            </a:extLst>
          </p:cNvPr>
          <p:cNvCxnSpPr>
            <a:stCxn id="46" idx="6"/>
            <a:endCxn id="47" idx="2"/>
          </p:cNvCxnSpPr>
          <p:nvPr/>
        </p:nvCxnSpPr>
        <p:spPr>
          <a:xfrm flipV="1">
            <a:off x="8531841" y="4523268"/>
            <a:ext cx="486833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5793F814-DC29-2997-E3E1-FE57DA5862A9}"/>
              </a:ext>
            </a:extLst>
          </p:cNvPr>
          <p:cNvCxnSpPr>
            <a:stCxn id="47" idx="4"/>
            <a:endCxn id="48" idx="0"/>
          </p:cNvCxnSpPr>
          <p:nvPr/>
        </p:nvCxnSpPr>
        <p:spPr>
          <a:xfrm flipH="1">
            <a:off x="9160490" y="4665084"/>
            <a:ext cx="1" cy="5037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921B16F6-784E-6D9C-42E1-9D9CFA78E1B9}"/>
              </a:ext>
            </a:extLst>
          </p:cNvPr>
          <p:cNvCxnSpPr>
            <a:stCxn id="49" idx="6"/>
            <a:endCxn id="48" idx="3"/>
          </p:cNvCxnSpPr>
          <p:nvPr/>
        </p:nvCxnSpPr>
        <p:spPr>
          <a:xfrm>
            <a:off x="8531840" y="5310667"/>
            <a:ext cx="486833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F62C7095-9729-CE42-00FA-69C7CEC69DAD}"/>
              </a:ext>
            </a:extLst>
          </p:cNvPr>
          <p:cNvSpPr txBox="1"/>
          <p:nvPr/>
        </p:nvSpPr>
        <p:spPr>
          <a:xfrm>
            <a:off x="8629223" y="4240148"/>
            <a:ext cx="29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  <a:endParaRPr lang="en-IN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416DEC4-BACC-B0CF-000E-3FE10C3139CA}"/>
              </a:ext>
            </a:extLst>
          </p:cNvPr>
          <p:cNvSpPr txBox="1"/>
          <p:nvPr/>
        </p:nvSpPr>
        <p:spPr>
          <a:xfrm>
            <a:off x="9124504" y="4732301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  <a:endParaRPr lang="en-IN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8DF1BA5-109E-10CD-6E7B-8E2DDE1F5587}"/>
              </a:ext>
            </a:extLst>
          </p:cNvPr>
          <p:cNvSpPr txBox="1"/>
          <p:nvPr/>
        </p:nvSpPr>
        <p:spPr>
          <a:xfrm>
            <a:off x="8623612" y="5310666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  <a:endParaRPr lang="en-IN" dirty="0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3DF32E5D-2E66-8EA4-E1E4-8B764EF8BF16}"/>
              </a:ext>
            </a:extLst>
          </p:cNvPr>
          <p:cNvSpPr/>
          <p:nvPr/>
        </p:nvSpPr>
        <p:spPr>
          <a:xfrm>
            <a:off x="10174216" y="4381452"/>
            <a:ext cx="283633" cy="2836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/>
              <a:t>a</a:t>
            </a:r>
            <a:endParaRPr lang="en-IN" dirty="0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64B49F12-18BE-BA62-CCA2-899642B26E65}"/>
              </a:ext>
            </a:extLst>
          </p:cNvPr>
          <p:cNvSpPr/>
          <p:nvPr/>
        </p:nvSpPr>
        <p:spPr>
          <a:xfrm>
            <a:off x="10944682" y="4381451"/>
            <a:ext cx="283633" cy="2836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/>
              <a:t>b</a:t>
            </a:r>
            <a:endParaRPr lang="en-IN" dirty="0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3837C7E9-DE1C-2122-4CE4-0C7336F162F4}"/>
              </a:ext>
            </a:extLst>
          </p:cNvPr>
          <p:cNvSpPr/>
          <p:nvPr/>
        </p:nvSpPr>
        <p:spPr>
          <a:xfrm>
            <a:off x="10944681" y="5168851"/>
            <a:ext cx="283633" cy="2836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/>
              <a:t>d</a:t>
            </a:r>
            <a:endParaRPr lang="en-IN" dirty="0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80051611-CFF2-75BB-A47E-4599A1C58FFE}"/>
              </a:ext>
            </a:extLst>
          </p:cNvPr>
          <p:cNvSpPr/>
          <p:nvPr/>
        </p:nvSpPr>
        <p:spPr>
          <a:xfrm>
            <a:off x="10174215" y="5168850"/>
            <a:ext cx="283633" cy="2836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/>
              <a:t>c</a:t>
            </a:r>
            <a:endParaRPr lang="en-IN" dirty="0"/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4B3F3BAA-1820-AEA5-ADC5-277778740316}"/>
              </a:ext>
            </a:extLst>
          </p:cNvPr>
          <p:cNvCxnSpPr>
            <a:stCxn id="58" idx="6"/>
            <a:endCxn id="59" idx="2"/>
          </p:cNvCxnSpPr>
          <p:nvPr/>
        </p:nvCxnSpPr>
        <p:spPr>
          <a:xfrm flipV="1">
            <a:off x="10457849" y="4523268"/>
            <a:ext cx="486833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DECCA414-FE7D-4670-0D9E-8ACCBFF340AC}"/>
              </a:ext>
            </a:extLst>
          </p:cNvPr>
          <p:cNvCxnSpPr>
            <a:stCxn id="58" idx="4"/>
            <a:endCxn id="61" idx="0"/>
          </p:cNvCxnSpPr>
          <p:nvPr/>
        </p:nvCxnSpPr>
        <p:spPr>
          <a:xfrm flipH="1">
            <a:off x="10316032" y="4665085"/>
            <a:ext cx="1" cy="50376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94AE2D8F-16B3-2618-0527-21E9B4530D60}"/>
              </a:ext>
            </a:extLst>
          </p:cNvPr>
          <p:cNvCxnSpPr>
            <a:stCxn id="59" idx="4"/>
            <a:endCxn id="60" idx="0"/>
          </p:cNvCxnSpPr>
          <p:nvPr/>
        </p:nvCxnSpPr>
        <p:spPr>
          <a:xfrm flipH="1">
            <a:off x="11086498" y="4665084"/>
            <a:ext cx="1" cy="5037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9B074377-9B7D-CF3C-ED06-5D66243291DD}"/>
              </a:ext>
            </a:extLst>
          </p:cNvPr>
          <p:cNvSpPr txBox="1"/>
          <p:nvPr/>
        </p:nvSpPr>
        <p:spPr>
          <a:xfrm>
            <a:off x="10555231" y="4240148"/>
            <a:ext cx="29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  <a:endParaRPr lang="en-IN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DB83394-1F6A-4149-9755-1D5BB0AB8101}"/>
              </a:ext>
            </a:extLst>
          </p:cNvPr>
          <p:cNvSpPr txBox="1"/>
          <p:nvPr/>
        </p:nvSpPr>
        <p:spPr>
          <a:xfrm>
            <a:off x="11050512" y="4732301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  <a:endParaRPr lang="en-IN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70BF3D7-F8C4-D144-E3DD-A54F520D37AC}"/>
              </a:ext>
            </a:extLst>
          </p:cNvPr>
          <p:cNvSpPr txBox="1"/>
          <p:nvPr/>
        </p:nvSpPr>
        <p:spPr>
          <a:xfrm>
            <a:off x="10020757" y="4732301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  <a:endParaRPr lang="en-IN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CA6E51A-9FCE-9B90-42B4-46813EB9E45D}"/>
              </a:ext>
            </a:extLst>
          </p:cNvPr>
          <p:cNvSpPr txBox="1"/>
          <p:nvPr/>
        </p:nvSpPr>
        <p:spPr>
          <a:xfrm>
            <a:off x="1017635" y="5871116"/>
            <a:ext cx="989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Graph G</a:t>
            </a:r>
            <a:endParaRPr lang="en-IN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B7FD0CB-E1B2-41A0-63C3-BBBB2AC56288}"/>
              </a:ext>
            </a:extLst>
          </p:cNvPr>
          <p:cNvSpPr txBox="1"/>
          <p:nvPr/>
        </p:nvSpPr>
        <p:spPr>
          <a:xfrm>
            <a:off x="4722227" y="5747215"/>
            <a:ext cx="1239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Weight = 11</a:t>
            </a:r>
            <a:endParaRPr lang="en-IN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DF9E4CE-6833-4D49-96DF-17E4853C9053}"/>
              </a:ext>
            </a:extLst>
          </p:cNvPr>
          <p:cNvSpPr txBox="1"/>
          <p:nvPr/>
        </p:nvSpPr>
        <p:spPr>
          <a:xfrm>
            <a:off x="6337280" y="5728733"/>
            <a:ext cx="1270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Weight = 12</a:t>
            </a:r>
            <a:endParaRPr lang="en-IN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C5A4BAD-3AA3-2C12-FBF1-46FF9566A0C7}"/>
              </a:ext>
            </a:extLst>
          </p:cNvPr>
          <p:cNvSpPr txBox="1"/>
          <p:nvPr/>
        </p:nvSpPr>
        <p:spPr>
          <a:xfrm>
            <a:off x="8157508" y="5729300"/>
            <a:ext cx="12911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Weight = 10</a:t>
            </a:r>
            <a:endParaRPr lang="en-IN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1D0FE13-9B56-C38F-C13D-7AB8D4AAA370}"/>
              </a:ext>
            </a:extLst>
          </p:cNvPr>
          <p:cNvSpPr txBox="1"/>
          <p:nvPr/>
        </p:nvSpPr>
        <p:spPr>
          <a:xfrm>
            <a:off x="10039762" y="5729300"/>
            <a:ext cx="12093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Weight = 9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291613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3B6F3-3121-185E-233E-54AB7FC7E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Oval 101">
            <a:extLst>
              <a:ext uri="{FF2B5EF4-FFF2-40B4-BE49-F238E27FC236}">
                <a16:creationId xmlns:a16="http://schemas.microsoft.com/office/drawing/2014/main" id="{CB5872D9-8A46-2897-4E7A-CDB90E1483CB}"/>
              </a:ext>
            </a:extLst>
          </p:cNvPr>
          <p:cNvSpPr/>
          <p:nvPr/>
        </p:nvSpPr>
        <p:spPr>
          <a:xfrm>
            <a:off x="8601499" y="2961415"/>
            <a:ext cx="568759" cy="56875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5DA9F258-9D0B-0F8D-5EE6-046385266E21}"/>
              </a:ext>
            </a:extLst>
          </p:cNvPr>
          <p:cNvSpPr/>
          <p:nvPr/>
        </p:nvSpPr>
        <p:spPr>
          <a:xfrm>
            <a:off x="7155004" y="2126827"/>
            <a:ext cx="568759" cy="56875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6ABF151D-9013-4867-1E46-477CDAB6221B}"/>
              </a:ext>
            </a:extLst>
          </p:cNvPr>
          <p:cNvSpPr/>
          <p:nvPr/>
        </p:nvSpPr>
        <p:spPr>
          <a:xfrm>
            <a:off x="7160144" y="3794827"/>
            <a:ext cx="568759" cy="56875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F07F2855-2B73-7C10-7CFF-3DB2DB4B5660}"/>
              </a:ext>
            </a:extLst>
          </p:cNvPr>
          <p:cNvSpPr/>
          <p:nvPr/>
        </p:nvSpPr>
        <p:spPr>
          <a:xfrm>
            <a:off x="5741800" y="2121119"/>
            <a:ext cx="568759" cy="56875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BDE66C3F-2415-5422-8181-4EB0E100B976}"/>
              </a:ext>
            </a:extLst>
          </p:cNvPr>
          <p:cNvSpPr/>
          <p:nvPr/>
        </p:nvSpPr>
        <p:spPr>
          <a:xfrm>
            <a:off x="5073287" y="2931290"/>
            <a:ext cx="568759" cy="56875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7114E302-D34B-8BFC-D571-6D8AFE560AC9}"/>
              </a:ext>
            </a:extLst>
          </p:cNvPr>
          <p:cNvSpPr/>
          <p:nvPr/>
        </p:nvSpPr>
        <p:spPr>
          <a:xfrm>
            <a:off x="4277795" y="3794827"/>
            <a:ext cx="568759" cy="56875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2FD00CE9-8CAF-05F3-FFEE-489FA29FBED4}"/>
              </a:ext>
            </a:extLst>
          </p:cNvPr>
          <p:cNvSpPr/>
          <p:nvPr/>
        </p:nvSpPr>
        <p:spPr>
          <a:xfrm>
            <a:off x="4277795" y="2128863"/>
            <a:ext cx="568759" cy="56875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643C833B-A56E-2521-4AED-69BA18C1D181}"/>
              </a:ext>
            </a:extLst>
          </p:cNvPr>
          <p:cNvSpPr/>
          <p:nvPr/>
        </p:nvSpPr>
        <p:spPr>
          <a:xfrm>
            <a:off x="2982038" y="2884700"/>
            <a:ext cx="568759" cy="56875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F734D3-9857-71DF-2B17-0BA4742B7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Minimum Spanning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9AD24F-A902-6A21-A0A8-F08B666546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36575"/>
          </a:xfrm>
        </p:spPr>
        <p:txBody>
          <a:bodyPr/>
          <a:lstStyle/>
          <a:p>
            <a:r>
              <a:rPr lang="en-IN" dirty="0"/>
              <a:t>Prim’s Algorithm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7CC7EC6-8AEC-4356-ADFE-15FD8DECA413}"/>
              </a:ext>
            </a:extLst>
          </p:cNvPr>
          <p:cNvSpPr/>
          <p:nvPr/>
        </p:nvSpPr>
        <p:spPr>
          <a:xfrm>
            <a:off x="3081246" y="2984245"/>
            <a:ext cx="364435" cy="36443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F78555D-927F-2A9D-C142-0861FBD79671}"/>
              </a:ext>
            </a:extLst>
          </p:cNvPr>
          <p:cNvSpPr/>
          <p:nvPr/>
        </p:nvSpPr>
        <p:spPr>
          <a:xfrm>
            <a:off x="4379959" y="2230528"/>
            <a:ext cx="364435" cy="36443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b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A2E4D97-FDA6-5456-27E0-4F2FC7A42570}"/>
              </a:ext>
            </a:extLst>
          </p:cNvPr>
          <p:cNvSpPr/>
          <p:nvPr/>
        </p:nvSpPr>
        <p:spPr>
          <a:xfrm>
            <a:off x="4379958" y="3896990"/>
            <a:ext cx="364435" cy="36443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74E1A9E-BA2C-CE3A-A456-CF4AD2E6C658}"/>
              </a:ext>
            </a:extLst>
          </p:cNvPr>
          <p:cNvSpPr/>
          <p:nvPr/>
        </p:nvSpPr>
        <p:spPr>
          <a:xfrm>
            <a:off x="7262307" y="2230528"/>
            <a:ext cx="364435" cy="36443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B070936-F2A6-52E4-7730-62DEFC12D994}"/>
              </a:ext>
            </a:extLst>
          </p:cNvPr>
          <p:cNvSpPr/>
          <p:nvPr/>
        </p:nvSpPr>
        <p:spPr>
          <a:xfrm>
            <a:off x="7262306" y="3896990"/>
            <a:ext cx="364435" cy="36443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g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AAB4A8C-D378-C06D-6139-D4CF7D647C02}"/>
              </a:ext>
            </a:extLst>
          </p:cNvPr>
          <p:cNvSpPr/>
          <p:nvPr/>
        </p:nvSpPr>
        <p:spPr>
          <a:xfrm>
            <a:off x="8706794" y="3050505"/>
            <a:ext cx="364435" cy="36443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h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102A3A5-B9D2-C76D-2D84-9939D4E95293}"/>
              </a:ext>
            </a:extLst>
          </p:cNvPr>
          <p:cNvSpPr/>
          <p:nvPr/>
        </p:nvSpPr>
        <p:spPr>
          <a:xfrm>
            <a:off x="5171775" y="3036891"/>
            <a:ext cx="364435" cy="36443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AE2AA11-2C11-FFC3-1DE0-4EE54F65DFA2}"/>
              </a:ext>
            </a:extLst>
          </p:cNvPr>
          <p:cNvCxnSpPr>
            <a:cxnSpLocks/>
            <a:stCxn id="4" idx="7"/>
            <a:endCxn id="5" idx="2"/>
          </p:cNvCxnSpPr>
          <p:nvPr/>
        </p:nvCxnSpPr>
        <p:spPr>
          <a:xfrm flipV="1">
            <a:off x="3392311" y="2412746"/>
            <a:ext cx="987648" cy="62486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093E74A-1B05-CAA0-C4A6-A5B6CB4CBE30}"/>
              </a:ext>
            </a:extLst>
          </p:cNvPr>
          <p:cNvCxnSpPr>
            <a:stCxn id="4" idx="5"/>
            <a:endCxn id="7" idx="2"/>
          </p:cNvCxnSpPr>
          <p:nvPr/>
        </p:nvCxnSpPr>
        <p:spPr>
          <a:xfrm>
            <a:off x="3392311" y="3295310"/>
            <a:ext cx="987647" cy="7838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E73603F-D871-A44E-6FB9-A36F13988824}"/>
              </a:ext>
            </a:extLst>
          </p:cNvPr>
          <p:cNvCxnSpPr>
            <a:cxnSpLocks/>
            <a:stCxn id="5" idx="6"/>
          </p:cNvCxnSpPr>
          <p:nvPr/>
        </p:nvCxnSpPr>
        <p:spPr>
          <a:xfrm>
            <a:off x="4744394" y="2412746"/>
            <a:ext cx="123245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AC19869-5BBC-FFC5-7415-3822A65B4B4C}"/>
              </a:ext>
            </a:extLst>
          </p:cNvPr>
          <p:cNvCxnSpPr>
            <a:stCxn id="8" idx="6"/>
            <a:endCxn id="10" idx="1"/>
          </p:cNvCxnSpPr>
          <p:nvPr/>
        </p:nvCxnSpPr>
        <p:spPr>
          <a:xfrm>
            <a:off x="7626742" y="2412746"/>
            <a:ext cx="1133422" cy="6911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31670E7-9D69-511F-337A-B4CC4CA655C1}"/>
              </a:ext>
            </a:extLst>
          </p:cNvPr>
          <p:cNvCxnSpPr>
            <a:stCxn id="9" idx="6"/>
            <a:endCxn id="10" idx="3"/>
          </p:cNvCxnSpPr>
          <p:nvPr/>
        </p:nvCxnSpPr>
        <p:spPr>
          <a:xfrm flipV="1">
            <a:off x="7626741" y="3361570"/>
            <a:ext cx="1133423" cy="7176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162B6C7-9A6C-7CA2-0C88-D5A7766135DC}"/>
              </a:ext>
            </a:extLst>
          </p:cNvPr>
          <p:cNvCxnSpPr>
            <a:stCxn id="7" idx="6"/>
            <a:endCxn id="9" idx="2"/>
          </p:cNvCxnSpPr>
          <p:nvPr/>
        </p:nvCxnSpPr>
        <p:spPr>
          <a:xfrm>
            <a:off x="4744393" y="4079208"/>
            <a:ext cx="25179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8FA92B9-A74F-A371-4C2A-0DA755A52F41}"/>
              </a:ext>
            </a:extLst>
          </p:cNvPr>
          <p:cNvCxnSpPr>
            <a:cxnSpLocks/>
            <a:stCxn id="7" idx="7"/>
            <a:endCxn id="11" idx="3"/>
          </p:cNvCxnSpPr>
          <p:nvPr/>
        </p:nvCxnSpPr>
        <p:spPr>
          <a:xfrm flipV="1">
            <a:off x="4691023" y="3347956"/>
            <a:ext cx="534122" cy="6024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FC515F7A-04B7-4526-8B8F-3E225B30FC97}"/>
              </a:ext>
            </a:extLst>
          </p:cNvPr>
          <p:cNvSpPr/>
          <p:nvPr/>
        </p:nvSpPr>
        <p:spPr>
          <a:xfrm>
            <a:off x="5847636" y="2223282"/>
            <a:ext cx="364435" cy="36443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AB81F523-5C93-E50E-556B-438D02A6D4DD}"/>
              </a:ext>
            </a:extLst>
          </p:cNvPr>
          <p:cNvCxnSpPr>
            <a:cxnSpLocks/>
            <a:stCxn id="34" idx="6"/>
            <a:endCxn id="8" idx="2"/>
          </p:cNvCxnSpPr>
          <p:nvPr/>
        </p:nvCxnSpPr>
        <p:spPr>
          <a:xfrm>
            <a:off x="6212071" y="2405500"/>
            <a:ext cx="1050236" cy="72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19CDD87B-2A66-D60F-4997-D81DE5A9CFEB}"/>
              </a:ext>
            </a:extLst>
          </p:cNvPr>
          <p:cNvCxnSpPr>
            <a:stCxn id="11" idx="7"/>
            <a:endCxn id="34" idx="3"/>
          </p:cNvCxnSpPr>
          <p:nvPr/>
        </p:nvCxnSpPr>
        <p:spPr>
          <a:xfrm flipV="1">
            <a:off x="5482840" y="2534347"/>
            <a:ext cx="418166" cy="5559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78E71CD-1427-0B3C-BA5C-132BC732C73B}"/>
              </a:ext>
            </a:extLst>
          </p:cNvPr>
          <p:cNvCxnSpPr>
            <a:stCxn id="11" idx="5"/>
            <a:endCxn id="9" idx="1"/>
          </p:cNvCxnSpPr>
          <p:nvPr/>
        </p:nvCxnSpPr>
        <p:spPr>
          <a:xfrm>
            <a:off x="5482840" y="3347956"/>
            <a:ext cx="1832836" cy="6024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F6D1769E-97E9-988E-F84A-2ADF2FEA4027}"/>
              </a:ext>
            </a:extLst>
          </p:cNvPr>
          <p:cNvCxnSpPr>
            <a:stCxn id="8" idx="4"/>
            <a:endCxn id="9" idx="0"/>
          </p:cNvCxnSpPr>
          <p:nvPr/>
        </p:nvCxnSpPr>
        <p:spPr>
          <a:xfrm flipH="1">
            <a:off x="7444524" y="2594963"/>
            <a:ext cx="1" cy="130202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0572368C-9923-EB16-4A98-2AE4DCD4F7BC}"/>
              </a:ext>
            </a:extLst>
          </p:cNvPr>
          <p:cNvCxnSpPr>
            <a:stCxn id="34" idx="5"/>
            <a:endCxn id="9" idx="0"/>
          </p:cNvCxnSpPr>
          <p:nvPr/>
        </p:nvCxnSpPr>
        <p:spPr>
          <a:xfrm>
            <a:off x="6158701" y="2534347"/>
            <a:ext cx="1285823" cy="136264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43B7C091-A22B-84B7-C59C-94A2565B1400}"/>
              </a:ext>
            </a:extLst>
          </p:cNvPr>
          <p:cNvCxnSpPr>
            <a:stCxn id="5" idx="4"/>
            <a:endCxn id="7" idx="0"/>
          </p:cNvCxnSpPr>
          <p:nvPr/>
        </p:nvCxnSpPr>
        <p:spPr>
          <a:xfrm flipH="1">
            <a:off x="4562176" y="2594963"/>
            <a:ext cx="1" cy="130202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4FF79072-D8F0-9BAB-C989-6F897583C6D7}"/>
              </a:ext>
            </a:extLst>
          </p:cNvPr>
          <p:cNvSpPr txBox="1"/>
          <p:nvPr/>
        </p:nvSpPr>
        <p:spPr>
          <a:xfrm>
            <a:off x="3641513" y="241274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8E3D3F7-E771-AEE8-D110-CC9BBB0360BA}"/>
              </a:ext>
            </a:extLst>
          </p:cNvPr>
          <p:cNvSpPr txBox="1"/>
          <p:nvPr/>
        </p:nvSpPr>
        <p:spPr>
          <a:xfrm>
            <a:off x="5069493" y="2099281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E68CAC4-38A9-A754-006A-6B2A62087A17}"/>
              </a:ext>
            </a:extLst>
          </p:cNvPr>
          <p:cNvSpPr txBox="1"/>
          <p:nvPr/>
        </p:nvSpPr>
        <p:spPr>
          <a:xfrm>
            <a:off x="6596249" y="2082007"/>
            <a:ext cx="285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5ED8BE9-0CAD-156F-F2FA-A3935C7204A8}"/>
              </a:ext>
            </a:extLst>
          </p:cNvPr>
          <p:cNvSpPr txBox="1"/>
          <p:nvPr/>
        </p:nvSpPr>
        <p:spPr>
          <a:xfrm>
            <a:off x="8169715" y="235692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3C20CCC-E223-030A-E3DA-37EC73B50233}"/>
              </a:ext>
            </a:extLst>
          </p:cNvPr>
          <p:cNvSpPr txBox="1"/>
          <p:nvPr/>
        </p:nvSpPr>
        <p:spPr>
          <a:xfrm>
            <a:off x="7484663" y="3052827"/>
            <a:ext cx="388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5EEB24B-B82E-B60D-55FA-85604E6020BF}"/>
              </a:ext>
            </a:extLst>
          </p:cNvPr>
          <p:cNvSpPr txBox="1"/>
          <p:nvPr/>
        </p:nvSpPr>
        <p:spPr>
          <a:xfrm>
            <a:off x="8129640" y="3741637"/>
            <a:ext cx="389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10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740AFE6-CA85-1D52-C896-A7E341EEE4A1}"/>
              </a:ext>
            </a:extLst>
          </p:cNvPr>
          <p:cNvSpPr txBox="1"/>
          <p:nvPr/>
        </p:nvSpPr>
        <p:spPr>
          <a:xfrm>
            <a:off x="6709573" y="2865839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FF6EEBA-E03F-98FB-4E68-0CF0D6B4E00F}"/>
              </a:ext>
            </a:extLst>
          </p:cNvPr>
          <p:cNvSpPr txBox="1"/>
          <p:nvPr/>
        </p:nvSpPr>
        <p:spPr>
          <a:xfrm>
            <a:off x="5616286" y="2756486"/>
            <a:ext cx="29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11E37EE-1C79-B2F6-3299-D4B6F05DF89E}"/>
              </a:ext>
            </a:extLst>
          </p:cNvPr>
          <p:cNvSpPr txBox="1"/>
          <p:nvPr/>
        </p:nvSpPr>
        <p:spPr>
          <a:xfrm>
            <a:off x="6097692" y="355560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A39B435-AA8E-5969-C629-ED3B3737DC31}"/>
              </a:ext>
            </a:extLst>
          </p:cNvPr>
          <p:cNvSpPr txBox="1"/>
          <p:nvPr/>
        </p:nvSpPr>
        <p:spPr>
          <a:xfrm>
            <a:off x="5879812" y="4079207"/>
            <a:ext cx="389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10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127570D-5388-65AA-AC9A-72C3BF7ADBF0}"/>
              </a:ext>
            </a:extLst>
          </p:cNvPr>
          <p:cNvSpPr txBox="1"/>
          <p:nvPr/>
        </p:nvSpPr>
        <p:spPr>
          <a:xfrm>
            <a:off x="4204399" y="302161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0A05521-732C-A089-D840-53EFD02AF9BE}"/>
              </a:ext>
            </a:extLst>
          </p:cNvPr>
          <p:cNvSpPr txBox="1"/>
          <p:nvPr/>
        </p:nvSpPr>
        <p:spPr>
          <a:xfrm>
            <a:off x="3568391" y="358102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8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81ABFEE4-FADB-0137-DD72-1767895C3341}"/>
              </a:ext>
            </a:extLst>
          </p:cNvPr>
          <p:cNvCxnSpPr>
            <a:cxnSpLocks/>
            <a:stCxn id="4" idx="7"/>
            <a:endCxn id="5" idx="2"/>
          </p:cNvCxnSpPr>
          <p:nvPr/>
        </p:nvCxnSpPr>
        <p:spPr>
          <a:xfrm flipV="1">
            <a:off x="3392311" y="2412746"/>
            <a:ext cx="987648" cy="624869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DE8BDEC4-C905-E7AC-F055-3B7F37CBCD56}"/>
              </a:ext>
            </a:extLst>
          </p:cNvPr>
          <p:cNvCxnSpPr>
            <a:cxnSpLocks/>
            <a:stCxn id="7" idx="0"/>
            <a:endCxn id="5" idx="4"/>
          </p:cNvCxnSpPr>
          <p:nvPr/>
        </p:nvCxnSpPr>
        <p:spPr>
          <a:xfrm flipV="1">
            <a:off x="4562176" y="2594963"/>
            <a:ext cx="1" cy="1302027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AE99A755-3FAD-9993-1DDA-CCDAB01A06E7}"/>
              </a:ext>
            </a:extLst>
          </p:cNvPr>
          <p:cNvSpPr txBox="1"/>
          <p:nvPr/>
        </p:nvSpPr>
        <p:spPr>
          <a:xfrm>
            <a:off x="4982104" y="3530174"/>
            <a:ext cx="285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7</a:t>
            </a: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6BFF7641-E577-A9C2-3F4E-53BB14570A5B}"/>
              </a:ext>
            </a:extLst>
          </p:cNvPr>
          <p:cNvCxnSpPr>
            <a:cxnSpLocks/>
            <a:stCxn id="7" idx="7"/>
            <a:endCxn id="11" idx="3"/>
          </p:cNvCxnSpPr>
          <p:nvPr/>
        </p:nvCxnSpPr>
        <p:spPr>
          <a:xfrm flipV="1">
            <a:off x="4691023" y="3347956"/>
            <a:ext cx="534122" cy="602404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D4F1724C-1786-3D89-DCC0-AAAEC15FF535}"/>
              </a:ext>
            </a:extLst>
          </p:cNvPr>
          <p:cNvCxnSpPr>
            <a:cxnSpLocks/>
            <a:stCxn id="11" idx="7"/>
            <a:endCxn id="34" idx="3"/>
          </p:cNvCxnSpPr>
          <p:nvPr/>
        </p:nvCxnSpPr>
        <p:spPr>
          <a:xfrm flipV="1">
            <a:off x="5482840" y="2534347"/>
            <a:ext cx="418166" cy="555914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BAEB8324-2D34-D6F9-CCE7-FB7FBB5E6BB3}"/>
              </a:ext>
            </a:extLst>
          </p:cNvPr>
          <p:cNvCxnSpPr>
            <a:cxnSpLocks/>
            <a:stCxn id="9" idx="0"/>
            <a:endCxn id="34" idx="5"/>
          </p:cNvCxnSpPr>
          <p:nvPr/>
        </p:nvCxnSpPr>
        <p:spPr>
          <a:xfrm flipH="1" flipV="1">
            <a:off x="6158701" y="2534347"/>
            <a:ext cx="1285823" cy="1362643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15B559B7-8189-8C2D-0C71-D8A2B88FD0DE}"/>
              </a:ext>
            </a:extLst>
          </p:cNvPr>
          <p:cNvCxnSpPr>
            <a:cxnSpLocks/>
            <a:stCxn id="8" idx="2"/>
            <a:endCxn id="34" idx="6"/>
          </p:cNvCxnSpPr>
          <p:nvPr/>
        </p:nvCxnSpPr>
        <p:spPr>
          <a:xfrm flipH="1" flipV="1">
            <a:off x="6212071" y="2405500"/>
            <a:ext cx="1050236" cy="724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E4700068-4F0B-C6AC-9729-4C6EBD37CDAF}"/>
              </a:ext>
            </a:extLst>
          </p:cNvPr>
          <p:cNvCxnSpPr>
            <a:cxnSpLocks/>
            <a:stCxn id="10" idx="1"/>
            <a:endCxn id="8" idx="6"/>
          </p:cNvCxnSpPr>
          <p:nvPr/>
        </p:nvCxnSpPr>
        <p:spPr>
          <a:xfrm flipH="1" flipV="1">
            <a:off x="7626742" y="2412746"/>
            <a:ext cx="1133422" cy="691129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5CBEDEC2-2AB0-4DAB-34CD-600A90F53223}"/>
              </a:ext>
            </a:extLst>
          </p:cNvPr>
          <p:cNvGrpSpPr/>
          <p:nvPr/>
        </p:nvGrpSpPr>
        <p:grpSpPr>
          <a:xfrm>
            <a:off x="3079745" y="4627379"/>
            <a:ext cx="5989983" cy="2038143"/>
            <a:chOff x="5872074" y="4554461"/>
            <a:chExt cx="5989983" cy="2038143"/>
          </a:xfrm>
        </p:grpSpPr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24EA78B5-BB4B-352A-5D22-3F3C31AE7C45}"/>
                </a:ext>
              </a:extLst>
            </p:cNvPr>
            <p:cNvSpPr/>
            <p:nvPr/>
          </p:nvSpPr>
          <p:spPr>
            <a:xfrm>
              <a:off x="5872074" y="5315424"/>
              <a:ext cx="364435" cy="36443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a</a:t>
              </a:r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7001ED7D-ECD3-2C64-09FD-7B1F72A6DF27}"/>
                </a:ext>
              </a:extLst>
            </p:cNvPr>
            <p:cNvSpPr/>
            <p:nvPr/>
          </p:nvSpPr>
          <p:spPr>
            <a:xfrm>
              <a:off x="7170787" y="4561707"/>
              <a:ext cx="364435" cy="36443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b</a:t>
              </a:r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CF77E316-891B-4EAF-2D3F-021055FBB01C}"/>
                </a:ext>
              </a:extLst>
            </p:cNvPr>
            <p:cNvSpPr/>
            <p:nvPr/>
          </p:nvSpPr>
          <p:spPr>
            <a:xfrm>
              <a:off x="7170786" y="6228169"/>
              <a:ext cx="364435" cy="36443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c</a:t>
              </a:r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ED9924A5-265D-19AA-B161-A2F248DC3CC1}"/>
                </a:ext>
              </a:extLst>
            </p:cNvPr>
            <p:cNvSpPr/>
            <p:nvPr/>
          </p:nvSpPr>
          <p:spPr>
            <a:xfrm>
              <a:off x="10053135" y="4561707"/>
              <a:ext cx="364435" cy="36443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f</a:t>
              </a:r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36A9C8A2-43A3-F139-A60C-64F3798A6E1F}"/>
                </a:ext>
              </a:extLst>
            </p:cNvPr>
            <p:cNvSpPr/>
            <p:nvPr/>
          </p:nvSpPr>
          <p:spPr>
            <a:xfrm>
              <a:off x="10053134" y="6228169"/>
              <a:ext cx="364435" cy="36443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g</a:t>
              </a:r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8E6F0BD9-031C-3B8E-DDED-B2AB342559B2}"/>
                </a:ext>
              </a:extLst>
            </p:cNvPr>
            <p:cNvSpPr/>
            <p:nvPr/>
          </p:nvSpPr>
          <p:spPr>
            <a:xfrm>
              <a:off x="11497622" y="5381684"/>
              <a:ext cx="364435" cy="36443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h</a:t>
              </a:r>
            </a:p>
          </p:txBody>
        </p:sp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DB0A175A-C1CD-B42E-E382-D8AC275B58FF}"/>
                </a:ext>
              </a:extLst>
            </p:cNvPr>
            <p:cNvSpPr/>
            <p:nvPr/>
          </p:nvSpPr>
          <p:spPr>
            <a:xfrm>
              <a:off x="7962603" y="5368070"/>
              <a:ext cx="364435" cy="36443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d</a:t>
              </a:r>
            </a:p>
          </p:txBody>
        </p:sp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A6EDA09C-E547-C463-727D-C31FFB1506E0}"/>
                </a:ext>
              </a:extLst>
            </p:cNvPr>
            <p:cNvSpPr/>
            <p:nvPr/>
          </p:nvSpPr>
          <p:spPr>
            <a:xfrm>
              <a:off x="8638464" y="4554461"/>
              <a:ext cx="364435" cy="36443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e</a:t>
              </a:r>
            </a:p>
          </p:txBody>
        </p: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5B4C1C11-09B8-C6ED-5D66-B68BC779C79D}"/>
                </a:ext>
              </a:extLst>
            </p:cNvPr>
            <p:cNvCxnSpPr>
              <a:cxnSpLocks/>
              <a:stCxn id="115" idx="7"/>
              <a:endCxn id="116" idx="2"/>
            </p:cNvCxnSpPr>
            <p:nvPr/>
          </p:nvCxnSpPr>
          <p:spPr>
            <a:xfrm flipV="1">
              <a:off x="6183139" y="4743925"/>
              <a:ext cx="987648" cy="624869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E1D3FCA1-EF99-7919-20B9-BAAA3BF65240}"/>
                </a:ext>
              </a:extLst>
            </p:cNvPr>
            <p:cNvCxnSpPr>
              <a:cxnSpLocks/>
              <a:stCxn id="117" idx="0"/>
              <a:endCxn id="116" idx="4"/>
            </p:cNvCxnSpPr>
            <p:nvPr/>
          </p:nvCxnSpPr>
          <p:spPr>
            <a:xfrm flipV="1">
              <a:off x="7353004" y="4926142"/>
              <a:ext cx="1" cy="1302027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A22349D9-B08C-8640-9612-CFD6C13F4140}"/>
                </a:ext>
              </a:extLst>
            </p:cNvPr>
            <p:cNvCxnSpPr>
              <a:cxnSpLocks/>
              <a:stCxn id="117" idx="7"/>
              <a:endCxn id="121" idx="3"/>
            </p:cNvCxnSpPr>
            <p:nvPr/>
          </p:nvCxnSpPr>
          <p:spPr>
            <a:xfrm flipV="1">
              <a:off x="7481851" y="5679135"/>
              <a:ext cx="534122" cy="602404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79F35E5C-F911-F9B5-8648-41571A52C28D}"/>
                </a:ext>
              </a:extLst>
            </p:cNvPr>
            <p:cNvCxnSpPr>
              <a:cxnSpLocks/>
              <a:stCxn id="121" idx="7"/>
              <a:endCxn id="122" idx="3"/>
            </p:cNvCxnSpPr>
            <p:nvPr/>
          </p:nvCxnSpPr>
          <p:spPr>
            <a:xfrm flipV="1">
              <a:off x="8273668" y="4865526"/>
              <a:ext cx="418166" cy="555914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CB9FDB95-296B-D6AA-0851-6D1894B278B3}"/>
                </a:ext>
              </a:extLst>
            </p:cNvPr>
            <p:cNvCxnSpPr>
              <a:cxnSpLocks/>
              <a:stCxn id="119" idx="0"/>
              <a:endCxn id="122" idx="5"/>
            </p:cNvCxnSpPr>
            <p:nvPr/>
          </p:nvCxnSpPr>
          <p:spPr>
            <a:xfrm flipH="1" flipV="1">
              <a:off x="8949529" y="4865526"/>
              <a:ext cx="1285823" cy="1362643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87C76184-AB00-2A0B-C848-EBA654F6F242}"/>
                </a:ext>
              </a:extLst>
            </p:cNvPr>
            <p:cNvCxnSpPr>
              <a:cxnSpLocks/>
              <a:stCxn id="118" idx="2"/>
              <a:endCxn id="122" idx="6"/>
            </p:cNvCxnSpPr>
            <p:nvPr/>
          </p:nvCxnSpPr>
          <p:spPr>
            <a:xfrm flipH="1" flipV="1">
              <a:off x="9002899" y="4736679"/>
              <a:ext cx="1050236" cy="7246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DFAA20CC-282A-9EAE-FD8B-5AC4CFAE6A38}"/>
                </a:ext>
              </a:extLst>
            </p:cNvPr>
            <p:cNvCxnSpPr>
              <a:cxnSpLocks/>
              <a:stCxn id="120" idx="1"/>
              <a:endCxn id="118" idx="6"/>
            </p:cNvCxnSpPr>
            <p:nvPr/>
          </p:nvCxnSpPr>
          <p:spPr>
            <a:xfrm flipH="1" flipV="1">
              <a:off x="10417570" y="4743925"/>
              <a:ext cx="1133422" cy="691129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36372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" grpId="0" animBg="1"/>
      <p:bldP spid="97" grpId="0" animBg="1"/>
      <p:bldP spid="93" grpId="0" animBg="1"/>
      <p:bldP spid="89" grpId="0" animBg="1"/>
      <p:bldP spid="85" grpId="0" animBg="1"/>
      <p:bldP spid="75" grpId="0" animBg="1"/>
      <p:bldP spid="71" grpId="0" animBg="1"/>
      <p:bldP spid="66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18396-BAD2-BCB0-27CA-EA0A923D0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Minimum Spanning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B8D15-654C-AEF6-14CC-7C36DACA0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705908"/>
          </a:xfrm>
        </p:spPr>
        <p:txBody>
          <a:bodyPr/>
          <a:lstStyle/>
          <a:p>
            <a:r>
              <a:rPr lang="en-IN" dirty="0"/>
              <a:t>Kruskal’s algorithm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8EEC5DC-1230-C6C9-5AD7-2F81AC914082}"/>
              </a:ext>
            </a:extLst>
          </p:cNvPr>
          <p:cNvSpPr/>
          <p:nvPr/>
        </p:nvSpPr>
        <p:spPr>
          <a:xfrm>
            <a:off x="478734" y="3231505"/>
            <a:ext cx="364435" cy="36443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EDC2782-2BB1-36C1-CCB8-A12E7F155E17}"/>
              </a:ext>
            </a:extLst>
          </p:cNvPr>
          <p:cNvSpPr/>
          <p:nvPr/>
        </p:nvSpPr>
        <p:spPr>
          <a:xfrm>
            <a:off x="1777447" y="2477788"/>
            <a:ext cx="364435" cy="36443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b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2DB7E53-66A9-DB9B-13D2-40DEA7C602A0}"/>
              </a:ext>
            </a:extLst>
          </p:cNvPr>
          <p:cNvSpPr/>
          <p:nvPr/>
        </p:nvSpPr>
        <p:spPr>
          <a:xfrm>
            <a:off x="1777446" y="4144250"/>
            <a:ext cx="364435" cy="36443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FE1E074-43CB-A37B-2CAB-D6B405B21CAA}"/>
              </a:ext>
            </a:extLst>
          </p:cNvPr>
          <p:cNvSpPr/>
          <p:nvPr/>
        </p:nvSpPr>
        <p:spPr>
          <a:xfrm>
            <a:off x="4659795" y="2477788"/>
            <a:ext cx="364435" cy="36443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536E144-A588-C204-7FDB-E6F8A180C279}"/>
              </a:ext>
            </a:extLst>
          </p:cNvPr>
          <p:cNvSpPr/>
          <p:nvPr/>
        </p:nvSpPr>
        <p:spPr>
          <a:xfrm>
            <a:off x="4659794" y="4144250"/>
            <a:ext cx="364435" cy="36443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g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A42DCCC-6581-29C3-797C-C106BEA3AFDB}"/>
              </a:ext>
            </a:extLst>
          </p:cNvPr>
          <p:cNvSpPr/>
          <p:nvPr/>
        </p:nvSpPr>
        <p:spPr>
          <a:xfrm>
            <a:off x="6104282" y="3297765"/>
            <a:ext cx="364435" cy="36443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h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49F9657-A807-99AA-FB20-20DBFB66028B}"/>
              </a:ext>
            </a:extLst>
          </p:cNvPr>
          <p:cNvSpPr/>
          <p:nvPr/>
        </p:nvSpPr>
        <p:spPr>
          <a:xfrm>
            <a:off x="2569263" y="3284151"/>
            <a:ext cx="364435" cy="36443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90B9A3B-4FAD-0276-77B3-504857645EB0}"/>
              </a:ext>
            </a:extLst>
          </p:cNvPr>
          <p:cNvCxnSpPr>
            <a:cxnSpLocks/>
            <a:stCxn id="12" idx="7"/>
            <a:endCxn id="13" idx="2"/>
          </p:cNvCxnSpPr>
          <p:nvPr/>
        </p:nvCxnSpPr>
        <p:spPr>
          <a:xfrm flipV="1">
            <a:off x="789799" y="2660006"/>
            <a:ext cx="987648" cy="62486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29D9947-68D5-1620-BBB9-1B9D22CD8901}"/>
              </a:ext>
            </a:extLst>
          </p:cNvPr>
          <p:cNvCxnSpPr>
            <a:stCxn id="12" idx="5"/>
            <a:endCxn id="14" idx="2"/>
          </p:cNvCxnSpPr>
          <p:nvPr/>
        </p:nvCxnSpPr>
        <p:spPr>
          <a:xfrm>
            <a:off x="789799" y="3542570"/>
            <a:ext cx="987647" cy="7838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0A6AD9E-F464-32F6-DA0C-9AB4EEB87E9C}"/>
              </a:ext>
            </a:extLst>
          </p:cNvPr>
          <p:cNvCxnSpPr>
            <a:cxnSpLocks/>
            <a:stCxn id="13" idx="6"/>
          </p:cNvCxnSpPr>
          <p:nvPr/>
        </p:nvCxnSpPr>
        <p:spPr>
          <a:xfrm>
            <a:off x="2141882" y="2660006"/>
            <a:ext cx="123245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9B04733-13AF-B2E0-5C37-8A3BB926E993}"/>
              </a:ext>
            </a:extLst>
          </p:cNvPr>
          <p:cNvCxnSpPr>
            <a:stCxn id="15" idx="6"/>
            <a:endCxn id="17" idx="1"/>
          </p:cNvCxnSpPr>
          <p:nvPr/>
        </p:nvCxnSpPr>
        <p:spPr>
          <a:xfrm>
            <a:off x="5024230" y="2660006"/>
            <a:ext cx="1133422" cy="6911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68E6B09-FC4A-9CA2-7190-EA4041087921}"/>
              </a:ext>
            </a:extLst>
          </p:cNvPr>
          <p:cNvCxnSpPr>
            <a:cxnSpLocks/>
            <a:stCxn id="16" idx="6"/>
            <a:endCxn id="17" idx="3"/>
          </p:cNvCxnSpPr>
          <p:nvPr/>
        </p:nvCxnSpPr>
        <p:spPr>
          <a:xfrm flipV="1">
            <a:off x="5024229" y="3608830"/>
            <a:ext cx="1133423" cy="7176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4F73493-261D-90EA-290C-160E7366A86E}"/>
              </a:ext>
            </a:extLst>
          </p:cNvPr>
          <p:cNvCxnSpPr>
            <a:stCxn id="14" idx="6"/>
            <a:endCxn id="16" idx="2"/>
          </p:cNvCxnSpPr>
          <p:nvPr/>
        </p:nvCxnSpPr>
        <p:spPr>
          <a:xfrm>
            <a:off x="2141881" y="4326468"/>
            <a:ext cx="25179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70E36DE-A2CC-543A-D334-41665B453980}"/>
              </a:ext>
            </a:extLst>
          </p:cNvPr>
          <p:cNvCxnSpPr>
            <a:cxnSpLocks/>
            <a:stCxn id="14" idx="7"/>
            <a:endCxn id="18" idx="3"/>
          </p:cNvCxnSpPr>
          <p:nvPr/>
        </p:nvCxnSpPr>
        <p:spPr>
          <a:xfrm flipV="1">
            <a:off x="2088511" y="3595216"/>
            <a:ext cx="534122" cy="6024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BCBA5254-FFAB-1668-06FB-E8D1B542E5BA}"/>
              </a:ext>
            </a:extLst>
          </p:cNvPr>
          <p:cNvSpPr/>
          <p:nvPr/>
        </p:nvSpPr>
        <p:spPr>
          <a:xfrm>
            <a:off x="3245124" y="2470542"/>
            <a:ext cx="364435" cy="36443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179254C-BE26-D063-F579-3DECF09758DF}"/>
              </a:ext>
            </a:extLst>
          </p:cNvPr>
          <p:cNvCxnSpPr>
            <a:cxnSpLocks/>
            <a:stCxn id="26" idx="6"/>
            <a:endCxn id="15" idx="2"/>
          </p:cNvCxnSpPr>
          <p:nvPr/>
        </p:nvCxnSpPr>
        <p:spPr>
          <a:xfrm>
            <a:off x="3609559" y="2652760"/>
            <a:ext cx="1050236" cy="72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9E864CE-CB30-FDC5-D1D3-6E2C70154775}"/>
              </a:ext>
            </a:extLst>
          </p:cNvPr>
          <p:cNvCxnSpPr>
            <a:stCxn id="18" idx="7"/>
            <a:endCxn id="26" idx="3"/>
          </p:cNvCxnSpPr>
          <p:nvPr/>
        </p:nvCxnSpPr>
        <p:spPr>
          <a:xfrm flipV="1">
            <a:off x="2880328" y="2781607"/>
            <a:ext cx="418166" cy="5559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2BA50D4-4A5D-DA55-BBFB-A37B743D7E5E}"/>
              </a:ext>
            </a:extLst>
          </p:cNvPr>
          <p:cNvCxnSpPr>
            <a:stCxn id="18" idx="5"/>
            <a:endCxn id="16" idx="1"/>
          </p:cNvCxnSpPr>
          <p:nvPr/>
        </p:nvCxnSpPr>
        <p:spPr>
          <a:xfrm>
            <a:off x="2880328" y="3595216"/>
            <a:ext cx="1832836" cy="6024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BD2BAD6-F091-57E2-A3AD-568D6AEE2693}"/>
              </a:ext>
            </a:extLst>
          </p:cNvPr>
          <p:cNvCxnSpPr>
            <a:stCxn id="15" idx="4"/>
            <a:endCxn id="16" idx="0"/>
          </p:cNvCxnSpPr>
          <p:nvPr/>
        </p:nvCxnSpPr>
        <p:spPr>
          <a:xfrm flipH="1">
            <a:off x="4842012" y="2842223"/>
            <a:ext cx="1" cy="130202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3AE41B9-C46B-010B-131D-C5A08BB4FB59}"/>
              </a:ext>
            </a:extLst>
          </p:cNvPr>
          <p:cNvCxnSpPr>
            <a:stCxn id="26" idx="5"/>
            <a:endCxn id="16" idx="0"/>
          </p:cNvCxnSpPr>
          <p:nvPr/>
        </p:nvCxnSpPr>
        <p:spPr>
          <a:xfrm>
            <a:off x="3556189" y="2781607"/>
            <a:ext cx="1285823" cy="136264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B5A62B9-A3FF-BE93-914A-7847664D979B}"/>
              </a:ext>
            </a:extLst>
          </p:cNvPr>
          <p:cNvCxnSpPr>
            <a:stCxn id="13" idx="4"/>
            <a:endCxn id="14" idx="0"/>
          </p:cNvCxnSpPr>
          <p:nvPr/>
        </p:nvCxnSpPr>
        <p:spPr>
          <a:xfrm flipH="1">
            <a:off x="1959664" y="2842223"/>
            <a:ext cx="1" cy="130202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A98B0280-B57F-1771-9F0E-6315A4E58FBD}"/>
              </a:ext>
            </a:extLst>
          </p:cNvPr>
          <p:cNvSpPr txBox="1"/>
          <p:nvPr/>
        </p:nvSpPr>
        <p:spPr>
          <a:xfrm>
            <a:off x="1039001" y="266000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1D99A7A-5FAF-2706-DE7E-2083C4774DD6}"/>
              </a:ext>
            </a:extLst>
          </p:cNvPr>
          <p:cNvSpPr txBox="1"/>
          <p:nvPr/>
        </p:nvSpPr>
        <p:spPr>
          <a:xfrm>
            <a:off x="2466981" y="2346541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9ED16FE-F42D-F5BF-B661-D32E0F962D69}"/>
              </a:ext>
            </a:extLst>
          </p:cNvPr>
          <p:cNvSpPr txBox="1"/>
          <p:nvPr/>
        </p:nvSpPr>
        <p:spPr>
          <a:xfrm>
            <a:off x="3993737" y="2329267"/>
            <a:ext cx="285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A7CD663-EDFA-E270-D99F-6DAF47B38AD6}"/>
              </a:ext>
            </a:extLst>
          </p:cNvPr>
          <p:cNvSpPr txBox="1"/>
          <p:nvPr/>
        </p:nvSpPr>
        <p:spPr>
          <a:xfrm>
            <a:off x="5567203" y="260418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9C7043C-82E8-BFE4-402D-5744DB00A1BD}"/>
              </a:ext>
            </a:extLst>
          </p:cNvPr>
          <p:cNvSpPr txBox="1"/>
          <p:nvPr/>
        </p:nvSpPr>
        <p:spPr>
          <a:xfrm>
            <a:off x="4882151" y="3300087"/>
            <a:ext cx="388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FFF2809-5C85-C68B-3924-D2AD33ECBB3F}"/>
              </a:ext>
            </a:extLst>
          </p:cNvPr>
          <p:cNvSpPr txBox="1"/>
          <p:nvPr/>
        </p:nvSpPr>
        <p:spPr>
          <a:xfrm>
            <a:off x="5527128" y="3988897"/>
            <a:ext cx="389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EECC069-EE5C-977E-9C4A-425E30822D4F}"/>
              </a:ext>
            </a:extLst>
          </p:cNvPr>
          <p:cNvSpPr txBox="1"/>
          <p:nvPr/>
        </p:nvSpPr>
        <p:spPr>
          <a:xfrm>
            <a:off x="4107061" y="3113099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3BDE25B-66B2-2A25-2ADA-89BCE9FA8793}"/>
              </a:ext>
            </a:extLst>
          </p:cNvPr>
          <p:cNvSpPr txBox="1"/>
          <p:nvPr/>
        </p:nvSpPr>
        <p:spPr>
          <a:xfrm>
            <a:off x="3013774" y="3003746"/>
            <a:ext cx="29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9760573-A91D-4871-0969-1502C179D1FE}"/>
              </a:ext>
            </a:extLst>
          </p:cNvPr>
          <p:cNvSpPr txBox="1"/>
          <p:nvPr/>
        </p:nvSpPr>
        <p:spPr>
          <a:xfrm>
            <a:off x="3495180" y="380286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4A9C2FF-6C61-95E4-4C91-73FD2E793CFF}"/>
              </a:ext>
            </a:extLst>
          </p:cNvPr>
          <p:cNvSpPr txBox="1"/>
          <p:nvPr/>
        </p:nvSpPr>
        <p:spPr>
          <a:xfrm>
            <a:off x="3277300" y="4326467"/>
            <a:ext cx="389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10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9BEDE27-CF9E-043F-6817-7714959A91F7}"/>
              </a:ext>
            </a:extLst>
          </p:cNvPr>
          <p:cNvSpPr txBox="1"/>
          <p:nvPr/>
        </p:nvSpPr>
        <p:spPr>
          <a:xfrm>
            <a:off x="1601887" y="326887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AF69DE8-FA67-D656-E33A-5034483007FA}"/>
              </a:ext>
            </a:extLst>
          </p:cNvPr>
          <p:cNvSpPr txBox="1"/>
          <p:nvPr/>
        </p:nvSpPr>
        <p:spPr>
          <a:xfrm>
            <a:off x="965879" y="382828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0684CCA-4B95-D350-6FBF-7A38B412F7B4}"/>
              </a:ext>
            </a:extLst>
          </p:cNvPr>
          <p:cNvSpPr txBox="1"/>
          <p:nvPr/>
        </p:nvSpPr>
        <p:spPr>
          <a:xfrm>
            <a:off x="2379592" y="3777434"/>
            <a:ext cx="285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7</a:t>
            </a: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734DFC1F-F8D7-EA98-4ABA-6EC86A3F06D0}"/>
              </a:ext>
            </a:extLst>
          </p:cNvPr>
          <p:cNvSpPr/>
          <p:nvPr/>
        </p:nvSpPr>
        <p:spPr>
          <a:xfrm>
            <a:off x="5504623" y="4951337"/>
            <a:ext cx="364435" cy="36443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80B1A538-532D-DE20-C024-70BA7BF8F5F8}"/>
              </a:ext>
            </a:extLst>
          </p:cNvPr>
          <p:cNvSpPr/>
          <p:nvPr/>
        </p:nvSpPr>
        <p:spPr>
          <a:xfrm>
            <a:off x="6803336" y="4197620"/>
            <a:ext cx="364435" cy="36443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b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29B25F24-0F90-6E3B-8343-2BA35BC7142E}"/>
              </a:ext>
            </a:extLst>
          </p:cNvPr>
          <p:cNvSpPr/>
          <p:nvPr/>
        </p:nvSpPr>
        <p:spPr>
          <a:xfrm>
            <a:off x="6803335" y="5864082"/>
            <a:ext cx="364435" cy="36443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</a:t>
            </a: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E3906627-0962-616E-9C7A-2E0DE3DF57FA}"/>
              </a:ext>
            </a:extLst>
          </p:cNvPr>
          <p:cNvSpPr/>
          <p:nvPr/>
        </p:nvSpPr>
        <p:spPr>
          <a:xfrm>
            <a:off x="9685684" y="4197620"/>
            <a:ext cx="364435" cy="36443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</a:t>
            </a: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C8CD5FE1-CA89-A79B-29EF-7C25A66F05DF}"/>
              </a:ext>
            </a:extLst>
          </p:cNvPr>
          <p:cNvSpPr/>
          <p:nvPr/>
        </p:nvSpPr>
        <p:spPr>
          <a:xfrm>
            <a:off x="9685683" y="5864082"/>
            <a:ext cx="364435" cy="36443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g</a:t>
            </a: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A7554727-CBE2-2119-F3AC-74BAC115B853}"/>
              </a:ext>
            </a:extLst>
          </p:cNvPr>
          <p:cNvSpPr/>
          <p:nvPr/>
        </p:nvSpPr>
        <p:spPr>
          <a:xfrm>
            <a:off x="11130171" y="5017597"/>
            <a:ext cx="364435" cy="36443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h</a:t>
            </a: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EAF88ABF-8F8F-3D25-5A91-80C902072710}"/>
              </a:ext>
            </a:extLst>
          </p:cNvPr>
          <p:cNvSpPr/>
          <p:nvPr/>
        </p:nvSpPr>
        <p:spPr>
          <a:xfrm>
            <a:off x="7595152" y="5003983"/>
            <a:ext cx="364435" cy="36443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</a:t>
            </a: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3146775C-CF94-8E5E-40A9-99A9E691B466}"/>
              </a:ext>
            </a:extLst>
          </p:cNvPr>
          <p:cNvSpPr/>
          <p:nvPr/>
        </p:nvSpPr>
        <p:spPr>
          <a:xfrm>
            <a:off x="8271013" y="4190374"/>
            <a:ext cx="364435" cy="36443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</a:t>
            </a: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8EECFA7C-C53D-C2A1-CDE6-9995AEA3B59E}"/>
              </a:ext>
            </a:extLst>
          </p:cNvPr>
          <p:cNvCxnSpPr>
            <a:cxnSpLocks/>
            <a:stCxn id="71" idx="7"/>
            <a:endCxn id="72" idx="3"/>
          </p:cNvCxnSpPr>
          <p:nvPr/>
        </p:nvCxnSpPr>
        <p:spPr>
          <a:xfrm flipV="1">
            <a:off x="7906217" y="4501439"/>
            <a:ext cx="418166" cy="5559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505A0B83-54CF-DF8F-860E-C7CD3D0EADCE}"/>
              </a:ext>
            </a:extLst>
          </p:cNvPr>
          <p:cNvCxnSpPr>
            <a:cxnSpLocks/>
            <a:stCxn id="65" idx="7"/>
            <a:endCxn id="66" idx="2"/>
          </p:cNvCxnSpPr>
          <p:nvPr/>
        </p:nvCxnSpPr>
        <p:spPr>
          <a:xfrm flipV="1">
            <a:off x="5815688" y="4379838"/>
            <a:ext cx="987648" cy="62486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AC5746AC-8E36-8AE0-5CC1-1A5C4069E754}"/>
              </a:ext>
            </a:extLst>
          </p:cNvPr>
          <p:cNvCxnSpPr>
            <a:cxnSpLocks/>
            <a:stCxn id="72" idx="5"/>
            <a:endCxn id="69" idx="1"/>
          </p:cNvCxnSpPr>
          <p:nvPr/>
        </p:nvCxnSpPr>
        <p:spPr>
          <a:xfrm>
            <a:off x="8582078" y="4501439"/>
            <a:ext cx="1156975" cy="141601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F355F44C-B386-5009-40A4-0CBC3EC8DBA1}"/>
              </a:ext>
            </a:extLst>
          </p:cNvPr>
          <p:cNvCxnSpPr>
            <a:cxnSpLocks/>
            <a:stCxn id="66" idx="4"/>
            <a:endCxn id="67" idx="0"/>
          </p:cNvCxnSpPr>
          <p:nvPr/>
        </p:nvCxnSpPr>
        <p:spPr>
          <a:xfrm flipH="1">
            <a:off x="6985553" y="4562055"/>
            <a:ext cx="1" cy="130202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74D4AB4D-E3FB-92C2-D372-386237144D18}"/>
              </a:ext>
            </a:extLst>
          </p:cNvPr>
          <p:cNvCxnSpPr>
            <a:cxnSpLocks/>
            <a:stCxn id="67" idx="7"/>
            <a:endCxn id="71" idx="3"/>
          </p:cNvCxnSpPr>
          <p:nvPr/>
        </p:nvCxnSpPr>
        <p:spPr>
          <a:xfrm flipV="1">
            <a:off x="7114400" y="5315048"/>
            <a:ext cx="534122" cy="6024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47CDFB2E-7297-D7B1-F69E-3EADC0739BF4}"/>
              </a:ext>
            </a:extLst>
          </p:cNvPr>
          <p:cNvCxnSpPr>
            <a:cxnSpLocks/>
            <a:stCxn id="72" idx="6"/>
            <a:endCxn id="68" idx="2"/>
          </p:cNvCxnSpPr>
          <p:nvPr/>
        </p:nvCxnSpPr>
        <p:spPr>
          <a:xfrm>
            <a:off x="8635448" y="4372592"/>
            <a:ext cx="1050236" cy="72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A842CB9D-49C2-B590-DFEA-B49972D562A7}"/>
              </a:ext>
            </a:extLst>
          </p:cNvPr>
          <p:cNvCxnSpPr>
            <a:cxnSpLocks/>
            <a:stCxn id="68" idx="6"/>
            <a:endCxn id="70" idx="1"/>
          </p:cNvCxnSpPr>
          <p:nvPr/>
        </p:nvCxnSpPr>
        <p:spPr>
          <a:xfrm>
            <a:off x="10050119" y="4379838"/>
            <a:ext cx="1133422" cy="6911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828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845F0-2B9F-CF46-203A-5D3899E36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Some useful Site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1C145-A283-1C78-97C3-265304480B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942667" cy="4351338"/>
          </a:xfrm>
        </p:spPr>
        <p:txBody>
          <a:bodyPr>
            <a:normAutofit fontScale="92500" lnSpcReduction="10000"/>
          </a:bodyPr>
          <a:lstStyle/>
          <a:p>
            <a:r>
              <a:rPr lang="en-IN" dirty="0">
                <a:hlinkClick r:id="rId2"/>
              </a:rPr>
              <a:t>https://visualgo.net/en</a:t>
            </a:r>
            <a:endParaRPr lang="en-IN" dirty="0"/>
          </a:p>
          <a:p>
            <a:r>
              <a:rPr lang="en-IN" dirty="0">
                <a:hlinkClick r:id="rId3"/>
              </a:rPr>
              <a:t>https://github.com/sisirjena/DataStructureUsingC</a:t>
            </a:r>
            <a:endParaRPr lang="en-IN" dirty="0"/>
          </a:p>
          <a:p>
            <a:endParaRPr lang="en-IN" dirty="0"/>
          </a:p>
          <a:p>
            <a:r>
              <a:rPr lang="en-IN" dirty="0"/>
              <a:t>Please follow my Medium post here:</a:t>
            </a:r>
          </a:p>
          <a:p>
            <a:pPr lvl="1"/>
            <a:r>
              <a:rPr lang="en-IN" dirty="0"/>
              <a:t>https://medium.com/@sisiriitg</a:t>
            </a:r>
          </a:p>
          <a:p>
            <a:r>
              <a:rPr lang="en-IN" dirty="0"/>
              <a:t>Also refer my book:</a:t>
            </a:r>
          </a:p>
          <a:p>
            <a:pPr lvl="1"/>
            <a:r>
              <a:rPr lang="en-IN" dirty="0">
                <a:hlinkClick r:id="rId4"/>
              </a:rPr>
              <a:t>https://www.taylorfrancis.com/books/mono/10.1201/9781003188254/programming-sisir-kumar-jena</a:t>
            </a:r>
            <a:endParaRPr lang="en-IN" dirty="0"/>
          </a:p>
          <a:p>
            <a:pPr lvl="1"/>
            <a:r>
              <a:rPr lang="en-IN" dirty="0"/>
              <a:t>https://www.amazon.in/Programming-Learn-Sisir-Kumar-Jena/dp/1032036257</a:t>
            </a:r>
          </a:p>
          <a:p>
            <a:pPr lvl="1"/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02AE8B-8115-D00E-121B-DB2323B1DF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1775" y="681037"/>
            <a:ext cx="360045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02739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1B512-E4CB-8C1A-A5F5-77CE3E5ED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F1C64D-4CFE-D8BF-8A50-E78ED50CFB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Request:</a:t>
            </a:r>
          </a:p>
          <a:p>
            <a:pPr lvl="1"/>
            <a:r>
              <a:rPr lang="en-US" dirty="0"/>
              <a:t>If you are using this slide for your presentation, </a:t>
            </a:r>
            <a:r>
              <a:rPr lang="en-US" dirty="0">
                <a:highlight>
                  <a:srgbClr val="FFFF00"/>
                </a:highlight>
              </a:rPr>
              <a:t>please give a reference and credit</a:t>
            </a:r>
            <a:r>
              <a:rPr lang="en-US" dirty="0"/>
              <a:t> to my </a:t>
            </a:r>
            <a:r>
              <a:rPr lang="en-US" dirty="0" err="1"/>
              <a:t>github</a:t>
            </a:r>
            <a:r>
              <a:rPr lang="en-US" dirty="0"/>
              <a:t> page:</a:t>
            </a:r>
          </a:p>
          <a:p>
            <a:pPr lvl="1"/>
            <a:r>
              <a:rPr lang="en-IN" dirty="0">
                <a:hlinkClick r:id="rId2"/>
              </a:rPr>
              <a:t>https://github.com/sisirjena/DataStructureUsingC</a:t>
            </a:r>
            <a:endParaRPr lang="en-IN" dirty="0"/>
          </a:p>
          <a:p>
            <a:pPr lvl="1"/>
            <a:endParaRPr lang="en-US" dirty="0"/>
          </a:p>
          <a:p>
            <a:pPr lvl="2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99851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ustom 1">
      <a:majorFont>
        <a:latin typeface="Dreaming Outloud Pro"/>
        <a:ea typeface=""/>
        <a:cs typeface=""/>
      </a:majorFont>
      <a:minorFont>
        <a:latin typeface="Dreaming Outloud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c33c9f88-1eb7-4099-9700-16013fd9e8aa}" enabled="0" method="" siteId="{c33c9f88-1eb7-4099-9700-16013fd9e8a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8261</TotalTime>
  <Words>3749</Words>
  <Application>Microsoft Office PowerPoint</Application>
  <PresentationFormat>Widescreen</PresentationFormat>
  <Paragraphs>1291</Paragraphs>
  <Slides>59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6" baseType="lpstr">
      <vt:lpstr>Aptos</vt:lpstr>
      <vt:lpstr>Arial</vt:lpstr>
      <vt:lpstr>Cambria Math</vt:lpstr>
      <vt:lpstr>Consolas</vt:lpstr>
      <vt:lpstr>Dreaming Outloud Pro</vt:lpstr>
      <vt:lpstr>Wingdings</vt:lpstr>
      <vt:lpstr>Office Theme</vt:lpstr>
      <vt:lpstr>Computational Thinking through Data Structures</vt:lpstr>
      <vt:lpstr>Motivation</vt:lpstr>
      <vt:lpstr>Motivation</vt:lpstr>
      <vt:lpstr>Motivation</vt:lpstr>
      <vt:lpstr>Today’s Content</vt:lpstr>
      <vt:lpstr>Tree and some terminologies</vt:lpstr>
      <vt:lpstr>Binary Tree</vt:lpstr>
      <vt:lpstr>Binary Tree</vt:lpstr>
      <vt:lpstr>Binary Tree</vt:lpstr>
      <vt:lpstr>Binary Tree: Node Structure &amp; Representation</vt:lpstr>
      <vt:lpstr>Tree Traversals</vt:lpstr>
      <vt:lpstr>Tree Traversal</vt:lpstr>
      <vt:lpstr>Tree Traversal</vt:lpstr>
      <vt:lpstr>Tree Traversal</vt:lpstr>
      <vt:lpstr>Some common questions to ask your student.</vt:lpstr>
      <vt:lpstr>Binary Search Tree</vt:lpstr>
      <vt:lpstr>Searching in BST</vt:lpstr>
      <vt:lpstr>Min and max element in BST</vt:lpstr>
      <vt:lpstr>Insertion in BST</vt:lpstr>
      <vt:lpstr>Insertion in BST</vt:lpstr>
      <vt:lpstr>Deletion in BST</vt:lpstr>
      <vt:lpstr>Deletion in BST</vt:lpstr>
      <vt:lpstr>Deletion in BST</vt:lpstr>
      <vt:lpstr>AVL (Adelson-Velskii and Landis) Tree</vt:lpstr>
      <vt:lpstr>AVL Tree</vt:lpstr>
      <vt:lpstr>AVL tree rotations</vt:lpstr>
      <vt:lpstr>AVL tree rotations</vt:lpstr>
      <vt:lpstr>AVL tree rotations</vt:lpstr>
      <vt:lpstr>AVL tree rotations</vt:lpstr>
      <vt:lpstr>AVL tree rotations</vt:lpstr>
      <vt:lpstr>AVL tree insertion example</vt:lpstr>
      <vt:lpstr>AVL tree insertion example</vt:lpstr>
      <vt:lpstr>AVL tree insertion example</vt:lpstr>
      <vt:lpstr>Deletion in AVL tree</vt:lpstr>
      <vt:lpstr>Deletion in AVL tree</vt:lpstr>
      <vt:lpstr>Deletion in AVL tree</vt:lpstr>
      <vt:lpstr>Deletion in AVL tree</vt:lpstr>
      <vt:lpstr>Deletion in AVL tree</vt:lpstr>
      <vt:lpstr>Deletion in AVL tree</vt:lpstr>
      <vt:lpstr>Time Complexity of AVL trees</vt:lpstr>
      <vt:lpstr>Red Black Tree</vt:lpstr>
      <vt:lpstr>Red Black Tree</vt:lpstr>
      <vt:lpstr>Red Black Tree</vt:lpstr>
      <vt:lpstr>Operations on Red Black Tree</vt:lpstr>
      <vt:lpstr>Operations on Red Black Tree</vt:lpstr>
      <vt:lpstr>Operations on Red Black Tree</vt:lpstr>
      <vt:lpstr>Operations on Red Black Tree</vt:lpstr>
      <vt:lpstr>Operations on Red Black Tree</vt:lpstr>
      <vt:lpstr>Operations on Red Black Tree</vt:lpstr>
      <vt:lpstr>Graph data structure</vt:lpstr>
      <vt:lpstr>Graph data structure</vt:lpstr>
      <vt:lpstr>Representation of Graph</vt:lpstr>
      <vt:lpstr>Representation of Graph</vt:lpstr>
      <vt:lpstr>Shortest path algorithms</vt:lpstr>
      <vt:lpstr>Minimum Spanning Tree</vt:lpstr>
      <vt:lpstr>Minimum Spanning Tree</vt:lpstr>
      <vt:lpstr>Minimum Spanning Tree</vt:lpstr>
      <vt:lpstr>Some useful Site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Sisir Jena</dc:creator>
  <cp:lastModifiedBy>Sisir Jena</cp:lastModifiedBy>
  <cp:revision>2</cp:revision>
  <dcterms:created xsi:type="dcterms:W3CDTF">2026-05-28T16:11:59Z</dcterms:created>
  <dcterms:modified xsi:type="dcterms:W3CDTF">2026-06-06T05:50:07Z</dcterms:modified>
</cp:coreProperties>
</file>